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5"/>
  </p:notesMasterIdLst>
  <p:sldIdLst>
    <p:sldId id="389" r:id="rId2"/>
    <p:sldId id="600" r:id="rId3"/>
    <p:sldId id="601" r:id="rId4"/>
    <p:sldId id="602" r:id="rId5"/>
    <p:sldId id="610" r:id="rId6"/>
    <p:sldId id="603" r:id="rId7"/>
    <p:sldId id="604" r:id="rId8"/>
    <p:sldId id="605" r:id="rId9"/>
    <p:sldId id="607" r:id="rId10"/>
    <p:sldId id="608" r:id="rId11"/>
    <p:sldId id="609" r:id="rId12"/>
    <p:sldId id="606" r:id="rId13"/>
    <p:sldId id="48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2CC"/>
    <a:srgbClr val="004FEE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8" autoAdjust="0"/>
    <p:restoredTop sz="59538" autoAdjust="0"/>
  </p:normalViewPr>
  <p:slideViewPr>
    <p:cSldViewPr snapToGrid="0">
      <p:cViewPr varScale="1">
        <p:scale>
          <a:sx n="113" d="100"/>
          <a:sy n="113" d="100"/>
        </p:scale>
        <p:origin x="17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588733" y="1959167"/>
            <a:ext cx="7543800" cy="15209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4400" b="1">
                <a:latin typeface="+mj-ea"/>
                <a:cs typeface="Arial" panose="020B0604020202020204" pitchFamily="34" charset="0"/>
              </a:rPr>
              <a:t>ATC</a:t>
            </a:r>
            <a:r>
              <a:rPr lang="ko-KR" altLang="en-US" sz="4400" b="1">
                <a:latin typeface="+mj-ea"/>
                <a:cs typeface="Arial" panose="020B0604020202020204" pitchFamily="34" charset="0"/>
              </a:rPr>
              <a:t> </a:t>
            </a:r>
            <a:r>
              <a:rPr lang="en-US" altLang="ko-KR" sz="4400" b="1">
                <a:latin typeface="+mj-ea"/>
                <a:cs typeface="Arial" panose="020B0604020202020204" pitchFamily="34" charset="0"/>
              </a:rPr>
              <a:t>PC</a:t>
            </a:r>
          </a:p>
          <a:p>
            <a:pPr algn="ctr">
              <a:lnSpc>
                <a:spcPct val="150000"/>
              </a:lnSpc>
            </a:pPr>
            <a:r>
              <a:rPr lang="en-US" altLang="ko-KR" sz="3200" b="1">
                <a:latin typeface="+mj-ea"/>
                <a:cs typeface="Arial" panose="020B0604020202020204" pitchFamily="34" charset="0"/>
              </a:rPr>
              <a:t>Setup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목차</a:t>
            </a:r>
            <a:endParaRPr lang="ko-KR" alt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364E3E-9D4E-E6CA-048A-6CB3BA218B11}"/>
              </a:ext>
            </a:extLst>
          </p:cNvPr>
          <p:cNvSpPr txBox="1"/>
          <p:nvPr/>
        </p:nvSpPr>
        <p:spPr>
          <a:xfrm>
            <a:off x="347958" y="1367554"/>
            <a:ext cx="3815468" cy="2802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400"/>
              <a:t>Installer </a:t>
            </a:r>
            <a:r>
              <a:rPr lang="ko-KR" altLang="en-US" sz="2400"/>
              <a:t>설치</a:t>
            </a:r>
            <a:endParaRPr lang="en-US" altLang="ko-KR" sz="24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/>
              <a:t>유선 랜 설정</a:t>
            </a:r>
            <a:endParaRPr lang="en-US" altLang="ko-KR" sz="24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/>
              <a:t>프로그램 폴더 권한 설정</a:t>
            </a:r>
            <a:endParaRPr lang="en-US" altLang="ko-KR" sz="24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400"/>
              <a:t>HTCRack.xml</a:t>
            </a:r>
            <a:r>
              <a:rPr lang="ko-KR" altLang="en-US" sz="2400"/>
              <a:t> </a:t>
            </a:r>
            <a:r>
              <a:rPr lang="en-US" altLang="ko-KR" sz="2400"/>
              <a:t>(UI)</a:t>
            </a:r>
            <a:r>
              <a:rPr lang="ko-KR" altLang="en-US" sz="2400"/>
              <a:t> 설정</a:t>
            </a:r>
            <a:endParaRPr lang="en-US" altLang="ko-KR" sz="240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400"/>
              <a:t>VS Code </a:t>
            </a:r>
            <a:r>
              <a:rPr lang="ko-KR" altLang="en-US" sz="2400"/>
              <a:t>설치 </a:t>
            </a:r>
            <a:r>
              <a:rPr lang="en-US" altLang="ko-KR" sz="2400"/>
              <a:t>(Option)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50033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29C4F-607E-296B-C1DF-C95C4F2C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1.  Installer </a:t>
            </a:r>
            <a:r>
              <a:rPr lang="ko-KR" altLang="en-US" sz="3600"/>
              <a:t>설치</a:t>
            </a:r>
            <a:r>
              <a:rPr lang="en-US" altLang="ko-KR" sz="3600"/>
              <a:t> </a:t>
            </a:r>
            <a:endParaRPr lang="ko-KR" altLang="en-US" sz="36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9524F6-CBB5-7067-9A12-FD22A8E20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70" y="1307998"/>
            <a:ext cx="607381" cy="750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1833B9-6E39-A9C4-35B5-8C6651811FE9}"/>
              </a:ext>
            </a:extLst>
          </p:cNvPr>
          <p:cNvSpPr txBox="1"/>
          <p:nvPr/>
        </p:nvSpPr>
        <p:spPr>
          <a:xfrm>
            <a:off x="1154451" y="130799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인스톨러 설치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0ADCEFA-E35E-AFA5-BCD9-9B12A7723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011" y="1029289"/>
            <a:ext cx="2051522" cy="17075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60C0D5-8E79-A4F5-B829-196F1088D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533" y="1029289"/>
            <a:ext cx="2094846" cy="17075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DAD07A-E055-447C-BCF0-4440B8489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5826" y="1029289"/>
            <a:ext cx="2087445" cy="17075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0313A20-67A7-F8B3-CB38-9166B6444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65" y="3015527"/>
            <a:ext cx="4222270" cy="17528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DC78A8-88E1-C811-16E2-47613316A1C6}"/>
              </a:ext>
            </a:extLst>
          </p:cNvPr>
          <p:cNvSpPr txBox="1"/>
          <p:nvPr/>
        </p:nvSpPr>
        <p:spPr>
          <a:xfrm>
            <a:off x="417598" y="5008272"/>
            <a:ext cx="678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C:\Program Files (x86)\GSI\HTC-Install   </a:t>
            </a:r>
            <a:r>
              <a:rPr lang="ko-KR" altLang="en-US"/>
              <a:t>폴더에 실행파일들이 생성됨</a:t>
            </a:r>
          </a:p>
        </p:txBody>
      </p:sp>
    </p:spTree>
    <p:extLst>
      <p:ext uri="{BB962C8B-B14F-4D97-AF65-F5344CB8AC3E}">
        <p14:creationId xmlns:p14="http://schemas.microsoft.com/office/powerpoint/2010/main" val="405468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1F7AF-4FE5-8987-213A-72155F6C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2. </a:t>
            </a:r>
            <a:r>
              <a:rPr lang="ko-KR" altLang="en-US" sz="3600"/>
              <a:t>유선 랜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78184-BA11-442C-2FA3-5EF0456F5E60}"/>
              </a:ext>
            </a:extLst>
          </p:cNvPr>
          <p:cNvSpPr txBox="1"/>
          <p:nvPr/>
        </p:nvSpPr>
        <p:spPr>
          <a:xfrm>
            <a:off x="201225" y="1030543"/>
            <a:ext cx="6266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Slot</a:t>
            </a:r>
            <a:r>
              <a:rPr lang="ko-KR" altLang="en-US" dirty="0"/>
              <a:t>과 연결을 위한 네트워크 설정 </a:t>
            </a:r>
            <a:r>
              <a:rPr lang="ko-KR" altLang="en-US" b="1" dirty="0">
                <a:solidFill>
                  <a:srgbClr val="FF0000"/>
                </a:solidFill>
              </a:rPr>
              <a:t>이더넷 </a:t>
            </a:r>
            <a:r>
              <a:rPr lang="en-US" altLang="ko-KR" b="1" dirty="0">
                <a:solidFill>
                  <a:srgbClr val="FF0000"/>
                </a:solidFill>
              </a:rPr>
              <a:t>2</a:t>
            </a:r>
            <a:r>
              <a:rPr lang="ko-KR" altLang="en-US" b="1" dirty="0">
                <a:solidFill>
                  <a:srgbClr val="FF0000"/>
                </a:solidFill>
              </a:rPr>
              <a:t>개 연결확인 필요</a:t>
            </a:r>
            <a:r>
              <a:rPr lang="ko-KR" altLang="en-US" dirty="0"/>
              <a:t>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14CACC-C293-A729-81B8-BB774D80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81" y="1459684"/>
            <a:ext cx="1986950" cy="17904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F0B8A0-E7EB-CF52-D9C1-292354E1F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981" y="1443239"/>
            <a:ext cx="2120302" cy="18307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D9757B4-35A4-515B-C5A9-205212DDE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195" y="1493574"/>
            <a:ext cx="2717525" cy="160199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A9FC153-D826-130B-CDEC-9A18E5011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765" y="3790528"/>
            <a:ext cx="2109405" cy="17904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3B837B9-1CE8-3A2D-6521-BABB0EEF4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558" y="3734492"/>
            <a:ext cx="2197559" cy="20369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A5CE802-122A-BA4A-0E02-9ED1FFF627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0929" y="3734491"/>
            <a:ext cx="2397001" cy="20369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FB35CD-9BB9-21D7-6263-A111D81CFC6B}"/>
              </a:ext>
            </a:extLst>
          </p:cNvPr>
          <p:cNvSpPr txBox="1"/>
          <p:nvPr/>
        </p:nvSpPr>
        <p:spPr>
          <a:xfrm>
            <a:off x="615682" y="3353979"/>
            <a:ext cx="14029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1. </a:t>
            </a:r>
            <a:r>
              <a:rPr lang="ko-KR" altLang="en-US" sz="1050"/>
              <a:t>제어판 검색 </a:t>
            </a:r>
            <a:r>
              <a:rPr lang="en-US" altLang="ko-KR" sz="1050"/>
              <a:t>/ </a:t>
            </a:r>
            <a:r>
              <a:rPr lang="ko-KR" altLang="en-US" sz="1050"/>
              <a:t>열기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9BB1CA-A54A-98CF-EFFC-C17C1052F8CC}"/>
              </a:ext>
            </a:extLst>
          </p:cNvPr>
          <p:cNvSpPr txBox="1"/>
          <p:nvPr/>
        </p:nvSpPr>
        <p:spPr>
          <a:xfrm>
            <a:off x="3142895" y="3330006"/>
            <a:ext cx="14558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2. </a:t>
            </a:r>
            <a:r>
              <a:rPr lang="ko-KR" altLang="en-US" sz="1050"/>
              <a:t>네트워크 공유 센터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D7AF2A-B580-3453-F0D1-50E60F432F92}"/>
              </a:ext>
            </a:extLst>
          </p:cNvPr>
          <p:cNvSpPr txBox="1"/>
          <p:nvPr/>
        </p:nvSpPr>
        <p:spPr>
          <a:xfrm>
            <a:off x="5723008" y="3330006"/>
            <a:ext cx="1321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3. </a:t>
            </a:r>
            <a:r>
              <a:rPr lang="ko-KR" altLang="en-US" sz="1050"/>
              <a:t>어뎁터 설정 변경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569AD-A810-1A15-6BC4-4174F04210B7}"/>
              </a:ext>
            </a:extLst>
          </p:cNvPr>
          <p:cNvSpPr txBox="1"/>
          <p:nvPr/>
        </p:nvSpPr>
        <p:spPr>
          <a:xfrm>
            <a:off x="326503" y="5773678"/>
            <a:ext cx="21066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4. </a:t>
            </a:r>
            <a:r>
              <a:rPr lang="ko-KR" altLang="en-US" sz="1050"/>
              <a:t>장치에서 마우스 오른쪽 </a:t>
            </a:r>
            <a:r>
              <a:rPr lang="en-US" altLang="ko-KR" sz="1050"/>
              <a:t>/ </a:t>
            </a:r>
            <a:r>
              <a:rPr lang="ko-KR" altLang="en-US" sz="1050"/>
              <a:t>속성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91FDC2-C6E3-47A0-5C24-3632253289D6}"/>
              </a:ext>
            </a:extLst>
          </p:cNvPr>
          <p:cNvSpPr txBox="1"/>
          <p:nvPr/>
        </p:nvSpPr>
        <p:spPr>
          <a:xfrm>
            <a:off x="2792503" y="5827457"/>
            <a:ext cx="16145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5. IPv4</a:t>
            </a:r>
            <a:r>
              <a:rPr lang="ko-KR" altLang="en-US" sz="1050"/>
              <a:t> 클릭 후 속성 클릭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EFC6CC-2696-8963-1B36-BAD0733581DC}"/>
              </a:ext>
            </a:extLst>
          </p:cNvPr>
          <p:cNvSpPr txBox="1"/>
          <p:nvPr/>
        </p:nvSpPr>
        <p:spPr>
          <a:xfrm>
            <a:off x="5708989" y="5762825"/>
            <a:ext cx="33672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6. </a:t>
            </a:r>
            <a:r>
              <a:rPr lang="ko-KR" altLang="en-US" sz="1050" dirty="0"/>
              <a:t>자동 </a:t>
            </a:r>
            <a:r>
              <a:rPr lang="en-US" altLang="ko-KR" sz="1050" dirty="0"/>
              <a:t>-&gt; </a:t>
            </a:r>
            <a:r>
              <a:rPr lang="ko-KR" altLang="en-US" sz="1050" dirty="0"/>
              <a:t>다음 </a:t>
            </a:r>
            <a:r>
              <a:rPr lang="en-US" altLang="ko-KR" sz="1050" dirty="0"/>
              <a:t>IP </a:t>
            </a:r>
            <a:r>
              <a:rPr lang="ko-KR" altLang="en-US" sz="1050" dirty="0"/>
              <a:t>주소 사용</a:t>
            </a:r>
            <a:endParaRPr lang="en-US" altLang="ko-KR" sz="1050" dirty="0"/>
          </a:p>
          <a:p>
            <a:r>
              <a:rPr lang="en-US" altLang="ko-KR" sz="1050" dirty="0"/>
              <a:t>     IP</a:t>
            </a:r>
            <a:r>
              <a:rPr lang="ko-KR" altLang="en-US" sz="1050" dirty="0"/>
              <a:t> </a:t>
            </a:r>
            <a:r>
              <a:rPr lang="en-US" altLang="ko-KR" sz="1050" dirty="0"/>
              <a:t>: 192.168.1.201 (192.168.1.200 </a:t>
            </a:r>
            <a:r>
              <a:rPr lang="ko-KR" altLang="en-US" sz="1050" dirty="0"/>
              <a:t>은 </a:t>
            </a:r>
            <a:r>
              <a:rPr lang="en-US" altLang="ko-KR" sz="1050" dirty="0"/>
              <a:t>PLC IP)</a:t>
            </a:r>
          </a:p>
          <a:p>
            <a:r>
              <a:rPr lang="en-US" altLang="ko-KR" sz="1050" dirty="0"/>
              <a:t>     </a:t>
            </a:r>
            <a:r>
              <a:rPr lang="ko-KR" altLang="en-US" sz="1050" dirty="0" err="1"/>
              <a:t>서브넷</a:t>
            </a:r>
            <a:r>
              <a:rPr lang="ko-KR" altLang="en-US" sz="1050" dirty="0"/>
              <a:t> 마스크 </a:t>
            </a:r>
            <a:r>
              <a:rPr lang="en-US" altLang="ko-KR" sz="1050" dirty="0"/>
              <a:t>: 255.255.255.0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66413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1F7AF-4FE5-8987-213A-72155F6C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2. </a:t>
            </a:r>
            <a:r>
              <a:rPr lang="ko-KR" altLang="en-US" sz="3600"/>
              <a:t>유선 랜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78184-BA11-442C-2FA3-5EF0456F5E60}"/>
              </a:ext>
            </a:extLst>
          </p:cNvPr>
          <p:cNvSpPr txBox="1"/>
          <p:nvPr/>
        </p:nvSpPr>
        <p:spPr>
          <a:xfrm>
            <a:off x="201225" y="1030543"/>
            <a:ext cx="371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BMC </a:t>
            </a:r>
            <a:r>
              <a:rPr lang="ko-KR" altLang="en-US" dirty="0"/>
              <a:t>과 연결을 위한 네트워크 설정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14CACC-C293-A729-81B8-BB774D80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81" y="1459684"/>
            <a:ext cx="1986950" cy="17904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F0B8A0-E7EB-CF52-D9C1-292354E1F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981" y="1443239"/>
            <a:ext cx="2120302" cy="18307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D9757B4-35A4-515B-C5A9-205212DDE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195" y="1493574"/>
            <a:ext cx="2717525" cy="160199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A9FC153-D826-130B-CDEC-9A18E5011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765" y="3790528"/>
            <a:ext cx="2109405" cy="17904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3B837B9-1CE8-3A2D-6521-BABB0EEF4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558" y="3734492"/>
            <a:ext cx="2197559" cy="203692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A5CE802-122A-BA4A-0E02-9ED1FFF627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0929" y="3734491"/>
            <a:ext cx="2397001" cy="20369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FB35CD-9BB9-21D7-6263-A111D81CFC6B}"/>
              </a:ext>
            </a:extLst>
          </p:cNvPr>
          <p:cNvSpPr txBox="1"/>
          <p:nvPr/>
        </p:nvSpPr>
        <p:spPr>
          <a:xfrm>
            <a:off x="615682" y="3353979"/>
            <a:ext cx="14029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1. </a:t>
            </a:r>
            <a:r>
              <a:rPr lang="ko-KR" altLang="en-US" sz="1050"/>
              <a:t>제어판 검색 </a:t>
            </a:r>
            <a:r>
              <a:rPr lang="en-US" altLang="ko-KR" sz="1050"/>
              <a:t>/ </a:t>
            </a:r>
            <a:r>
              <a:rPr lang="ko-KR" altLang="en-US" sz="1050"/>
              <a:t>열기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9BB1CA-A54A-98CF-EFFC-C17C1052F8CC}"/>
              </a:ext>
            </a:extLst>
          </p:cNvPr>
          <p:cNvSpPr txBox="1"/>
          <p:nvPr/>
        </p:nvSpPr>
        <p:spPr>
          <a:xfrm>
            <a:off x="3142895" y="3330006"/>
            <a:ext cx="14558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2. </a:t>
            </a:r>
            <a:r>
              <a:rPr lang="ko-KR" altLang="en-US" sz="1050"/>
              <a:t>네트워크 공유 센터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D7AF2A-B580-3453-F0D1-50E60F432F92}"/>
              </a:ext>
            </a:extLst>
          </p:cNvPr>
          <p:cNvSpPr txBox="1"/>
          <p:nvPr/>
        </p:nvSpPr>
        <p:spPr>
          <a:xfrm>
            <a:off x="5723008" y="3330006"/>
            <a:ext cx="13211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3. </a:t>
            </a:r>
            <a:r>
              <a:rPr lang="ko-KR" altLang="en-US" sz="1050"/>
              <a:t>어뎁터 설정 변경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569AD-A810-1A15-6BC4-4174F04210B7}"/>
              </a:ext>
            </a:extLst>
          </p:cNvPr>
          <p:cNvSpPr txBox="1"/>
          <p:nvPr/>
        </p:nvSpPr>
        <p:spPr>
          <a:xfrm>
            <a:off x="326503" y="5773678"/>
            <a:ext cx="21066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4. </a:t>
            </a:r>
            <a:r>
              <a:rPr lang="ko-KR" altLang="en-US" sz="1050"/>
              <a:t>장치에서 마우스 오른쪽 </a:t>
            </a:r>
            <a:r>
              <a:rPr lang="en-US" altLang="ko-KR" sz="1050"/>
              <a:t>/ </a:t>
            </a:r>
            <a:r>
              <a:rPr lang="ko-KR" altLang="en-US" sz="1050"/>
              <a:t>속성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91FDC2-C6E3-47A0-5C24-3632253289D6}"/>
              </a:ext>
            </a:extLst>
          </p:cNvPr>
          <p:cNvSpPr txBox="1"/>
          <p:nvPr/>
        </p:nvSpPr>
        <p:spPr>
          <a:xfrm>
            <a:off x="2792503" y="5827457"/>
            <a:ext cx="16145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5. IPv4</a:t>
            </a:r>
            <a:r>
              <a:rPr lang="ko-KR" altLang="en-US" sz="1050"/>
              <a:t> 클릭 후 속성 클릭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EFC6CC-2696-8963-1B36-BAD0733581DC}"/>
              </a:ext>
            </a:extLst>
          </p:cNvPr>
          <p:cNvSpPr txBox="1"/>
          <p:nvPr/>
        </p:nvSpPr>
        <p:spPr>
          <a:xfrm>
            <a:off x="5708989" y="5762825"/>
            <a:ext cx="33672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6. </a:t>
            </a:r>
            <a:r>
              <a:rPr lang="ko-KR" altLang="en-US" sz="1050" dirty="0"/>
              <a:t>자동 </a:t>
            </a:r>
            <a:r>
              <a:rPr lang="en-US" altLang="ko-KR" sz="1050" dirty="0"/>
              <a:t>-&gt; </a:t>
            </a:r>
            <a:r>
              <a:rPr lang="ko-KR" altLang="en-US" sz="1050" dirty="0"/>
              <a:t>다음 </a:t>
            </a:r>
            <a:r>
              <a:rPr lang="en-US" altLang="ko-KR" sz="1050" dirty="0"/>
              <a:t>IP </a:t>
            </a:r>
            <a:r>
              <a:rPr lang="ko-KR" altLang="en-US" sz="1050" dirty="0"/>
              <a:t>주소 사용</a:t>
            </a:r>
            <a:endParaRPr lang="en-US" altLang="ko-KR" sz="1050" dirty="0"/>
          </a:p>
          <a:p>
            <a:r>
              <a:rPr lang="en-US" altLang="ko-KR" sz="1050" dirty="0"/>
              <a:t>     IP</a:t>
            </a:r>
            <a:r>
              <a:rPr lang="ko-KR" altLang="en-US" sz="1050" dirty="0"/>
              <a:t> </a:t>
            </a:r>
            <a:r>
              <a:rPr lang="en-US" altLang="ko-KR" sz="1050" dirty="0"/>
              <a:t>: 192.168.100.200 </a:t>
            </a:r>
          </a:p>
          <a:p>
            <a:r>
              <a:rPr lang="en-US" altLang="ko-KR" sz="1050" dirty="0"/>
              <a:t>     </a:t>
            </a:r>
            <a:r>
              <a:rPr lang="ko-KR" altLang="en-US" sz="1050" dirty="0" err="1"/>
              <a:t>서브넷</a:t>
            </a:r>
            <a:r>
              <a:rPr lang="ko-KR" altLang="en-US" sz="1050" dirty="0"/>
              <a:t> 마스크 </a:t>
            </a:r>
            <a:r>
              <a:rPr lang="en-US" altLang="ko-KR" sz="1050" dirty="0"/>
              <a:t>: 255.255.255.0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43113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44229-F9F0-C432-8AE6-EB143F0C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3. </a:t>
            </a:r>
            <a:r>
              <a:rPr lang="ko-KR" altLang="en-US" sz="3600"/>
              <a:t>프로그램 폴더 권한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245E1-34EB-3E6E-59B9-9CDB56FE3087}"/>
              </a:ext>
            </a:extLst>
          </p:cNvPr>
          <p:cNvSpPr txBox="1"/>
          <p:nvPr/>
        </p:nvSpPr>
        <p:spPr>
          <a:xfrm>
            <a:off x="201225" y="1030543"/>
            <a:ext cx="4142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HTCRack.xml </a:t>
            </a:r>
            <a:r>
              <a:rPr lang="ko-KR" altLang="en-US"/>
              <a:t>파일 편집을 위한 권한설정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76EC76-ED31-3568-B956-03E8BE709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08" y="1711353"/>
            <a:ext cx="2266671" cy="24693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5DE3760-912A-77EF-AC41-D8EB54F6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302" y="1679575"/>
            <a:ext cx="2084470" cy="25678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2DF83E-328D-BE0C-434C-2C0009247C65}"/>
              </a:ext>
            </a:extLst>
          </p:cNvPr>
          <p:cNvSpPr txBox="1"/>
          <p:nvPr/>
        </p:nvSpPr>
        <p:spPr>
          <a:xfrm>
            <a:off x="293615" y="4694061"/>
            <a:ext cx="2878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C:\Program Files (x86)\GSI\HTC-Install </a:t>
            </a:r>
            <a:r>
              <a:rPr lang="ko-KR" altLang="en-US" sz="1100"/>
              <a:t>폴더 </a:t>
            </a:r>
            <a:endParaRPr lang="en-US" altLang="ko-KR" sz="1100"/>
          </a:p>
          <a:p>
            <a:r>
              <a:rPr lang="ko-KR" altLang="en-US" sz="1100"/>
              <a:t>마우스 오른쪽 </a:t>
            </a:r>
            <a:r>
              <a:rPr lang="en-US" altLang="ko-KR" sz="1100"/>
              <a:t>/ </a:t>
            </a:r>
            <a:r>
              <a:rPr lang="ko-KR" altLang="en-US" sz="1100"/>
              <a:t>속성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37B85-535F-D967-9573-E4C33F0595B4}"/>
              </a:ext>
            </a:extLst>
          </p:cNvPr>
          <p:cNvSpPr txBox="1"/>
          <p:nvPr/>
        </p:nvSpPr>
        <p:spPr>
          <a:xfrm>
            <a:off x="3440069" y="4478617"/>
            <a:ext cx="28784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보안 </a:t>
            </a:r>
            <a:r>
              <a:rPr lang="en-US" altLang="ko-KR" sz="1100"/>
              <a:t>-&gt; </a:t>
            </a:r>
            <a:r>
              <a:rPr lang="ko-KR" altLang="en-US" sz="1100"/>
              <a:t>편집 클릭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A3FEFF-942B-7C50-0B54-6E2AC57B51B3}"/>
              </a:ext>
            </a:extLst>
          </p:cNvPr>
          <p:cNvSpPr txBox="1"/>
          <p:nvPr/>
        </p:nvSpPr>
        <p:spPr>
          <a:xfrm>
            <a:off x="5686302" y="4332423"/>
            <a:ext cx="2407381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/>
              <a:t>ALL APPLICATION PACKAGES</a:t>
            </a:r>
          </a:p>
          <a:p>
            <a:endParaRPr lang="en-US" altLang="ko-KR" sz="1050" b="1"/>
          </a:p>
          <a:p>
            <a:r>
              <a:rPr lang="ko-KR" altLang="en-US" sz="1050" b="1"/>
              <a:t>모든제한된 응용 프로그램 패키지</a:t>
            </a:r>
            <a:endParaRPr lang="en-US" altLang="ko-KR" sz="1050" b="1"/>
          </a:p>
          <a:p>
            <a:endParaRPr lang="en-US" altLang="ko-KR" sz="1050" b="1"/>
          </a:p>
          <a:p>
            <a:r>
              <a:rPr lang="en-US" altLang="ko-KR" sz="1050" b="1"/>
              <a:t>User </a:t>
            </a:r>
          </a:p>
          <a:p>
            <a:endParaRPr lang="en-US" altLang="ko-KR" sz="1050" b="1"/>
          </a:p>
          <a:p>
            <a:r>
              <a:rPr lang="ko-KR" altLang="en-US" sz="1050"/>
              <a:t>모든 권한 설정</a:t>
            </a:r>
            <a:endParaRPr lang="en-US" altLang="ko-KR" sz="105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F63DB7-917C-408F-508D-83275D643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078" y="1660619"/>
            <a:ext cx="1995398" cy="26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6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0829F-1138-16A3-87C2-7579B3D4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4.HTCRack.xml</a:t>
            </a:r>
            <a:r>
              <a:rPr lang="ko-KR" altLang="en-US" sz="3600" dirty="0"/>
              <a:t> </a:t>
            </a:r>
            <a:r>
              <a:rPr lang="en-US" altLang="ko-KR" sz="3600" dirty="0"/>
              <a:t>(UI)</a:t>
            </a:r>
            <a:r>
              <a:rPr lang="ko-KR" altLang="en-US" sz="3600" dirty="0"/>
              <a:t> 설정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B539EA-B935-D9B8-2139-7FF39306A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2" y="1787026"/>
            <a:ext cx="5558272" cy="1532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25303-0180-D404-2DC0-1FC76242A168}"/>
              </a:ext>
            </a:extLst>
          </p:cNvPr>
          <p:cNvSpPr txBox="1"/>
          <p:nvPr/>
        </p:nvSpPr>
        <p:spPr>
          <a:xfrm>
            <a:off x="291313" y="3373541"/>
            <a:ext cx="2223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fpmax=“0” </a:t>
            </a:r>
            <a:r>
              <a:rPr lang="ko-KR" altLang="en-US"/>
              <a:t>으로 변경</a:t>
            </a:r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860C2-F907-C7DA-8CF7-3CADE95710BB}"/>
              </a:ext>
            </a:extLst>
          </p:cNvPr>
          <p:cNvSpPr txBox="1"/>
          <p:nvPr/>
        </p:nvSpPr>
        <p:spPr>
          <a:xfrm>
            <a:off x="598811" y="3851807"/>
            <a:ext cx="31309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0 = run</a:t>
            </a:r>
            <a:r>
              <a:rPr lang="ko-KR" altLang="en-US" sz="1100"/>
              <a:t>시 </a:t>
            </a:r>
            <a:r>
              <a:rPr lang="en-US" altLang="ko-KR" sz="1100"/>
              <a:t>Front Pannel PV</a:t>
            </a:r>
            <a:r>
              <a:rPr lang="ko-KR" altLang="en-US" sz="1100"/>
              <a:t>가 </a:t>
            </a:r>
            <a:r>
              <a:rPr lang="en-US" altLang="ko-KR" sz="1100"/>
              <a:t>Dimm Max</a:t>
            </a:r>
            <a:r>
              <a:rPr lang="ko-KR" altLang="en-US" sz="1100"/>
              <a:t>값을 출력</a:t>
            </a:r>
            <a:endParaRPr lang="en-US" altLang="ko-KR" sz="1100"/>
          </a:p>
          <a:p>
            <a:r>
              <a:rPr lang="en-US" altLang="ko-KR" sz="1100"/>
              <a:t>1 = run</a:t>
            </a:r>
            <a:r>
              <a:rPr lang="ko-KR" altLang="en-US" sz="1100"/>
              <a:t>시 </a:t>
            </a:r>
            <a:r>
              <a:rPr lang="en-US" altLang="ko-KR" sz="1100"/>
              <a:t>Front Pannel PV</a:t>
            </a:r>
            <a:r>
              <a:rPr lang="ko-KR" altLang="en-US" sz="1100"/>
              <a:t>가 </a:t>
            </a:r>
            <a:r>
              <a:rPr lang="en-US" altLang="ko-KR" sz="1100"/>
              <a:t>TCON </a:t>
            </a:r>
            <a:r>
              <a:rPr lang="ko-KR" altLang="en-US" sz="1100"/>
              <a:t>의 </a:t>
            </a:r>
            <a:r>
              <a:rPr lang="en-US" altLang="ko-KR" sz="1100"/>
              <a:t>PV</a:t>
            </a:r>
            <a:r>
              <a:rPr lang="ko-KR" altLang="en-US" sz="1100"/>
              <a:t>값을 출력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DD1AD13-894F-4C1B-5535-7139C12A7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956" y="3699203"/>
            <a:ext cx="2172003" cy="4953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73F85E-CFA8-9F7E-3337-091A78ED33D3}"/>
              </a:ext>
            </a:extLst>
          </p:cNvPr>
          <p:cNvSpPr txBox="1"/>
          <p:nvPr/>
        </p:nvSpPr>
        <p:spPr>
          <a:xfrm>
            <a:off x="226972" y="1322655"/>
            <a:ext cx="2521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&lt;rack-map&gt;  </a:t>
            </a:r>
            <a:r>
              <a:rPr lang="ko-KR" altLang="en-US"/>
              <a:t>파일 </a:t>
            </a:r>
            <a:r>
              <a:rPr lang="en-US" altLang="ko-KR"/>
              <a:t>Line 2 </a:t>
            </a:r>
          </a:p>
        </p:txBody>
      </p:sp>
    </p:spTree>
    <p:extLst>
      <p:ext uri="{BB962C8B-B14F-4D97-AF65-F5344CB8AC3E}">
        <p14:creationId xmlns:p14="http://schemas.microsoft.com/office/powerpoint/2010/main" val="428967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D262F-6BB4-D54C-13A5-1F86CC3B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4.HTCRack.xml</a:t>
            </a:r>
            <a:r>
              <a:rPr lang="ko-KR" altLang="en-US" sz="3600" dirty="0"/>
              <a:t> </a:t>
            </a:r>
            <a:r>
              <a:rPr lang="en-US" altLang="ko-KR" sz="3600" dirty="0"/>
              <a:t>(UI)</a:t>
            </a:r>
            <a:r>
              <a:rPr lang="ko-KR" altLang="en-US" sz="3600" dirty="0"/>
              <a:t>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9F32A3-C87D-EB8A-6348-274AA4064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74" y="1808240"/>
            <a:ext cx="6727971" cy="23004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AE0C35-CA5E-456E-AFE7-549FDDEB9BB6}"/>
              </a:ext>
            </a:extLst>
          </p:cNvPr>
          <p:cNvSpPr txBox="1"/>
          <p:nvPr/>
        </p:nvSpPr>
        <p:spPr>
          <a:xfrm>
            <a:off x="431774" y="1338839"/>
            <a:ext cx="2530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&lt;redifish&gt;  </a:t>
            </a:r>
            <a:r>
              <a:rPr lang="ko-KR" altLang="en-US"/>
              <a:t>파일 </a:t>
            </a:r>
            <a:r>
              <a:rPr lang="en-US" altLang="ko-KR"/>
              <a:t>Line 329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28667-3302-0537-24D9-EA76D48B12D6}"/>
              </a:ext>
            </a:extLst>
          </p:cNvPr>
          <p:cNvSpPr txBox="1"/>
          <p:nvPr/>
        </p:nvSpPr>
        <p:spPr>
          <a:xfrm>
            <a:off x="561246" y="4402067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Use=“1”  </a:t>
            </a:r>
            <a:r>
              <a:rPr lang="ko-KR" altLang="en-US"/>
              <a:t>로 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FF6EC-857E-CD56-CA2A-B2082428434C}"/>
              </a:ext>
            </a:extLst>
          </p:cNvPr>
          <p:cNvSpPr txBox="1"/>
          <p:nvPr/>
        </p:nvSpPr>
        <p:spPr>
          <a:xfrm>
            <a:off x="737922" y="4771399"/>
            <a:ext cx="29258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1 =  </a:t>
            </a:r>
            <a:r>
              <a:rPr lang="ko-KR" altLang="en-US" sz="1100"/>
              <a:t>실장기 </a:t>
            </a:r>
            <a:r>
              <a:rPr lang="en-US" altLang="ko-KR" sz="1100"/>
              <a:t>Board</a:t>
            </a:r>
            <a:r>
              <a:rPr lang="ko-KR" altLang="en-US" sz="1100"/>
              <a:t>의 </a:t>
            </a:r>
            <a:r>
              <a:rPr lang="en-US" altLang="ko-KR" sz="1100"/>
              <a:t>BMC</a:t>
            </a:r>
            <a:r>
              <a:rPr lang="ko-KR" altLang="en-US" sz="1100"/>
              <a:t>에서 </a:t>
            </a:r>
            <a:r>
              <a:rPr lang="en-US" altLang="ko-KR" sz="1100"/>
              <a:t>Dimm</a:t>
            </a:r>
            <a:r>
              <a:rPr lang="ko-KR" altLang="en-US" sz="1100"/>
              <a:t>온도 </a:t>
            </a:r>
            <a:r>
              <a:rPr lang="en-US" altLang="ko-KR" sz="1100"/>
              <a:t>Read</a:t>
            </a:r>
          </a:p>
          <a:p>
            <a:r>
              <a:rPr lang="en-US" altLang="ko-KR" sz="1100"/>
              <a:t>0 = Capture Board</a:t>
            </a:r>
            <a:r>
              <a:rPr lang="ko-KR" altLang="en-US" sz="1100"/>
              <a:t>를 통해 </a:t>
            </a:r>
            <a:r>
              <a:rPr lang="en-US" altLang="ko-KR" sz="1100"/>
              <a:t>Dimm </a:t>
            </a:r>
            <a:r>
              <a:rPr lang="ko-KR" altLang="en-US" sz="1100"/>
              <a:t>온도 </a:t>
            </a:r>
            <a:r>
              <a:rPr lang="en-US" altLang="ko-KR" sz="1100"/>
              <a:t>Read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80056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D262F-6BB4-D54C-13A5-1F86CC3B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5.BMC</a:t>
            </a:r>
            <a:r>
              <a:rPr lang="ko-KR" altLang="en-US" sz="3600" dirty="0"/>
              <a:t>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218418-7BED-B2EF-A933-C6F625D9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93" y="1103012"/>
            <a:ext cx="5040383" cy="2325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1AA35-453C-980E-F21A-F6343E5B88DA}"/>
              </a:ext>
            </a:extLst>
          </p:cNvPr>
          <p:cNvSpPr txBox="1"/>
          <p:nvPr/>
        </p:nvSpPr>
        <p:spPr>
          <a:xfrm>
            <a:off x="5673989" y="1103012"/>
            <a:ext cx="24978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Static </a:t>
            </a:r>
            <a:r>
              <a:rPr lang="ko-KR" altLang="en-US" sz="1100" dirty="0"/>
              <a:t>변경 후</a:t>
            </a:r>
            <a:endParaRPr lang="en-US" altLang="ko-KR" sz="1100" dirty="0"/>
          </a:p>
          <a:p>
            <a:r>
              <a:rPr lang="en-US" altLang="ko-KR" sz="1100" dirty="0"/>
              <a:t>Board </a:t>
            </a:r>
            <a:r>
              <a:rPr lang="ko-KR" altLang="en-US" sz="1100" dirty="0"/>
              <a:t>위치에 맞는 </a:t>
            </a:r>
            <a:r>
              <a:rPr lang="en-US" altLang="ko-KR" sz="1100" dirty="0"/>
              <a:t>IP</a:t>
            </a:r>
            <a:r>
              <a:rPr lang="ko-KR" altLang="en-US" sz="1100" dirty="0"/>
              <a:t> 설정 및</a:t>
            </a:r>
            <a:endParaRPr lang="en-US" altLang="ko-KR" sz="1100" dirty="0"/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subnet mask : 255.255.255.0 </a:t>
            </a:r>
            <a:r>
              <a:rPr lang="ko-KR" altLang="en-US" sz="1100" dirty="0"/>
              <a:t>수정 설정</a:t>
            </a:r>
            <a:endParaRPr lang="en-US" altLang="ko-KR" sz="1100" dirty="0"/>
          </a:p>
          <a:p>
            <a:endParaRPr lang="ko-KR" altLang="en-US"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B921E6E-4BD1-4849-951F-E8C4EE6BD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93" y="3547532"/>
            <a:ext cx="5040382" cy="26082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D6BE58-DAD7-99C4-764D-E04145E9965D}"/>
              </a:ext>
            </a:extLst>
          </p:cNvPr>
          <p:cNvSpPr txBox="1"/>
          <p:nvPr/>
        </p:nvSpPr>
        <p:spPr>
          <a:xfrm>
            <a:off x="5673988" y="3643012"/>
            <a:ext cx="21130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User Access </a:t>
            </a:r>
            <a:r>
              <a:rPr lang="ko-KR" altLang="en-US" sz="1100" dirty="0"/>
              <a:t>필히 </a:t>
            </a:r>
            <a:r>
              <a:rPr lang="en-US" altLang="ko-KR" sz="1100" dirty="0"/>
              <a:t>Enable </a:t>
            </a:r>
            <a:r>
              <a:rPr lang="ko-KR" altLang="en-US" sz="1100" dirty="0"/>
              <a:t>로 변경 </a:t>
            </a:r>
            <a:endParaRPr lang="en-US" altLang="ko-KR" sz="1100" dirty="0"/>
          </a:p>
          <a:p>
            <a:r>
              <a:rPr lang="ko-KR" altLang="en-US" sz="1100" dirty="0"/>
              <a:t>안 할 시 접속 안됨</a:t>
            </a:r>
          </a:p>
        </p:txBody>
      </p:sp>
    </p:spTree>
    <p:extLst>
      <p:ext uri="{BB962C8B-B14F-4D97-AF65-F5344CB8AC3E}">
        <p14:creationId xmlns:p14="http://schemas.microsoft.com/office/powerpoint/2010/main" val="110383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D262F-6BB4-D54C-13A5-1F86CC3B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5.BMC</a:t>
            </a:r>
            <a:r>
              <a:rPr lang="ko-KR" altLang="en-US" sz="3600" dirty="0"/>
              <a:t> 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1AA35-453C-980E-F21A-F6343E5B88DA}"/>
              </a:ext>
            </a:extLst>
          </p:cNvPr>
          <p:cNvSpPr txBox="1"/>
          <p:nvPr/>
        </p:nvSpPr>
        <p:spPr>
          <a:xfrm>
            <a:off x="5276055" y="1377644"/>
            <a:ext cx="295786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Web </a:t>
            </a:r>
            <a:r>
              <a:rPr lang="ko-KR" altLang="en-US" sz="1100" dirty="0"/>
              <a:t>사이트 열어 </a:t>
            </a:r>
            <a:r>
              <a:rPr lang="en-US" altLang="ko-KR" sz="1100" dirty="0"/>
              <a:t>BMC </a:t>
            </a:r>
            <a:r>
              <a:rPr lang="ko-KR" altLang="en-US" sz="1100" dirty="0"/>
              <a:t>에 연결 되는지 확인 후</a:t>
            </a:r>
            <a:endParaRPr lang="en-US" altLang="ko-KR" sz="1100" dirty="0"/>
          </a:p>
          <a:p>
            <a:r>
              <a:rPr lang="en-US" altLang="ko-KR" sz="1100" dirty="0"/>
              <a:t>Bios </a:t>
            </a:r>
            <a:r>
              <a:rPr lang="ko-KR" altLang="en-US" sz="1100" dirty="0"/>
              <a:t>에서 설정한 </a:t>
            </a:r>
            <a:r>
              <a:rPr lang="en-US" altLang="ko-KR" sz="1100" dirty="0"/>
              <a:t>id , pw </a:t>
            </a:r>
            <a:r>
              <a:rPr lang="ko-KR" altLang="en-US" sz="1100" dirty="0"/>
              <a:t>로 로그인 확인</a:t>
            </a:r>
            <a:endParaRPr lang="en-US" altLang="ko-KR" sz="1100" dirty="0"/>
          </a:p>
          <a:p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6BE58-DAD7-99C4-764D-E04145E9965D}"/>
              </a:ext>
            </a:extLst>
          </p:cNvPr>
          <p:cNvSpPr txBox="1"/>
          <p:nvPr/>
        </p:nvSpPr>
        <p:spPr>
          <a:xfrm>
            <a:off x="5419987" y="3813976"/>
            <a:ext cx="32319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로그인 정상적으로 되면 </a:t>
            </a:r>
            <a:r>
              <a:rPr lang="en-US" altLang="ko-KR" sz="1100" dirty="0"/>
              <a:t>BMC Main </a:t>
            </a:r>
            <a:r>
              <a:rPr lang="ko-KR" altLang="en-US" sz="1100" dirty="0"/>
              <a:t>화면 들어 가짐</a:t>
            </a:r>
            <a:endParaRPr lang="en-US" altLang="ko-KR" sz="1100" dirty="0"/>
          </a:p>
          <a:p>
            <a:r>
              <a:rPr lang="en-US" altLang="ko-KR" sz="1100" dirty="0"/>
              <a:t>Main </a:t>
            </a:r>
            <a:r>
              <a:rPr lang="ko-KR" altLang="en-US" sz="1100" dirty="0"/>
              <a:t>화면 나오면 </a:t>
            </a:r>
            <a:r>
              <a:rPr lang="en-US" altLang="ko-KR" sz="1100" dirty="0"/>
              <a:t>OK.</a:t>
            </a:r>
            <a:endParaRPr lang="ko-KR" altLang="en-US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747C7C-1BB0-A8F0-F22A-7C76452C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2" y="1100666"/>
            <a:ext cx="4860282" cy="25423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84D265-08E1-7DF3-F2CE-3BCD9DA67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5" y="3752365"/>
            <a:ext cx="5059455" cy="245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9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D262F-6BB4-D54C-13A5-1F86CC3B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5.BMC</a:t>
            </a:r>
            <a:r>
              <a:rPr lang="ko-KR" altLang="en-US" sz="3600" dirty="0"/>
              <a:t> 설정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18141C-0F15-802F-5C59-A9595145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1102762"/>
            <a:ext cx="8392696" cy="31341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C3F910-BABA-D17B-B608-C82F91D3CF38}"/>
              </a:ext>
            </a:extLst>
          </p:cNvPr>
          <p:cNvSpPr txBox="1"/>
          <p:nvPr/>
        </p:nvSpPr>
        <p:spPr>
          <a:xfrm>
            <a:off x="375652" y="4426917"/>
            <a:ext cx="6611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Bios </a:t>
            </a:r>
            <a:r>
              <a:rPr lang="ko-KR" altLang="en-US" sz="1100" dirty="0"/>
              <a:t>화면에서 설정한 </a:t>
            </a:r>
            <a:r>
              <a:rPr lang="en-US" altLang="ko-KR" sz="1100" dirty="0"/>
              <a:t>user , pw , </a:t>
            </a:r>
            <a:r>
              <a:rPr lang="en-US" altLang="ko-KR" sz="1100" dirty="0" err="1"/>
              <a:t>ip</a:t>
            </a:r>
            <a:r>
              <a:rPr lang="ko-KR" altLang="en-US" sz="1100" dirty="0"/>
              <a:t> 를  </a:t>
            </a:r>
            <a:r>
              <a:rPr lang="en-US" altLang="ko-KR" sz="1100" dirty="0"/>
              <a:t>xml </a:t>
            </a:r>
            <a:r>
              <a:rPr lang="ko-KR" altLang="en-US" sz="1100" dirty="0"/>
              <a:t>파일에 변경하고 저장 하고 </a:t>
            </a:r>
            <a:r>
              <a:rPr lang="en-US" altLang="ko-KR" sz="1100" dirty="0"/>
              <a:t>UI </a:t>
            </a:r>
            <a:r>
              <a:rPr lang="ko-KR" altLang="en-US" sz="1100" dirty="0"/>
              <a:t>실행하면 </a:t>
            </a:r>
            <a:r>
              <a:rPr lang="en-US" altLang="ko-KR" sz="1100" dirty="0" err="1"/>
              <a:t>Dimm</a:t>
            </a:r>
            <a:r>
              <a:rPr lang="en-US" altLang="ko-KR" sz="1100" dirty="0"/>
              <a:t> Temp</a:t>
            </a:r>
            <a:r>
              <a:rPr lang="ko-KR" altLang="en-US" sz="1100" dirty="0"/>
              <a:t> 화면에 표현</a:t>
            </a:r>
          </a:p>
        </p:txBody>
      </p:sp>
    </p:spTree>
    <p:extLst>
      <p:ext uri="{BB962C8B-B14F-4D97-AF65-F5344CB8AC3E}">
        <p14:creationId xmlns:p14="http://schemas.microsoft.com/office/powerpoint/2010/main" val="287122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D703A-81B2-B206-94F1-87B3ADD9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VS Code </a:t>
            </a:r>
            <a:r>
              <a:rPr lang="ko-KR" altLang="en-US" sz="3600" dirty="0"/>
              <a:t>설치 </a:t>
            </a:r>
            <a:r>
              <a:rPr lang="en-US" altLang="ko-KR" sz="3600" dirty="0"/>
              <a:t>(Option)</a:t>
            </a:r>
            <a:endParaRPr lang="ko-KR" alt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3F090-758D-8243-887B-490019453D42}"/>
              </a:ext>
            </a:extLst>
          </p:cNvPr>
          <p:cNvSpPr txBox="1"/>
          <p:nvPr/>
        </p:nvSpPr>
        <p:spPr>
          <a:xfrm>
            <a:off x="326577" y="1104170"/>
            <a:ext cx="4052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xml</a:t>
            </a:r>
            <a:r>
              <a:rPr lang="ko-KR" altLang="en-US"/>
              <a:t> 편집 및  </a:t>
            </a:r>
            <a:r>
              <a:rPr lang="en-US" altLang="ko-KR"/>
              <a:t>Log</a:t>
            </a:r>
            <a:r>
              <a:rPr lang="ko-KR" altLang="en-US"/>
              <a:t> </a:t>
            </a:r>
            <a:r>
              <a:rPr lang="en-US" altLang="ko-KR"/>
              <a:t>Viewer</a:t>
            </a:r>
            <a:r>
              <a:rPr lang="ko-KR" altLang="en-US"/>
              <a:t>용  </a:t>
            </a:r>
            <a:endParaRPr lang="en-US" altLang="ko-KR"/>
          </a:p>
          <a:p>
            <a:r>
              <a:rPr lang="en-US" altLang="ko-KR"/>
              <a:t>(</a:t>
            </a:r>
            <a:r>
              <a:rPr lang="ko-KR" altLang="en-US"/>
              <a:t>무료 프로그램으로</a:t>
            </a:r>
            <a:r>
              <a:rPr lang="en-US" altLang="ko-KR"/>
              <a:t>  </a:t>
            </a:r>
            <a:r>
              <a:rPr lang="ko-KR" altLang="en-US"/>
              <a:t>메모장 대비 편리</a:t>
            </a:r>
            <a:r>
              <a:rPr lang="en-US" altLang="ko-KR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9647B-A238-1CAF-4B29-6A2F7827BE76}"/>
              </a:ext>
            </a:extLst>
          </p:cNvPr>
          <p:cNvSpPr txBox="1"/>
          <p:nvPr/>
        </p:nvSpPr>
        <p:spPr>
          <a:xfrm>
            <a:off x="326577" y="18302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https://code.visualstudio.com/</a:t>
            </a:r>
            <a:r>
              <a:rPr lang="ko-KR" altLang="en-US"/>
              <a:t>   주소로 접속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3826A1-6085-899D-8B15-435312250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7" y="2639564"/>
            <a:ext cx="3536219" cy="1578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67E3EC-4345-7ACE-1F24-AEE308E9AC06}"/>
              </a:ext>
            </a:extLst>
          </p:cNvPr>
          <p:cNvSpPr txBox="1"/>
          <p:nvPr/>
        </p:nvSpPr>
        <p:spPr>
          <a:xfrm>
            <a:off x="226972" y="4733841"/>
            <a:ext cx="588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Download for Window </a:t>
            </a:r>
            <a:r>
              <a:rPr lang="ko-KR" altLang="en-US"/>
              <a:t>클릭하여 설치파일 다운로드</a:t>
            </a:r>
            <a:r>
              <a:rPr lang="en-US" altLang="ko-KR"/>
              <a:t> / </a:t>
            </a:r>
            <a:r>
              <a:rPr lang="ko-KR" altLang="en-US"/>
              <a:t>설치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000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7932" y="2702138"/>
            <a:ext cx="7543800" cy="750631"/>
          </a:xfrm>
        </p:spPr>
        <p:txBody>
          <a:bodyPr/>
          <a:lstStyle/>
          <a:p>
            <a:r>
              <a:rPr lang="en-US" altLang="ko-KR" dirty="0"/>
              <a:t>Thank you.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5740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53376</TotalTime>
  <Words>432</Words>
  <Application>Microsoft Office PowerPoint</Application>
  <PresentationFormat>화면 슬라이드 쇼(4:3)</PresentationFormat>
  <Paragraphs>73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 Black</vt:lpstr>
      <vt:lpstr>Calibri</vt:lpstr>
      <vt:lpstr>Calibri Light</vt:lpstr>
      <vt:lpstr>추억</vt:lpstr>
      <vt:lpstr>PowerPoint 프레젠테이션</vt:lpstr>
      <vt:lpstr>목차</vt:lpstr>
      <vt:lpstr>1.  Installer 설치 </vt:lpstr>
      <vt:lpstr>2. 유선 랜 설정</vt:lpstr>
      <vt:lpstr>2. 유선 랜 설정</vt:lpstr>
      <vt:lpstr>3. 프로그램 폴더 권한 설정</vt:lpstr>
      <vt:lpstr>4.HTCRack.xml (UI) 설정</vt:lpstr>
      <vt:lpstr>4.HTCRack.xml (UI) 설정</vt:lpstr>
      <vt:lpstr>5.BMC 설정</vt:lpstr>
      <vt:lpstr>5.BMC 설정</vt:lpstr>
      <vt:lpstr>5.BMC 설정</vt:lpstr>
      <vt:lpstr>VS Code 설치 (Option)</vt:lpstr>
      <vt:lpstr>Thank you.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유 효상</cp:lastModifiedBy>
  <cp:revision>1470</cp:revision>
  <dcterms:created xsi:type="dcterms:W3CDTF">2016-08-24T05:21:44Z</dcterms:created>
  <dcterms:modified xsi:type="dcterms:W3CDTF">2025-06-24T04:40:15Z</dcterms:modified>
</cp:coreProperties>
</file>