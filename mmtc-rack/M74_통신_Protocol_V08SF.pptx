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7556500" cy="10693400"/>
  <p:notesSz cx="7556500" cy="10693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00" d="100"/>
          <a:sy n="200" d="100"/>
        </p:scale>
        <p:origin x="-96" y="-31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6F70"/>
                </a:solidFill>
                <a:latin typeface="Malgun Gothic"/>
                <a:cs typeface="Malgun Gothic"/>
              </a:defRPr>
            </a:lvl1pPr>
          </a:lstStyle>
          <a:p>
            <a:pPr marL="48895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45156" y="3616440"/>
            <a:ext cx="146050" cy="55880"/>
          </a:xfrm>
          <a:custGeom>
            <a:avLst/>
            <a:gdLst/>
            <a:ahLst/>
            <a:cxnLst/>
            <a:rect l="l" t="t" r="r" b="b"/>
            <a:pathLst>
              <a:path w="146050" h="55879">
                <a:moveTo>
                  <a:pt x="145948" y="55562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20326" y="3625663"/>
            <a:ext cx="146050" cy="55880"/>
          </a:xfrm>
          <a:custGeom>
            <a:avLst/>
            <a:gdLst/>
            <a:ahLst/>
            <a:cxnLst/>
            <a:rect l="l" t="t" r="r" b="b"/>
            <a:pathLst>
              <a:path w="146050" h="55879">
                <a:moveTo>
                  <a:pt x="145961" y="55499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81134" y="2589870"/>
            <a:ext cx="3175" cy="1330960"/>
          </a:xfrm>
          <a:custGeom>
            <a:avLst/>
            <a:gdLst/>
            <a:ahLst/>
            <a:cxnLst/>
            <a:rect l="l" t="t" r="r" b="b"/>
            <a:pathLst>
              <a:path w="3175" h="1330960">
                <a:moveTo>
                  <a:pt x="0" y="1330502"/>
                </a:moveTo>
                <a:lnTo>
                  <a:pt x="2946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376285" y="2594235"/>
            <a:ext cx="3175" cy="1330960"/>
          </a:xfrm>
          <a:custGeom>
            <a:avLst/>
            <a:gdLst/>
            <a:ahLst/>
            <a:cxnLst/>
            <a:rect l="l" t="t" r="r" b="b"/>
            <a:pathLst>
              <a:path w="3175" h="1330960">
                <a:moveTo>
                  <a:pt x="0" y="1330502"/>
                </a:moveTo>
                <a:lnTo>
                  <a:pt x="292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353037" y="2623050"/>
            <a:ext cx="3175" cy="1290320"/>
          </a:xfrm>
          <a:custGeom>
            <a:avLst/>
            <a:gdLst/>
            <a:ahLst/>
            <a:cxnLst/>
            <a:rect l="l" t="t" r="r" b="b"/>
            <a:pathLst>
              <a:path w="3175" h="1290320">
                <a:moveTo>
                  <a:pt x="2870" y="0"/>
                </a:moveTo>
                <a:lnTo>
                  <a:pt x="0" y="1290027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222962" y="3568605"/>
            <a:ext cx="635" cy="78105"/>
          </a:xfrm>
          <a:custGeom>
            <a:avLst/>
            <a:gdLst/>
            <a:ahLst/>
            <a:cxnLst/>
            <a:rect l="l" t="t" r="r" b="b"/>
            <a:pathLst>
              <a:path w="635" h="78104">
                <a:moveTo>
                  <a:pt x="215" y="0"/>
                </a:moveTo>
                <a:lnTo>
                  <a:pt x="0" y="7752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120250" y="3625666"/>
            <a:ext cx="635" cy="33020"/>
          </a:xfrm>
          <a:custGeom>
            <a:avLst/>
            <a:gdLst/>
            <a:ahLst/>
            <a:cxnLst/>
            <a:rect l="l" t="t" r="r" b="b"/>
            <a:pathLst>
              <a:path w="635" h="33020">
                <a:moveTo>
                  <a:pt x="0" y="32397"/>
                </a:moveTo>
                <a:lnTo>
                  <a:pt x="76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073866" y="2726247"/>
            <a:ext cx="3175" cy="1290320"/>
          </a:xfrm>
          <a:custGeom>
            <a:avLst/>
            <a:gdLst/>
            <a:ahLst/>
            <a:cxnLst/>
            <a:rect l="l" t="t" r="r" b="b"/>
            <a:pathLst>
              <a:path w="3175" h="1290320">
                <a:moveTo>
                  <a:pt x="0" y="1290027"/>
                </a:moveTo>
                <a:lnTo>
                  <a:pt x="2844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050530" y="2714592"/>
            <a:ext cx="3175" cy="1330960"/>
          </a:xfrm>
          <a:custGeom>
            <a:avLst/>
            <a:gdLst/>
            <a:ahLst/>
            <a:cxnLst/>
            <a:rect l="l" t="t" r="r" b="b"/>
            <a:pathLst>
              <a:path w="3175" h="1330960">
                <a:moveTo>
                  <a:pt x="2946" y="0"/>
                </a:moveTo>
                <a:lnTo>
                  <a:pt x="0" y="1330502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027399" y="2714443"/>
            <a:ext cx="3175" cy="1330960"/>
          </a:xfrm>
          <a:custGeom>
            <a:avLst/>
            <a:gdLst/>
            <a:ahLst/>
            <a:cxnLst/>
            <a:rect l="l" t="t" r="r" b="b"/>
            <a:pathLst>
              <a:path w="3175" h="1330960">
                <a:moveTo>
                  <a:pt x="2933" y="0"/>
                </a:moveTo>
                <a:lnTo>
                  <a:pt x="0" y="1330579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5300" y="3472350"/>
            <a:ext cx="1270" cy="518795"/>
          </a:xfrm>
          <a:custGeom>
            <a:avLst/>
            <a:gdLst/>
            <a:ahLst/>
            <a:cxnLst/>
            <a:rect l="l" t="t" r="r" b="b"/>
            <a:pathLst>
              <a:path w="1270" h="518795">
                <a:moveTo>
                  <a:pt x="0" y="518604"/>
                </a:moveTo>
                <a:lnTo>
                  <a:pt x="1193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54232" y="3483856"/>
            <a:ext cx="1270" cy="536575"/>
          </a:xfrm>
          <a:custGeom>
            <a:avLst/>
            <a:gdLst/>
            <a:ahLst/>
            <a:cxnLst/>
            <a:rect l="l" t="t" r="r" b="b"/>
            <a:pathLst>
              <a:path w="1270" h="536575">
                <a:moveTo>
                  <a:pt x="0" y="536206"/>
                </a:moveTo>
                <a:lnTo>
                  <a:pt x="1219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3838766" y="3483793"/>
            <a:ext cx="1270" cy="536575"/>
          </a:xfrm>
          <a:custGeom>
            <a:avLst/>
            <a:gdLst/>
            <a:ahLst/>
            <a:cxnLst/>
            <a:rect l="l" t="t" r="r" b="b"/>
            <a:pathLst>
              <a:path w="1270" h="536575">
                <a:moveTo>
                  <a:pt x="0" y="536270"/>
                </a:moveTo>
                <a:lnTo>
                  <a:pt x="123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3817012" y="3554722"/>
            <a:ext cx="1270" cy="485140"/>
          </a:xfrm>
          <a:custGeom>
            <a:avLst/>
            <a:gdLst/>
            <a:ahLst/>
            <a:cxnLst/>
            <a:rect l="l" t="t" r="r" b="b"/>
            <a:pathLst>
              <a:path w="1270" h="485139">
                <a:moveTo>
                  <a:pt x="0" y="484936"/>
                </a:moveTo>
                <a:lnTo>
                  <a:pt x="1054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505918" y="3606928"/>
            <a:ext cx="3810" cy="76200"/>
          </a:xfrm>
          <a:custGeom>
            <a:avLst/>
            <a:gdLst/>
            <a:ahLst/>
            <a:cxnLst/>
            <a:rect l="l" t="t" r="r" b="b"/>
            <a:pathLst>
              <a:path w="3809" h="76200">
                <a:moveTo>
                  <a:pt x="3589" y="0"/>
                </a:moveTo>
                <a:lnTo>
                  <a:pt x="2357" y="8013"/>
                </a:lnTo>
                <a:lnTo>
                  <a:pt x="1125" y="15951"/>
                </a:lnTo>
                <a:lnTo>
                  <a:pt x="477" y="24041"/>
                </a:lnTo>
                <a:lnTo>
                  <a:pt x="121" y="30388"/>
                </a:lnTo>
                <a:lnTo>
                  <a:pt x="0" y="36769"/>
                </a:lnTo>
                <a:lnTo>
                  <a:pt x="104" y="43164"/>
                </a:lnTo>
                <a:lnTo>
                  <a:pt x="427" y="49555"/>
                </a:lnTo>
                <a:lnTo>
                  <a:pt x="984" y="56155"/>
                </a:lnTo>
                <a:lnTo>
                  <a:pt x="1706" y="62747"/>
                </a:lnTo>
                <a:lnTo>
                  <a:pt x="2538" y="69325"/>
                </a:lnTo>
                <a:lnTo>
                  <a:pt x="3424" y="75882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418865" y="3624167"/>
            <a:ext cx="23495" cy="8890"/>
          </a:xfrm>
          <a:custGeom>
            <a:avLst/>
            <a:gdLst/>
            <a:ahLst/>
            <a:cxnLst/>
            <a:rect l="l" t="t" r="r" b="b"/>
            <a:pathLst>
              <a:path w="23494" h="8889">
                <a:moveTo>
                  <a:pt x="0" y="0"/>
                </a:moveTo>
                <a:lnTo>
                  <a:pt x="23037" y="8724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942317" y="3619944"/>
            <a:ext cx="23495" cy="8890"/>
          </a:xfrm>
          <a:custGeom>
            <a:avLst/>
            <a:gdLst/>
            <a:ahLst/>
            <a:cxnLst/>
            <a:rect l="l" t="t" r="r" b="b"/>
            <a:pathLst>
              <a:path w="23494" h="8889">
                <a:moveTo>
                  <a:pt x="0" y="0"/>
                </a:moveTo>
                <a:lnTo>
                  <a:pt x="23037" y="8801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457374" y="3616438"/>
            <a:ext cx="50800" cy="19050"/>
          </a:xfrm>
          <a:custGeom>
            <a:avLst/>
            <a:gdLst/>
            <a:ahLst/>
            <a:cxnLst/>
            <a:rect l="l" t="t" r="r" b="b"/>
            <a:pathLst>
              <a:path w="50800" h="19050">
                <a:moveTo>
                  <a:pt x="0" y="18669"/>
                </a:moveTo>
                <a:lnTo>
                  <a:pt x="50533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326362" y="3616948"/>
            <a:ext cx="92710" cy="34290"/>
          </a:xfrm>
          <a:custGeom>
            <a:avLst/>
            <a:gdLst/>
            <a:ahLst/>
            <a:cxnLst/>
            <a:rect l="l" t="t" r="r" b="b"/>
            <a:pathLst>
              <a:path w="92709" h="34289">
                <a:moveTo>
                  <a:pt x="0" y="34175"/>
                </a:moveTo>
                <a:lnTo>
                  <a:pt x="92519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980808" y="3603862"/>
            <a:ext cx="73660" cy="27305"/>
          </a:xfrm>
          <a:custGeom>
            <a:avLst/>
            <a:gdLst/>
            <a:ahLst/>
            <a:cxnLst/>
            <a:rect l="l" t="t" r="r" b="b"/>
            <a:pathLst>
              <a:path w="73659" h="27304">
                <a:moveTo>
                  <a:pt x="0" y="27101"/>
                </a:moveTo>
                <a:lnTo>
                  <a:pt x="73152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870806" y="3624305"/>
            <a:ext cx="83185" cy="31115"/>
          </a:xfrm>
          <a:custGeom>
            <a:avLst/>
            <a:gdLst/>
            <a:ahLst/>
            <a:cxnLst/>
            <a:rect l="l" t="t" r="r" b="b"/>
            <a:pathLst>
              <a:path w="83184" h="31114">
                <a:moveTo>
                  <a:pt x="0" y="30606"/>
                </a:moveTo>
                <a:lnTo>
                  <a:pt x="82943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792343" y="1859005"/>
            <a:ext cx="5715" cy="2491740"/>
          </a:xfrm>
          <a:custGeom>
            <a:avLst/>
            <a:gdLst/>
            <a:ahLst/>
            <a:cxnLst/>
            <a:rect l="l" t="t" r="r" b="b"/>
            <a:pathLst>
              <a:path w="5714" h="2491740">
                <a:moveTo>
                  <a:pt x="0" y="2491524"/>
                </a:moveTo>
                <a:lnTo>
                  <a:pt x="551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715162" y="1858720"/>
            <a:ext cx="5715" cy="2491740"/>
          </a:xfrm>
          <a:custGeom>
            <a:avLst/>
            <a:gdLst/>
            <a:ahLst/>
            <a:cxnLst/>
            <a:rect l="l" t="t" r="r" b="b"/>
            <a:pathLst>
              <a:path w="5714" h="2491740">
                <a:moveTo>
                  <a:pt x="0" y="2491524"/>
                </a:moveTo>
                <a:lnTo>
                  <a:pt x="5499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696639" y="1902265"/>
            <a:ext cx="5715" cy="2441575"/>
          </a:xfrm>
          <a:custGeom>
            <a:avLst/>
            <a:gdLst/>
            <a:ahLst/>
            <a:cxnLst/>
            <a:rect l="l" t="t" r="r" b="b"/>
            <a:pathLst>
              <a:path w="5714" h="2441575">
                <a:moveTo>
                  <a:pt x="0" y="2440965"/>
                </a:moveTo>
                <a:lnTo>
                  <a:pt x="5397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557623" y="2761794"/>
            <a:ext cx="3810" cy="1604010"/>
          </a:xfrm>
          <a:custGeom>
            <a:avLst/>
            <a:gdLst/>
            <a:ahLst/>
            <a:cxnLst/>
            <a:rect l="l" t="t" r="r" b="b"/>
            <a:pathLst>
              <a:path w="3809" h="1604010">
                <a:moveTo>
                  <a:pt x="0" y="1603679"/>
                </a:moveTo>
                <a:lnTo>
                  <a:pt x="353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534443" y="2774733"/>
            <a:ext cx="3810" cy="1583690"/>
          </a:xfrm>
          <a:custGeom>
            <a:avLst/>
            <a:gdLst/>
            <a:ahLst/>
            <a:cxnLst/>
            <a:rect l="l" t="t" r="r" b="b"/>
            <a:pathLst>
              <a:path w="3809" h="1583689">
                <a:moveTo>
                  <a:pt x="0" y="1583448"/>
                </a:moveTo>
                <a:lnTo>
                  <a:pt x="3505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457374" y="3594632"/>
            <a:ext cx="635" cy="40640"/>
          </a:xfrm>
          <a:custGeom>
            <a:avLst/>
            <a:gdLst/>
            <a:ahLst/>
            <a:cxnLst/>
            <a:rect l="l" t="t" r="r" b="b"/>
            <a:pathLst>
              <a:path w="634" h="40639">
                <a:moveTo>
                  <a:pt x="0" y="40474"/>
                </a:moveTo>
                <a:lnTo>
                  <a:pt x="88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843234" y="2511566"/>
            <a:ext cx="3810" cy="1583690"/>
          </a:xfrm>
          <a:custGeom>
            <a:avLst/>
            <a:gdLst/>
            <a:ahLst/>
            <a:cxnLst/>
            <a:rect l="l" t="t" r="r" b="b"/>
            <a:pathLst>
              <a:path w="3809" h="1583689">
                <a:moveTo>
                  <a:pt x="3505" y="0"/>
                </a:moveTo>
                <a:lnTo>
                  <a:pt x="0" y="1583512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709151" y="1520538"/>
            <a:ext cx="5715" cy="2441575"/>
          </a:xfrm>
          <a:custGeom>
            <a:avLst/>
            <a:gdLst/>
            <a:ahLst/>
            <a:cxnLst/>
            <a:rect l="l" t="t" r="r" b="b"/>
            <a:pathLst>
              <a:path w="5715" h="2441575">
                <a:moveTo>
                  <a:pt x="5397" y="0"/>
                </a:moveTo>
                <a:lnTo>
                  <a:pt x="0" y="2440952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696885" y="1521678"/>
            <a:ext cx="5715" cy="2441575"/>
          </a:xfrm>
          <a:custGeom>
            <a:avLst/>
            <a:gdLst/>
            <a:ahLst/>
            <a:cxnLst/>
            <a:rect l="l" t="t" r="r" b="b"/>
            <a:pathLst>
              <a:path w="5715" h="2441575">
                <a:moveTo>
                  <a:pt x="5397" y="0"/>
                </a:moveTo>
                <a:lnTo>
                  <a:pt x="0" y="2440965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678341" y="1464039"/>
            <a:ext cx="5715" cy="2491740"/>
          </a:xfrm>
          <a:custGeom>
            <a:avLst/>
            <a:gdLst/>
            <a:ahLst/>
            <a:cxnLst/>
            <a:rect l="l" t="t" r="r" b="b"/>
            <a:pathLst>
              <a:path w="5715" h="2491740">
                <a:moveTo>
                  <a:pt x="5511" y="0"/>
                </a:moveTo>
                <a:lnTo>
                  <a:pt x="0" y="2491587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662552" y="1449590"/>
            <a:ext cx="5715" cy="2491740"/>
          </a:xfrm>
          <a:custGeom>
            <a:avLst/>
            <a:gdLst/>
            <a:ahLst/>
            <a:cxnLst/>
            <a:rect l="l" t="t" r="r" b="b"/>
            <a:pathLst>
              <a:path w="5715" h="2491740">
                <a:moveTo>
                  <a:pt x="5511" y="0"/>
                </a:moveTo>
                <a:lnTo>
                  <a:pt x="0" y="2491587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bg object 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053" y="2836051"/>
            <a:ext cx="480352" cy="2717523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2118" y="2907426"/>
            <a:ext cx="646638" cy="2697981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15427" y="3657874"/>
            <a:ext cx="928758" cy="2044230"/>
          </a:xfrm>
          <a:prstGeom prst="rect">
            <a:avLst/>
          </a:prstGeom>
        </p:spPr>
      </p:pic>
      <p:sp>
        <p:nvSpPr>
          <p:cNvPr id="51" name="bg object 51"/>
          <p:cNvSpPr/>
          <p:nvPr/>
        </p:nvSpPr>
        <p:spPr>
          <a:xfrm>
            <a:off x="1858086" y="1045823"/>
            <a:ext cx="53975" cy="20955"/>
          </a:xfrm>
          <a:custGeom>
            <a:avLst/>
            <a:gdLst/>
            <a:ahLst/>
            <a:cxnLst/>
            <a:rect l="l" t="t" r="r" b="b"/>
            <a:pathLst>
              <a:path w="53975" h="20955">
                <a:moveTo>
                  <a:pt x="53771" y="20459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873510" y="1342607"/>
            <a:ext cx="53975" cy="20955"/>
          </a:xfrm>
          <a:custGeom>
            <a:avLst/>
            <a:gdLst/>
            <a:ahLst/>
            <a:cxnLst/>
            <a:rect l="l" t="t" r="r" b="b"/>
            <a:pathLst>
              <a:path w="53975" h="20955">
                <a:moveTo>
                  <a:pt x="0" y="0"/>
                </a:moveTo>
                <a:lnTo>
                  <a:pt x="53759" y="20447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797850" y="884635"/>
            <a:ext cx="2637155" cy="974725"/>
          </a:xfrm>
          <a:custGeom>
            <a:avLst/>
            <a:gdLst/>
            <a:ahLst/>
            <a:cxnLst/>
            <a:rect l="l" t="t" r="r" b="b"/>
            <a:pathLst>
              <a:path w="2637154" h="974725">
                <a:moveTo>
                  <a:pt x="0" y="974369"/>
                </a:moveTo>
                <a:lnTo>
                  <a:pt x="2636926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759569" y="819416"/>
            <a:ext cx="2637155" cy="974725"/>
          </a:xfrm>
          <a:custGeom>
            <a:avLst/>
            <a:gdLst/>
            <a:ahLst/>
            <a:cxnLst/>
            <a:rect l="l" t="t" r="r" b="b"/>
            <a:pathLst>
              <a:path w="2637154" h="974725">
                <a:moveTo>
                  <a:pt x="0" y="974369"/>
                </a:moveTo>
                <a:lnTo>
                  <a:pt x="263695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888294" y="1553918"/>
            <a:ext cx="365125" cy="135255"/>
          </a:xfrm>
          <a:custGeom>
            <a:avLst/>
            <a:gdLst/>
            <a:ahLst/>
            <a:cxnLst/>
            <a:rect l="l" t="t" r="r" b="b"/>
            <a:pathLst>
              <a:path w="365125" h="135255">
                <a:moveTo>
                  <a:pt x="0" y="134670"/>
                </a:moveTo>
                <a:lnTo>
                  <a:pt x="364502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811495" y="1524674"/>
            <a:ext cx="365125" cy="135255"/>
          </a:xfrm>
          <a:custGeom>
            <a:avLst/>
            <a:gdLst/>
            <a:ahLst/>
            <a:cxnLst/>
            <a:rect l="l" t="t" r="r" b="b"/>
            <a:pathLst>
              <a:path w="365125" h="135255">
                <a:moveTo>
                  <a:pt x="364515" y="0"/>
                </a:moveTo>
                <a:lnTo>
                  <a:pt x="0" y="13467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753890" y="1502734"/>
            <a:ext cx="365125" cy="135255"/>
          </a:xfrm>
          <a:custGeom>
            <a:avLst/>
            <a:gdLst/>
            <a:ahLst/>
            <a:cxnLst/>
            <a:rect l="l" t="t" r="r" b="b"/>
            <a:pathLst>
              <a:path w="365125" h="135255">
                <a:moveTo>
                  <a:pt x="0" y="134721"/>
                </a:moveTo>
                <a:lnTo>
                  <a:pt x="364515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677076" y="1473551"/>
            <a:ext cx="365125" cy="135255"/>
          </a:xfrm>
          <a:custGeom>
            <a:avLst/>
            <a:gdLst/>
            <a:ahLst/>
            <a:cxnLst/>
            <a:rect l="l" t="t" r="r" b="b"/>
            <a:pathLst>
              <a:path w="365125" h="135255">
                <a:moveTo>
                  <a:pt x="364528" y="0"/>
                </a:moveTo>
                <a:lnTo>
                  <a:pt x="0" y="134658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619479" y="1451593"/>
            <a:ext cx="365125" cy="135255"/>
          </a:xfrm>
          <a:custGeom>
            <a:avLst/>
            <a:gdLst/>
            <a:ahLst/>
            <a:cxnLst/>
            <a:rect l="l" t="t" r="r" b="b"/>
            <a:pathLst>
              <a:path w="365125" h="135255">
                <a:moveTo>
                  <a:pt x="0" y="134658"/>
                </a:moveTo>
                <a:lnTo>
                  <a:pt x="364515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542698" y="1422343"/>
            <a:ext cx="365125" cy="135255"/>
          </a:xfrm>
          <a:custGeom>
            <a:avLst/>
            <a:gdLst/>
            <a:ahLst/>
            <a:cxnLst/>
            <a:rect l="l" t="t" r="r" b="b"/>
            <a:pathLst>
              <a:path w="365125" h="135255">
                <a:moveTo>
                  <a:pt x="364515" y="0"/>
                </a:moveTo>
                <a:lnTo>
                  <a:pt x="0" y="134734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873610" y="1199224"/>
            <a:ext cx="365125" cy="135255"/>
          </a:xfrm>
          <a:custGeom>
            <a:avLst/>
            <a:gdLst/>
            <a:ahLst/>
            <a:cxnLst/>
            <a:rect l="l" t="t" r="r" b="b"/>
            <a:pathLst>
              <a:path w="365125" h="135255">
                <a:moveTo>
                  <a:pt x="364528" y="0"/>
                </a:moveTo>
                <a:lnTo>
                  <a:pt x="0" y="134734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835210" y="1184633"/>
            <a:ext cx="364490" cy="134620"/>
          </a:xfrm>
          <a:custGeom>
            <a:avLst/>
            <a:gdLst/>
            <a:ahLst/>
            <a:cxnLst/>
            <a:rect l="l" t="t" r="r" b="b"/>
            <a:pathLst>
              <a:path w="364489" h="134619">
                <a:moveTo>
                  <a:pt x="363867" y="0"/>
                </a:moveTo>
                <a:lnTo>
                  <a:pt x="0" y="134442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1825703" y="1184347"/>
            <a:ext cx="363855" cy="134620"/>
          </a:xfrm>
          <a:custGeom>
            <a:avLst/>
            <a:gdLst/>
            <a:ahLst/>
            <a:cxnLst/>
            <a:rect l="l" t="t" r="r" b="b"/>
            <a:pathLst>
              <a:path w="363855" h="134619">
                <a:moveTo>
                  <a:pt x="363855" y="0"/>
                </a:moveTo>
                <a:lnTo>
                  <a:pt x="0" y="134442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1747149" y="1173199"/>
            <a:ext cx="356870" cy="132080"/>
          </a:xfrm>
          <a:custGeom>
            <a:avLst/>
            <a:gdLst/>
            <a:ahLst/>
            <a:cxnLst/>
            <a:rect l="l" t="t" r="r" b="b"/>
            <a:pathLst>
              <a:path w="356869" h="132080">
                <a:moveTo>
                  <a:pt x="0" y="131724"/>
                </a:moveTo>
                <a:lnTo>
                  <a:pt x="356539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1720688" y="1141013"/>
            <a:ext cx="363855" cy="134620"/>
          </a:xfrm>
          <a:custGeom>
            <a:avLst/>
            <a:gdLst/>
            <a:ahLst/>
            <a:cxnLst/>
            <a:rect l="l" t="t" r="r" b="b"/>
            <a:pathLst>
              <a:path w="363855" h="134619">
                <a:moveTo>
                  <a:pt x="0" y="134442"/>
                </a:moveTo>
                <a:lnTo>
                  <a:pt x="363855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1700819" y="1133429"/>
            <a:ext cx="363855" cy="134620"/>
          </a:xfrm>
          <a:custGeom>
            <a:avLst/>
            <a:gdLst/>
            <a:ahLst/>
            <a:cxnLst/>
            <a:rect l="l" t="t" r="r" b="b"/>
            <a:pathLst>
              <a:path w="363855" h="134619">
                <a:moveTo>
                  <a:pt x="363842" y="0"/>
                </a:moveTo>
                <a:lnTo>
                  <a:pt x="0" y="134442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1691312" y="1133144"/>
            <a:ext cx="363855" cy="134620"/>
          </a:xfrm>
          <a:custGeom>
            <a:avLst/>
            <a:gdLst/>
            <a:ahLst/>
            <a:cxnLst/>
            <a:rect l="l" t="t" r="r" b="b"/>
            <a:pathLst>
              <a:path w="363855" h="134619">
                <a:moveTo>
                  <a:pt x="363842" y="0"/>
                </a:moveTo>
                <a:lnTo>
                  <a:pt x="0" y="134442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1612738" y="1121988"/>
            <a:ext cx="356870" cy="132080"/>
          </a:xfrm>
          <a:custGeom>
            <a:avLst/>
            <a:gdLst/>
            <a:ahLst/>
            <a:cxnLst/>
            <a:rect l="l" t="t" r="r" b="b"/>
            <a:pathLst>
              <a:path w="356869" h="132080">
                <a:moveTo>
                  <a:pt x="0" y="131800"/>
                </a:moveTo>
                <a:lnTo>
                  <a:pt x="356552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1586271" y="1089878"/>
            <a:ext cx="364490" cy="134620"/>
          </a:xfrm>
          <a:custGeom>
            <a:avLst/>
            <a:gdLst/>
            <a:ahLst/>
            <a:cxnLst/>
            <a:rect l="l" t="t" r="r" b="b"/>
            <a:pathLst>
              <a:path w="364489" h="134619">
                <a:moveTo>
                  <a:pt x="0" y="134442"/>
                </a:moveTo>
                <a:lnTo>
                  <a:pt x="363867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1547235" y="1074996"/>
            <a:ext cx="365125" cy="135255"/>
          </a:xfrm>
          <a:custGeom>
            <a:avLst/>
            <a:gdLst/>
            <a:ahLst/>
            <a:cxnLst/>
            <a:rect l="l" t="t" r="r" b="b"/>
            <a:pathLst>
              <a:path w="365125" h="135255">
                <a:moveTo>
                  <a:pt x="0" y="134670"/>
                </a:moveTo>
                <a:lnTo>
                  <a:pt x="364515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722759" y="424731"/>
            <a:ext cx="2637155" cy="974725"/>
          </a:xfrm>
          <a:custGeom>
            <a:avLst/>
            <a:gdLst/>
            <a:ahLst/>
            <a:cxnLst/>
            <a:rect l="l" t="t" r="r" b="b"/>
            <a:pathLst>
              <a:path w="2637154" h="974725">
                <a:moveTo>
                  <a:pt x="0" y="974369"/>
                </a:moveTo>
                <a:lnTo>
                  <a:pt x="2636926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703727" y="424161"/>
            <a:ext cx="2637155" cy="974725"/>
          </a:xfrm>
          <a:custGeom>
            <a:avLst/>
            <a:gdLst/>
            <a:ahLst/>
            <a:cxnLst/>
            <a:rect l="l" t="t" r="r" b="b"/>
            <a:pathLst>
              <a:path w="2637154" h="974725">
                <a:moveTo>
                  <a:pt x="0" y="974369"/>
                </a:moveTo>
                <a:lnTo>
                  <a:pt x="2636926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1642896" y="3307430"/>
            <a:ext cx="8255" cy="3175"/>
          </a:xfrm>
          <a:custGeom>
            <a:avLst/>
            <a:gdLst/>
            <a:ahLst/>
            <a:cxnLst/>
            <a:rect l="l" t="t" r="r" b="b"/>
            <a:pathLst>
              <a:path w="8255" h="3175">
                <a:moveTo>
                  <a:pt x="8140" y="3149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1651035" y="3309861"/>
            <a:ext cx="2540" cy="1270"/>
          </a:xfrm>
          <a:custGeom>
            <a:avLst/>
            <a:gdLst/>
            <a:ahLst/>
            <a:cxnLst/>
            <a:rect l="l" t="t" r="r" b="b"/>
            <a:pathLst>
              <a:path w="2539" h="1270">
                <a:moveTo>
                  <a:pt x="1930" y="0"/>
                </a:moveTo>
                <a:lnTo>
                  <a:pt x="0" y="723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1652910" y="3309864"/>
            <a:ext cx="635" cy="31115"/>
          </a:xfrm>
          <a:custGeom>
            <a:avLst/>
            <a:gdLst/>
            <a:ahLst/>
            <a:cxnLst/>
            <a:rect l="l" t="t" r="r" b="b"/>
            <a:pathLst>
              <a:path w="635" h="31114">
                <a:moveTo>
                  <a:pt x="0" y="30606"/>
                </a:moveTo>
                <a:lnTo>
                  <a:pt x="5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619262" y="3297065"/>
            <a:ext cx="635" cy="48895"/>
          </a:xfrm>
          <a:custGeom>
            <a:avLst/>
            <a:gdLst/>
            <a:ahLst/>
            <a:cxnLst/>
            <a:rect l="l" t="t" r="r" b="b"/>
            <a:pathLst>
              <a:path w="634" h="48895">
                <a:moveTo>
                  <a:pt x="0" y="48844"/>
                </a:moveTo>
                <a:lnTo>
                  <a:pt x="101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617309" y="3297777"/>
            <a:ext cx="635" cy="48895"/>
          </a:xfrm>
          <a:custGeom>
            <a:avLst/>
            <a:gdLst/>
            <a:ahLst/>
            <a:cxnLst/>
            <a:rect l="l" t="t" r="r" b="b"/>
            <a:pathLst>
              <a:path w="634" h="48895">
                <a:moveTo>
                  <a:pt x="0" y="48844"/>
                </a:moveTo>
                <a:lnTo>
                  <a:pt x="114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609952" y="3310078"/>
            <a:ext cx="635" cy="34290"/>
          </a:xfrm>
          <a:custGeom>
            <a:avLst/>
            <a:gdLst/>
            <a:ahLst/>
            <a:cxnLst/>
            <a:rect l="l" t="t" r="r" b="b"/>
            <a:pathLst>
              <a:path w="634" h="34289">
                <a:moveTo>
                  <a:pt x="63" y="0"/>
                </a:moveTo>
                <a:lnTo>
                  <a:pt x="0" y="33756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628950" y="3307430"/>
            <a:ext cx="13970" cy="24765"/>
          </a:xfrm>
          <a:custGeom>
            <a:avLst/>
            <a:gdLst/>
            <a:ahLst/>
            <a:cxnLst/>
            <a:rect l="l" t="t" r="r" b="b"/>
            <a:pathLst>
              <a:path w="13969" h="24764">
                <a:moveTo>
                  <a:pt x="13944" y="0"/>
                </a:moveTo>
                <a:lnTo>
                  <a:pt x="0" y="24384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636395" y="3334180"/>
            <a:ext cx="7620" cy="3175"/>
          </a:xfrm>
          <a:custGeom>
            <a:avLst/>
            <a:gdLst/>
            <a:ahLst/>
            <a:cxnLst/>
            <a:rect l="l" t="t" r="r" b="b"/>
            <a:pathLst>
              <a:path w="7619" h="3175">
                <a:moveTo>
                  <a:pt x="7200" y="2717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652906" y="3340464"/>
            <a:ext cx="4445" cy="1905"/>
          </a:xfrm>
          <a:custGeom>
            <a:avLst/>
            <a:gdLst/>
            <a:ahLst/>
            <a:cxnLst/>
            <a:rect l="l" t="t" r="r" b="b"/>
            <a:pathLst>
              <a:path w="4444" h="1904">
                <a:moveTo>
                  <a:pt x="4127" y="1587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634458" y="3334900"/>
            <a:ext cx="9525" cy="3810"/>
          </a:xfrm>
          <a:custGeom>
            <a:avLst/>
            <a:gdLst/>
            <a:ahLst/>
            <a:cxnLst/>
            <a:rect l="l" t="t" r="r" b="b"/>
            <a:pathLst>
              <a:path w="9525" h="3810">
                <a:moveTo>
                  <a:pt x="9118" y="3505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650958" y="3341183"/>
            <a:ext cx="4445" cy="1905"/>
          </a:xfrm>
          <a:custGeom>
            <a:avLst/>
            <a:gdLst/>
            <a:ahLst/>
            <a:cxnLst/>
            <a:rect l="l" t="t" r="r" b="b"/>
            <a:pathLst>
              <a:path w="4444" h="1904">
                <a:moveTo>
                  <a:pt x="4152" y="1574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650944" y="3348910"/>
            <a:ext cx="4445" cy="1905"/>
          </a:xfrm>
          <a:custGeom>
            <a:avLst/>
            <a:gdLst/>
            <a:ahLst/>
            <a:cxnLst/>
            <a:rect l="l" t="t" r="r" b="b"/>
            <a:pathLst>
              <a:path w="4444" h="1904">
                <a:moveTo>
                  <a:pt x="0" y="0"/>
                </a:moveTo>
                <a:lnTo>
                  <a:pt x="4140" y="1574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5" name="bg object 8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0836" y="3471730"/>
            <a:ext cx="55873" cy="63447"/>
          </a:xfrm>
          <a:prstGeom prst="rect">
            <a:avLst/>
          </a:prstGeom>
        </p:spPr>
      </p:pic>
      <p:sp>
        <p:nvSpPr>
          <p:cNvPr id="86" name="bg object 86"/>
          <p:cNvSpPr/>
          <p:nvPr/>
        </p:nvSpPr>
        <p:spPr>
          <a:xfrm>
            <a:off x="1628936" y="3340544"/>
            <a:ext cx="15240" cy="5715"/>
          </a:xfrm>
          <a:custGeom>
            <a:avLst/>
            <a:gdLst/>
            <a:ahLst/>
            <a:cxnLst/>
            <a:rect l="l" t="t" r="r" b="b"/>
            <a:pathLst>
              <a:path w="15239" h="5714">
                <a:moveTo>
                  <a:pt x="0" y="0"/>
                </a:moveTo>
                <a:lnTo>
                  <a:pt x="14643" y="5499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643546" y="3356636"/>
            <a:ext cx="7620" cy="3175"/>
          </a:xfrm>
          <a:custGeom>
            <a:avLst/>
            <a:gdLst/>
            <a:ahLst/>
            <a:cxnLst/>
            <a:rect l="l" t="t" r="r" b="b"/>
            <a:pathLst>
              <a:path w="7619" h="3175">
                <a:moveTo>
                  <a:pt x="0" y="0"/>
                </a:moveTo>
                <a:lnTo>
                  <a:pt x="7378" y="2794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609948" y="3343837"/>
            <a:ext cx="7620" cy="3175"/>
          </a:xfrm>
          <a:custGeom>
            <a:avLst/>
            <a:gdLst/>
            <a:ahLst/>
            <a:cxnLst/>
            <a:rect l="l" t="t" r="r" b="b"/>
            <a:pathLst>
              <a:path w="7619" h="3175">
                <a:moveTo>
                  <a:pt x="0" y="0"/>
                </a:moveTo>
                <a:lnTo>
                  <a:pt x="7365" y="2781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1650923" y="3358708"/>
            <a:ext cx="2540" cy="1270"/>
          </a:xfrm>
          <a:custGeom>
            <a:avLst/>
            <a:gdLst/>
            <a:ahLst/>
            <a:cxnLst/>
            <a:rect l="l" t="t" r="r" b="b"/>
            <a:pathLst>
              <a:path w="2539" h="1270">
                <a:moveTo>
                  <a:pt x="1930" y="0"/>
                </a:moveTo>
                <a:lnTo>
                  <a:pt x="0" y="723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655090" y="3349772"/>
            <a:ext cx="2540" cy="1270"/>
          </a:xfrm>
          <a:custGeom>
            <a:avLst/>
            <a:gdLst/>
            <a:ahLst/>
            <a:cxnLst/>
            <a:rect l="l" t="t" r="r" b="b"/>
            <a:pathLst>
              <a:path w="2539" h="1270">
                <a:moveTo>
                  <a:pt x="1943" y="0"/>
                </a:moveTo>
                <a:lnTo>
                  <a:pt x="0" y="711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655116" y="3342052"/>
            <a:ext cx="2540" cy="1270"/>
          </a:xfrm>
          <a:custGeom>
            <a:avLst/>
            <a:gdLst/>
            <a:ahLst/>
            <a:cxnLst/>
            <a:rect l="l" t="t" r="r" b="b"/>
            <a:pathLst>
              <a:path w="2539" h="1270">
                <a:moveTo>
                  <a:pt x="1917" y="0"/>
                </a:moveTo>
                <a:lnTo>
                  <a:pt x="0" y="711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650966" y="3340470"/>
            <a:ext cx="2540" cy="1270"/>
          </a:xfrm>
          <a:custGeom>
            <a:avLst/>
            <a:gdLst/>
            <a:ahLst/>
            <a:cxnLst/>
            <a:rect l="l" t="t" r="r" b="b"/>
            <a:pathLst>
              <a:path w="2539" h="1270">
                <a:moveTo>
                  <a:pt x="1943" y="0"/>
                </a:moveTo>
                <a:lnTo>
                  <a:pt x="0" y="723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617306" y="3345909"/>
            <a:ext cx="2540" cy="1270"/>
          </a:xfrm>
          <a:custGeom>
            <a:avLst/>
            <a:gdLst/>
            <a:ahLst/>
            <a:cxnLst/>
            <a:rect l="l" t="t" r="r" b="b"/>
            <a:pathLst>
              <a:path w="2540" h="1270">
                <a:moveTo>
                  <a:pt x="1955" y="0"/>
                </a:moveTo>
                <a:lnTo>
                  <a:pt x="0" y="711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634459" y="3334181"/>
            <a:ext cx="2540" cy="1270"/>
          </a:xfrm>
          <a:custGeom>
            <a:avLst/>
            <a:gdLst/>
            <a:ahLst/>
            <a:cxnLst/>
            <a:rect l="l" t="t" r="r" b="b"/>
            <a:pathLst>
              <a:path w="2539" h="1270">
                <a:moveTo>
                  <a:pt x="1930" y="0"/>
                </a:moveTo>
                <a:lnTo>
                  <a:pt x="0" y="711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657033" y="3342050"/>
            <a:ext cx="0" cy="8255"/>
          </a:xfrm>
          <a:custGeom>
            <a:avLst/>
            <a:gdLst/>
            <a:ahLst/>
            <a:cxnLst/>
            <a:rect l="l" t="t" r="r" b="b"/>
            <a:pathLst>
              <a:path h="8254">
                <a:moveTo>
                  <a:pt x="0" y="7721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655086" y="3342763"/>
            <a:ext cx="635" cy="8255"/>
          </a:xfrm>
          <a:custGeom>
            <a:avLst/>
            <a:gdLst/>
            <a:ahLst/>
            <a:cxnLst/>
            <a:rect l="l" t="t" r="r" b="b"/>
            <a:pathLst>
              <a:path w="635" h="8254">
                <a:moveTo>
                  <a:pt x="0" y="7721"/>
                </a:moveTo>
                <a:lnTo>
                  <a:pt x="25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652854" y="3350491"/>
            <a:ext cx="635" cy="8255"/>
          </a:xfrm>
          <a:custGeom>
            <a:avLst/>
            <a:gdLst/>
            <a:ahLst/>
            <a:cxnLst/>
            <a:rect l="l" t="t" r="r" b="b"/>
            <a:pathLst>
              <a:path w="635" h="8254">
                <a:moveTo>
                  <a:pt x="0" y="8216"/>
                </a:moveTo>
                <a:lnTo>
                  <a:pt x="12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650963" y="3310582"/>
            <a:ext cx="635" cy="31115"/>
          </a:xfrm>
          <a:custGeom>
            <a:avLst/>
            <a:gdLst/>
            <a:ahLst/>
            <a:cxnLst/>
            <a:rect l="l" t="t" r="r" b="b"/>
            <a:pathLst>
              <a:path w="635" h="31114">
                <a:moveTo>
                  <a:pt x="0" y="30606"/>
                </a:moveTo>
                <a:lnTo>
                  <a:pt x="76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650925" y="3348911"/>
            <a:ext cx="635" cy="10795"/>
          </a:xfrm>
          <a:custGeom>
            <a:avLst/>
            <a:gdLst/>
            <a:ahLst/>
            <a:cxnLst/>
            <a:rect l="l" t="t" r="r" b="b"/>
            <a:pathLst>
              <a:path w="635" h="10795">
                <a:moveTo>
                  <a:pt x="0" y="10515"/>
                </a:moveTo>
                <a:lnTo>
                  <a:pt x="12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643581" y="3317805"/>
            <a:ext cx="635" cy="20955"/>
          </a:xfrm>
          <a:custGeom>
            <a:avLst/>
            <a:gdLst/>
            <a:ahLst/>
            <a:cxnLst/>
            <a:rect l="l" t="t" r="r" b="b"/>
            <a:pathLst>
              <a:path w="635" h="20954">
                <a:moveTo>
                  <a:pt x="50" y="0"/>
                </a:moveTo>
                <a:lnTo>
                  <a:pt x="0" y="20599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643551" y="3346045"/>
            <a:ext cx="635" cy="10795"/>
          </a:xfrm>
          <a:custGeom>
            <a:avLst/>
            <a:gdLst/>
            <a:ahLst/>
            <a:cxnLst/>
            <a:rect l="l" t="t" r="r" b="b"/>
            <a:pathLst>
              <a:path w="635" h="10795">
                <a:moveTo>
                  <a:pt x="25" y="0"/>
                </a:moveTo>
                <a:lnTo>
                  <a:pt x="0" y="10591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628942" y="3331819"/>
            <a:ext cx="635" cy="8890"/>
          </a:xfrm>
          <a:custGeom>
            <a:avLst/>
            <a:gdLst/>
            <a:ahLst/>
            <a:cxnLst/>
            <a:rect l="l" t="t" r="r" b="b"/>
            <a:pathLst>
              <a:path w="635" h="8889">
                <a:moveTo>
                  <a:pt x="12" y="0"/>
                </a:moveTo>
                <a:lnTo>
                  <a:pt x="0" y="8724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636389" y="3320732"/>
            <a:ext cx="7620" cy="13970"/>
          </a:xfrm>
          <a:custGeom>
            <a:avLst/>
            <a:gdLst/>
            <a:ahLst/>
            <a:cxnLst/>
            <a:rect l="l" t="t" r="r" b="b"/>
            <a:pathLst>
              <a:path w="7619" h="13970">
                <a:moveTo>
                  <a:pt x="0" y="13449"/>
                </a:moveTo>
                <a:lnTo>
                  <a:pt x="7238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634455" y="3317801"/>
            <a:ext cx="9525" cy="17145"/>
          </a:xfrm>
          <a:custGeom>
            <a:avLst/>
            <a:gdLst/>
            <a:ahLst/>
            <a:cxnLst/>
            <a:rect l="l" t="t" r="r" b="b"/>
            <a:pathLst>
              <a:path w="9525" h="17145">
                <a:moveTo>
                  <a:pt x="0" y="17094"/>
                </a:moveTo>
                <a:lnTo>
                  <a:pt x="9182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607144" y="3301142"/>
            <a:ext cx="1270" cy="635"/>
          </a:xfrm>
          <a:custGeom>
            <a:avLst/>
            <a:gdLst/>
            <a:ahLst/>
            <a:cxnLst/>
            <a:rect l="l" t="t" r="r" b="b"/>
            <a:pathLst>
              <a:path w="1269" h="635">
                <a:moveTo>
                  <a:pt x="1104" y="0"/>
                </a:moveTo>
                <a:lnTo>
                  <a:pt x="749" y="76"/>
                </a:lnTo>
                <a:lnTo>
                  <a:pt x="368" y="139"/>
                </a:lnTo>
                <a:lnTo>
                  <a:pt x="0" y="279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608246" y="3299994"/>
            <a:ext cx="1905" cy="1270"/>
          </a:xfrm>
          <a:custGeom>
            <a:avLst/>
            <a:gdLst/>
            <a:ahLst/>
            <a:cxnLst/>
            <a:rect l="l" t="t" r="r" b="b"/>
            <a:pathLst>
              <a:path w="1905" h="1270">
                <a:moveTo>
                  <a:pt x="1714" y="0"/>
                </a:moveTo>
                <a:lnTo>
                  <a:pt x="1308" y="355"/>
                </a:lnTo>
                <a:lnTo>
                  <a:pt x="914" y="723"/>
                </a:lnTo>
                <a:lnTo>
                  <a:pt x="444" y="927"/>
                </a:lnTo>
                <a:lnTo>
                  <a:pt x="165" y="1066"/>
                </a:lnTo>
                <a:lnTo>
                  <a:pt x="0" y="1143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609966" y="3299635"/>
            <a:ext cx="635" cy="635"/>
          </a:xfrm>
          <a:custGeom>
            <a:avLst/>
            <a:gdLst/>
            <a:ahLst/>
            <a:cxnLst/>
            <a:rect l="l" t="t" r="r" b="b"/>
            <a:pathLst>
              <a:path w="634" h="635">
                <a:moveTo>
                  <a:pt x="266" y="0"/>
                </a:moveTo>
                <a:lnTo>
                  <a:pt x="177" y="139"/>
                </a:lnTo>
                <a:lnTo>
                  <a:pt x="88" y="279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610236" y="3295567"/>
            <a:ext cx="1905" cy="4445"/>
          </a:xfrm>
          <a:custGeom>
            <a:avLst/>
            <a:gdLst/>
            <a:ahLst/>
            <a:cxnLst/>
            <a:rect l="l" t="t" r="r" b="b"/>
            <a:pathLst>
              <a:path w="1905" h="4445">
                <a:moveTo>
                  <a:pt x="1422" y="0"/>
                </a:moveTo>
                <a:lnTo>
                  <a:pt x="1320" y="495"/>
                </a:lnTo>
                <a:lnTo>
                  <a:pt x="1219" y="1003"/>
                </a:lnTo>
                <a:lnTo>
                  <a:pt x="1092" y="1498"/>
                </a:lnTo>
                <a:lnTo>
                  <a:pt x="228" y="3708"/>
                </a:lnTo>
                <a:lnTo>
                  <a:pt x="177" y="3860"/>
                </a:lnTo>
                <a:lnTo>
                  <a:pt x="88" y="400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613589" y="3294846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39">
                <a:moveTo>
                  <a:pt x="5778" y="2222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644837" y="3306724"/>
            <a:ext cx="8255" cy="3175"/>
          </a:xfrm>
          <a:custGeom>
            <a:avLst/>
            <a:gdLst/>
            <a:ahLst/>
            <a:cxnLst/>
            <a:rect l="l" t="t" r="r" b="b"/>
            <a:pathLst>
              <a:path w="8255" h="3175">
                <a:moveTo>
                  <a:pt x="8127" y="3136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611655" y="3295565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39">
                <a:moveTo>
                  <a:pt x="5765" y="2209"/>
                </a:move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601402" y="3306866"/>
            <a:ext cx="8890" cy="3810"/>
          </a:xfrm>
          <a:custGeom>
            <a:avLst/>
            <a:gdLst/>
            <a:ahLst/>
            <a:cxnLst/>
            <a:rect l="l" t="t" r="r" b="b"/>
            <a:pathLst>
              <a:path w="8890" h="3810">
                <a:moveTo>
                  <a:pt x="0" y="0"/>
                </a:moveTo>
                <a:lnTo>
                  <a:pt x="8610" y="3213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603371" y="3299355"/>
            <a:ext cx="1270" cy="635"/>
          </a:xfrm>
          <a:custGeom>
            <a:avLst/>
            <a:gdLst/>
            <a:ahLst/>
            <a:cxnLst/>
            <a:rect l="l" t="t" r="r" b="b"/>
            <a:pathLst>
              <a:path w="1269" h="635">
                <a:moveTo>
                  <a:pt x="711" y="279"/>
                </a:moveTo>
                <a:lnTo>
                  <a:pt x="457" y="215"/>
                </a:lnTo>
                <a:lnTo>
                  <a:pt x="228" y="139"/>
                </a:ln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604084" y="3299636"/>
            <a:ext cx="1270" cy="635"/>
          </a:xfrm>
          <a:custGeom>
            <a:avLst/>
            <a:gdLst/>
            <a:ahLst/>
            <a:cxnLst/>
            <a:rect l="l" t="t" r="r" b="b"/>
            <a:pathLst>
              <a:path w="1269" h="635">
                <a:moveTo>
                  <a:pt x="673" y="215"/>
                </a:moveTo>
                <a:lnTo>
                  <a:pt x="444" y="139"/>
                </a:lnTo>
                <a:lnTo>
                  <a:pt x="215" y="76"/>
                </a:ln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604755" y="3299851"/>
            <a:ext cx="2540" cy="635"/>
          </a:xfrm>
          <a:custGeom>
            <a:avLst/>
            <a:gdLst/>
            <a:ahLst/>
            <a:cxnLst/>
            <a:rect l="l" t="t" r="r" b="b"/>
            <a:pathLst>
              <a:path w="2540" h="635">
                <a:moveTo>
                  <a:pt x="1955" y="571"/>
                </a:moveTo>
                <a:lnTo>
                  <a:pt x="1473" y="507"/>
                </a:lnTo>
                <a:lnTo>
                  <a:pt x="952" y="355"/>
                </a:lnTo>
                <a:lnTo>
                  <a:pt x="457" y="139"/>
                </a:lnTo>
                <a:lnTo>
                  <a:pt x="317" y="139"/>
                </a:lnTo>
                <a:lnTo>
                  <a:pt x="152" y="63"/>
                </a:ln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6" name="bg object 1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1608" y="3117593"/>
            <a:ext cx="55523" cy="63516"/>
          </a:xfrm>
          <a:prstGeom prst="rect">
            <a:avLst/>
          </a:prstGeom>
        </p:spPr>
      </p:pic>
      <p:sp>
        <p:nvSpPr>
          <p:cNvPr id="117" name="bg object 117"/>
          <p:cNvSpPr/>
          <p:nvPr/>
        </p:nvSpPr>
        <p:spPr>
          <a:xfrm>
            <a:off x="1601411" y="3300076"/>
            <a:ext cx="6350" cy="1905"/>
          </a:xfrm>
          <a:custGeom>
            <a:avLst/>
            <a:gdLst/>
            <a:ahLst/>
            <a:cxnLst/>
            <a:rect l="l" t="t" r="r" b="b"/>
            <a:pathLst>
              <a:path w="6350" h="1904">
                <a:moveTo>
                  <a:pt x="5727" y="1346"/>
                </a:moveTo>
                <a:lnTo>
                  <a:pt x="4724" y="1346"/>
                </a:lnTo>
                <a:lnTo>
                  <a:pt x="4305" y="1282"/>
                </a:lnTo>
                <a:lnTo>
                  <a:pt x="3848" y="1206"/>
                </a:lnTo>
                <a:lnTo>
                  <a:pt x="3441" y="1142"/>
                </a:lnTo>
                <a:lnTo>
                  <a:pt x="2895" y="990"/>
                </a:lnTo>
                <a:lnTo>
                  <a:pt x="2387" y="850"/>
                </a:lnTo>
                <a:lnTo>
                  <a:pt x="1866" y="634"/>
                </a:lnTo>
                <a:lnTo>
                  <a:pt x="1244" y="495"/>
                </a:lnTo>
                <a:lnTo>
                  <a:pt x="634" y="279"/>
                </a:lnTo>
                <a:lnTo>
                  <a:pt x="0" y="0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642898" y="3306723"/>
            <a:ext cx="2540" cy="1270"/>
          </a:xfrm>
          <a:custGeom>
            <a:avLst/>
            <a:gdLst/>
            <a:ahLst/>
            <a:cxnLst/>
            <a:rect l="l" t="t" r="r" b="b"/>
            <a:pathLst>
              <a:path w="2539" h="1270">
                <a:moveTo>
                  <a:pt x="1943" y="0"/>
                </a:moveTo>
                <a:lnTo>
                  <a:pt x="0" y="711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617424" y="3297068"/>
            <a:ext cx="2540" cy="1270"/>
          </a:xfrm>
          <a:custGeom>
            <a:avLst/>
            <a:gdLst/>
            <a:ahLst/>
            <a:cxnLst/>
            <a:rect l="l" t="t" r="r" b="b"/>
            <a:pathLst>
              <a:path w="2540" h="1270">
                <a:moveTo>
                  <a:pt x="1943" y="0"/>
                </a:moveTo>
                <a:lnTo>
                  <a:pt x="0" y="711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607145" y="3301000"/>
            <a:ext cx="1270" cy="635"/>
          </a:xfrm>
          <a:custGeom>
            <a:avLst/>
            <a:gdLst/>
            <a:ahLst/>
            <a:cxnLst/>
            <a:rect l="l" t="t" r="r" b="b"/>
            <a:pathLst>
              <a:path w="1269" h="635">
                <a:moveTo>
                  <a:pt x="1054" y="0"/>
                </a:moveTo>
                <a:lnTo>
                  <a:pt x="0" y="419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601412" y="3299357"/>
            <a:ext cx="2540" cy="1270"/>
          </a:xfrm>
          <a:custGeom>
            <a:avLst/>
            <a:gdLst/>
            <a:ahLst/>
            <a:cxnLst/>
            <a:rect l="l" t="t" r="r" b="b"/>
            <a:pathLst>
              <a:path w="2540" h="1270">
                <a:moveTo>
                  <a:pt x="1955" y="0"/>
                </a:moveTo>
                <a:lnTo>
                  <a:pt x="0" y="711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611664" y="3294848"/>
            <a:ext cx="2540" cy="1270"/>
          </a:xfrm>
          <a:custGeom>
            <a:avLst/>
            <a:gdLst/>
            <a:ahLst/>
            <a:cxnLst/>
            <a:rect l="l" t="t" r="r" b="b"/>
            <a:pathLst>
              <a:path w="2540" h="1270">
                <a:moveTo>
                  <a:pt x="1930" y="0"/>
                </a:moveTo>
                <a:lnTo>
                  <a:pt x="0" y="723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601402" y="3300069"/>
            <a:ext cx="635" cy="6985"/>
          </a:xfrm>
          <a:custGeom>
            <a:avLst/>
            <a:gdLst/>
            <a:ahLst/>
            <a:cxnLst/>
            <a:rect l="l" t="t" r="r" b="b"/>
            <a:pathLst>
              <a:path w="634" h="6985">
                <a:moveTo>
                  <a:pt x="12" y="0"/>
                </a:moveTo>
                <a:lnTo>
                  <a:pt x="0" y="6794"/>
                </a:lnTo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4" name="bg object 1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7881" y="420471"/>
            <a:ext cx="3783237" cy="3205380"/>
          </a:xfrm>
          <a:prstGeom prst="rect">
            <a:avLst/>
          </a:prstGeom>
        </p:spPr>
      </p:pic>
      <p:sp>
        <p:nvSpPr>
          <p:cNvPr id="125" name="bg object 125"/>
          <p:cNvSpPr/>
          <p:nvPr/>
        </p:nvSpPr>
        <p:spPr>
          <a:xfrm>
            <a:off x="12" y="5543994"/>
            <a:ext cx="7560309" cy="5148580"/>
          </a:xfrm>
          <a:custGeom>
            <a:avLst/>
            <a:gdLst/>
            <a:ahLst/>
            <a:cxnLst/>
            <a:rect l="l" t="t" r="r" b="b"/>
            <a:pathLst>
              <a:path w="7560309" h="5148580">
                <a:moveTo>
                  <a:pt x="7559992" y="0"/>
                </a:moveTo>
                <a:lnTo>
                  <a:pt x="0" y="0"/>
                </a:lnTo>
                <a:lnTo>
                  <a:pt x="0" y="5148008"/>
                </a:lnTo>
                <a:lnTo>
                  <a:pt x="7559992" y="5148008"/>
                </a:lnTo>
                <a:lnTo>
                  <a:pt x="7559992" y="0"/>
                </a:lnTo>
                <a:close/>
              </a:path>
            </a:pathLst>
          </a:custGeom>
          <a:solidFill>
            <a:srgbClr val="B3AF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6809C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6F70"/>
                </a:solidFill>
                <a:latin typeface="Malgun Gothic"/>
                <a:cs typeface="Malgun Gothic"/>
              </a:defRPr>
            </a:lvl1pPr>
          </a:lstStyle>
          <a:p>
            <a:pPr marL="48895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6809C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6F70"/>
                </a:solidFill>
                <a:latin typeface="Malgun Gothic"/>
                <a:cs typeface="Malgun Gothic"/>
              </a:defRPr>
            </a:lvl1pPr>
          </a:lstStyle>
          <a:p>
            <a:pPr marL="48895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6809C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6F70"/>
                </a:solidFill>
                <a:latin typeface="Malgun Gothic"/>
                <a:cs typeface="Malgun Gothic"/>
              </a:defRPr>
            </a:lvl1pPr>
          </a:lstStyle>
          <a:p>
            <a:pPr marL="48895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6F70"/>
                </a:solidFill>
                <a:latin typeface="Malgun Gothic"/>
                <a:cs typeface="Malgun Gothic"/>
              </a:defRPr>
            </a:lvl1pPr>
          </a:lstStyle>
          <a:p>
            <a:pPr marL="48895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52298" y="2801756"/>
            <a:ext cx="109601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66809C"/>
                </a:solidFill>
                <a:latin typeface="Nirmala UI"/>
                <a:cs typeface="Nirmala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0735" y="10286466"/>
            <a:ext cx="195579" cy="149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706F70"/>
                </a:solidFill>
                <a:latin typeface="Malgun Gothic"/>
                <a:cs typeface="Malgun Gothic"/>
              </a:defRPr>
            </a:lvl1pPr>
          </a:lstStyle>
          <a:p>
            <a:pPr marL="48895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mcoline.co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://www.temcoline.com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52702" y="9235719"/>
            <a:ext cx="20053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220" dirty="0">
                <a:solidFill>
                  <a:srgbClr val="FFFFFF"/>
                </a:solidFill>
                <a:latin typeface="Arial"/>
                <a:cs typeface="Arial"/>
              </a:rPr>
              <a:t>M74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65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9733" y="6154077"/>
            <a:ext cx="3886597" cy="329928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052986" y="2177999"/>
            <a:ext cx="116205" cy="97790"/>
          </a:xfrm>
          <a:custGeom>
            <a:avLst/>
            <a:gdLst/>
            <a:ahLst/>
            <a:cxnLst/>
            <a:rect l="l" t="t" r="r" b="b"/>
            <a:pathLst>
              <a:path w="116204" h="97789">
                <a:moveTo>
                  <a:pt x="116204" y="0"/>
                </a:moveTo>
                <a:lnTo>
                  <a:pt x="0" y="0"/>
                </a:lnTo>
                <a:lnTo>
                  <a:pt x="0" y="97358"/>
                </a:lnTo>
                <a:lnTo>
                  <a:pt x="116204" y="97358"/>
                </a:lnTo>
                <a:lnTo>
                  <a:pt x="116204" y="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58200" y="2179053"/>
            <a:ext cx="4095115" cy="534035"/>
          </a:xfrm>
          <a:custGeom>
            <a:avLst/>
            <a:gdLst/>
            <a:ahLst/>
            <a:cxnLst/>
            <a:rect l="l" t="t" r="r" b="b"/>
            <a:pathLst>
              <a:path w="4095115" h="534035">
                <a:moveTo>
                  <a:pt x="443318" y="0"/>
                </a:moveTo>
                <a:lnTo>
                  <a:pt x="0" y="0"/>
                </a:lnTo>
                <a:lnTo>
                  <a:pt x="0" y="105410"/>
                </a:lnTo>
                <a:lnTo>
                  <a:pt x="151498" y="105410"/>
                </a:lnTo>
                <a:lnTo>
                  <a:pt x="151498" y="533400"/>
                </a:lnTo>
                <a:lnTo>
                  <a:pt x="290639" y="533400"/>
                </a:lnTo>
                <a:lnTo>
                  <a:pt x="290639" y="105410"/>
                </a:lnTo>
                <a:lnTo>
                  <a:pt x="443318" y="105410"/>
                </a:lnTo>
                <a:lnTo>
                  <a:pt x="443318" y="0"/>
                </a:lnTo>
                <a:close/>
              </a:path>
              <a:path w="4095115" h="534035">
                <a:moveTo>
                  <a:pt x="3010992" y="153873"/>
                </a:moveTo>
                <a:lnTo>
                  <a:pt x="2894787" y="153873"/>
                </a:lnTo>
                <a:lnTo>
                  <a:pt x="2894787" y="533844"/>
                </a:lnTo>
                <a:lnTo>
                  <a:pt x="3010992" y="533844"/>
                </a:lnTo>
                <a:lnTo>
                  <a:pt x="3010992" y="153873"/>
                </a:lnTo>
                <a:close/>
              </a:path>
              <a:path w="4095115" h="534035">
                <a:moveTo>
                  <a:pt x="4094569" y="55257"/>
                </a:moveTo>
                <a:lnTo>
                  <a:pt x="3997121" y="55257"/>
                </a:lnTo>
                <a:lnTo>
                  <a:pt x="3997121" y="79387"/>
                </a:lnTo>
                <a:lnTo>
                  <a:pt x="4033697" y="79387"/>
                </a:lnTo>
                <a:lnTo>
                  <a:pt x="4033697" y="151777"/>
                </a:lnTo>
                <a:lnTo>
                  <a:pt x="4057269" y="151777"/>
                </a:lnTo>
                <a:lnTo>
                  <a:pt x="4057269" y="79387"/>
                </a:lnTo>
                <a:lnTo>
                  <a:pt x="4094569" y="79387"/>
                </a:lnTo>
                <a:lnTo>
                  <a:pt x="4094569" y="55257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M74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60699" y="2846709"/>
            <a:ext cx="2372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25" dirty="0">
                <a:solidFill>
                  <a:srgbClr val="292526"/>
                </a:solidFill>
                <a:latin typeface="Malgun Gothic"/>
                <a:cs typeface="Malgun Gothic"/>
              </a:rPr>
              <a:t>Communication</a:t>
            </a:r>
            <a:endParaRPr sz="25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60699" y="3163891"/>
            <a:ext cx="12471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55" dirty="0">
                <a:solidFill>
                  <a:srgbClr val="292526"/>
                </a:solidFill>
                <a:latin typeface="Malgun Gothic"/>
                <a:cs typeface="Malgun Gothic"/>
              </a:rPr>
              <a:t>Protocol</a:t>
            </a:r>
            <a:endParaRPr sz="25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44584" y="3338120"/>
            <a:ext cx="1502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solidFill>
                  <a:srgbClr val="BCBEC0"/>
                </a:solidFill>
                <a:latin typeface="Malgun Gothic"/>
                <a:cs typeface="Malgun Gothic"/>
                <a:hlinkClick r:id="rId3"/>
              </a:rPr>
              <a:t>www.temcoline.com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33003" y="2185687"/>
            <a:ext cx="5427345" cy="621030"/>
            <a:chOff x="2133003" y="2185687"/>
            <a:chExt cx="5427345" cy="621030"/>
          </a:xfrm>
        </p:grpSpPr>
        <p:sp>
          <p:nvSpPr>
            <p:cNvPr id="11" name="object 11"/>
            <p:cNvSpPr/>
            <p:nvPr/>
          </p:nvSpPr>
          <p:spPr>
            <a:xfrm>
              <a:off x="2512047" y="2355570"/>
              <a:ext cx="3616960" cy="360045"/>
            </a:xfrm>
            <a:custGeom>
              <a:avLst/>
              <a:gdLst/>
              <a:ahLst/>
              <a:cxnLst/>
              <a:rect l="l" t="t" r="r" b="b"/>
              <a:pathLst>
                <a:path w="3616960" h="360044">
                  <a:moveTo>
                    <a:pt x="427050" y="68059"/>
                  </a:moveTo>
                  <a:lnTo>
                    <a:pt x="424967" y="35102"/>
                  </a:lnTo>
                  <a:lnTo>
                    <a:pt x="417398" y="17018"/>
                  </a:lnTo>
                  <a:lnTo>
                    <a:pt x="398119" y="7442"/>
                  </a:lnTo>
                  <a:lnTo>
                    <a:pt x="360946" y="0"/>
                  </a:lnTo>
                  <a:lnTo>
                    <a:pt x="300558" y="0"/>
                  </a:lnTo>
                  <a:lnTo>
                    <a:pt x="300558" y="90690"/>
                  </a:lnTo>
                  <a:lnTo>
                    <a:pt x="300558" y="130378"/>
                  </a:lnTo>
                  <a:lnTo>
                    <a:pt x="128485" y="130378"/>
                  </a:lnTo>
                  <a:lnTo>
                    <a:pt x="128485" y="90690"/>
                  </a:lnTo>
                  <a:lnTo>
                    <a:pt x="300558" y="90690"/>
                  </a:lnTo>
                  <a:lnTo>
                    <a:pt x="300558" y="0"/>
                  </a:lnTo>
                  <a:lnTo>
                    <a:pt x="71805" y="0"/>
                  </a:lnTo>
                  <a:lnTo>
                    <a:pt x="30289" y="2692"/>
                  </a:lnTo>
                  <a:lnTo>
                    <a:pt x="8978" y="11607"/>
                  </a:lnTo>
                  <a:lnTo>
                    <a:pt x="1117" y="33972"/>
                  </a:lnTo>
                  <a:lnTo>
                    <a:pt x="0" y="77000"/>
                  </a:lnTo>
                  <a:lnTo>
                    <a:pt x="0" y="295516"/>
                  </a:lnTo>
                  <a:lnTo>
                    <a:pt x="6794" y="332663"/>
                  </a:lnTo>
                  <a:lnTo>
                    <a:pt x="16535" y="351739"/>
                  </a:lnTo>
                  <a:lnTo>
                    <a:pt x="35966" y="358762"/>
                  </a:lnTo>
                  <a:lnTo>
                    <a:pt x="71805" y="359765"/>
                  </a:lnTo>
                  <a:lnTo>
                    <a:pt x="426961" y="359765"/>
                  </a:lnTo>
                  <a:lnTo>
                    <a:pt x="426961" y="282295"/>
                  </a:lnTo>
                  <a:lnTo>
                    <a:pt x="127977" y="282295"/>
                  </a:lnTo>
                  <a:lnTo>
                    <a:pt x="127977" y="211023"/>
                  </a:lnTo>
                  <a:lnTo>
                    <a:pt x="427050" y="210578"/>
                  </a:lnTo>
                  <a:lnTo>
                    <a:pt x="427050" y="130378"/>
                  </a:lnTo>
                  <a:lnTo>
                    <a:pt x="427050" y="90690"/>
                  </a:lnTo>
                  <a:lnTo>
                    <a:pt x="427050" y="68059"/>
                  </a:lnTo>
                  <a:close/>
                </a:path>
                <a:path w="3616960" h="360044">
                  <a:moveTo>
                    <a:pt x="3616845" y="68059"/>
                  </a:moveTo>
                  <a:lnTo>
                    <a:pt x="3614763" y="35102"/>
                  </a:lnTo>
                  <a:lnTo>
                    <a:pt x="3607193" y="17018"/>
                  </a:lnTo>
                  <a:lnTo>
                    <a:pt x="3587915" y="7442"/>
                  </a:lnTo>
                  <a:lnTo>
                    <a:pt x="3550755" y="0"/>
                  </a:lnTo>
                  <a:lnTo>
                    <a:pt x="3490366" y="0"/>
                  </a:lnTo>
                  <a:lnTo>
                    <a:pt x="3490366" y="90690"/>
                  </a:lnTo>
                  <a:lnTo>
                    <a:pt x="3490366" y="130378"/>
                  </a:lnTo>
                  <a:lnTo>
                    <a:pt x="3318294" y="130378"/>
                  </a:lnTo>
                  <a:lnTo>
                    <a:pt x="3318294" y="90690"/>
                  </a:lnTo>
                  <a:lnTo>
                    <a:pt x="3490366" y="90690"/>
                  </a:lnTo>
                  <a:lnTo>
                    <a:pt x="3490366" y="0"/>
                  </a:lnTo>
                  <a:lnTo>
                    <a:pt x="3261601" y="0"/>
                  </a:lnTo>
                  <a:lnTo>
                    <a:pt x="3220085" y="2692"/>
                  </a:lnTo>
                  <a:lnTo>
                    <a:pt x="3198774" y="11607"/>
                  </a:lnTo>
                  <a:lnTo>
                    <a:pt x="3190913" y="33972"/>
                  </a:lnTo>
                  <a:lnTo>
                    <a:pt x="3189795" y="77000"/>
                  </a:lnTo>
                  <a:lnTo>
                    <a:pt x="3189795" y="295516"/>
                  </a:lnTo>
                  <a:lnTo>
                    <a:pt x="3196590" y="332663"/>
                  </a:lnTo>
                  <a:lnTo>
                    <a:pt x="3206343" y="351739"/>
                  </a:lnTo>
                  <a:lnTo>
                    <a:pt x="3225762" y="358762"/>
                  </a:lnTo>
                  <a:lnTo>
                    <a:pt x="3261601" y="359765"/>
                  </a:lnTo>
                  <a:lnTo>
                    <a:pt x="3616756" y="359765"/>
                  </a:lnTo>
                  <a:lnTo>
                    <a:pt x="3616756" y="282295"/>
                  </a:lnTo>
                  <a:lnTo>
                    <a:pt x="3317786" y="282295"/>
                  </a:lnTo>
                  <a:lnTo>
                    <a:pt x="3317786" y="211023"/>
                  </a:lnTo>
                  <a:lnTo>
                    <a:pt x="3616845" y="210578"/>
                  </a:lnTo>
                  <a:lnTo>
                    <a:pt x="3616845" y="130378"/>
                  </a:lnTo>
                  <a:lnTo>
                    <a:pt x="3616845" y="90690"/>
                  </a:lnTo>
                  <a:lnTo>
                    <a:pt x="3616845" y="68059"/>
                  </a:lnTo>
                  <a:close/>
                </a:path>
              </a:pathLst>
            </a:custGeom>
            <a:solidFill>
              <a:srgbClr val="2947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60736" y="2233933"/>
              <a:ext cx="114706" cy="9701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33003" y="2185695"/>
              <a:ext cx="5427345" cy="621030"/>
            </a:xfrm>
            <a:custGeom>
              <a:avLst/>
              <a:gdLst/>
              <a:ahLst/>
              <a:cxnLst/>
              <a:rect l="l" t="t" r="r" b="b"/>
              <a:pathLst>
                <a:path w="5427345" h="621030">
                  <a:moveTo>
                    <a:pt x="1518335" y="210972"/>
                  </a:moveTo>
                  <a:lnTo>
                    <a:pt x="1511579" y="189903"/>
                  </a:lnTo>
                  <a:lnTo>
                    <a:pt x="1490446" y="180009"/>
                  </a:lnTo>
                  <a:lnTo>
                    <a:pt x="1448485" y="174129"/>
                  </a:lnTo>
                  <a:lnTo>
                    <a:pt x="1246708" y="174129"/>
                  </a:lnTo>
                  <a:lnTo>
                    <a:pt x="1224991" y="187579"/>
                  </a:lnTo>
                  <a:lnTo>
                    <a:pt x="1183932" y="172161"/>
                  </a:lnTo>
                  <a:lnTo>
                    <a:pt x="1007681" y="172161"/>
                  </a:lnTo>
                  <a:lnTo>
                    <a:pt x="982179" y="187858"/>
                  </a:lnTo>
                  <a:lnTo>
                    <a:pt x="982179" y="160388"/>
                  </a:lnTo>
                  <a:lnTo>
                    <a:pt x="860564" y="160388"/>
                  </a:lnTo>
                  <a:lnTo>
                    <a:pt x="860564" y="172161"/>
                  </a:lnTo>
                  <a:lnTo>
                    <a:pt x="860564" y="530860"/>
                  </a:lnTo>
                  <a:lnTo>
                    <a:pt x="972375" y="530860"/>
                  </a:lnTo>
                  <a:lnTo>
                    <a:pt x="972375" y="256514"/>
                  </a:lnTo>
                  <a:lnTo>
                    <a:pt x="1123137" y="256514"/>
                  </a:lnTo>
                  <a:lnTo>
                    <a:pt x="1123137" y="530860"/>
                  </a:lnTo>
                  <a:lnTo>
                    <a:pt x="1246708" y="530860"/>
                  </a:lnTo>
                  <a:lnTo>
                    <a:pt x="1246708" y="260426"/>
                  </a:lnTo>
                  <a:lnTo>
                    <a:pt x="1397469" y="260426"/>
                  </a:lnTo>
                  <a:lnTo>
                    <a:pt x="1397469" y="530860"/>
                  </a:lnTo>
                  <a:lnTo>
                    <a:pt x="1517129" y="530860"/>
                  </a:lnTo>
                  <a:lnTo>
                    <a:pt x="1517129" y="250342"/>
                  </a:lnTo>
                  <a:lnTo>
                    <a:pt x="1518335" y="210972"/>
                  </a:lnTo>
                  <a:close/>
                </a:path>
                <a:path w="5427345" h="621030">
                  <a:moveTo>
                    <a:pt x="1941131" y="169468"/>
                  </a:moveTo>
                  <a:lnTo>
                    <a:pt x="1637931" y="169481"/>
                  </a:lnTo>
                  <a:lnTo>
                    <a:pt x="1581975" y="187528"/>
                  </a:lnTo>
                  <a:lnTo>
                    <a:pt x="1574304" y="239483"/>
                  </a:lnTo>
                  <a:lnTo>
                    <a:pt x="1574304" y="455155"/>
                  </a:lnTo>
                  <a:lnTo>
                    <a:pt x="1575435" y="497281"/>
                  </a:lnTo>
                  <a:lnTo>
                    <a:pt x="1583372" y="519074"/>
                  </a:lnTo>
                  <a:lnTo>
                    <a:pt x="1604924" y="527532"/>
                  </a:lnTo>
                  <a:lnTo>
                    <a:pt x="1646885" y="529628"/>
                  </a:lnTo>
                  <a:lnTo>
                    <a:pt x="1939175" y="529628"/>
                  </a:lnTo>
                  <a:lnTo>
                    <a:pt x="1939175" y="451154"/>
                  </a:lnTo>
                  <a:lnTo>
                    <a:pt x="1705737" y="451154"/>
                  </a:lnTo>
                  <a:lnTo>
                    <a:pt x="1705737" y="238125"/>
                  </a:lnTo>
                  <a:lnTo>
                    <a:pt x="1941131" y="238125"/>
                  </a:lnTo>
                  <a:lnTo>
                    <a:pt x="1941131" y="169468"/>
                  </a:lnTo>
                  <a:close/>
                </a:path>
                <a:path w="5427345" h="621030">
                  <a:moveTo>
                    <a:pt x="2412974" y="240271"/>
                  </a:moveTo>
                  <a:lnTo>
                    <a:pt x="2401443" y="201282"/>
                  </a:lnTo>
                  <a:lnTo>
                    <a:pt x="2376068" y="179832"/>
                  </a:lnTo>
                  <a:lnTo>
                    <a:pt x="2350706" y="170764"/>
                  </a:lnTo>
                  <a:lnTo>
                    <a:pt x="2339175" y="168884"/>
                  </a:lnTo>
                  <a:lnTo>
                    <a:pt x="2285161" y="168897"/>
                  </a:lnTo>
                  <a:lnTo>
                    <a:pt x="2285161" y="252310"/>
                  </a:lnTo>
                  <a:lnTo>
                    <a:pt x="2285161" y="449605"/>
                  </a:lnTo>
                  <a:lnTo>
                    <a:pt x="2102497" y="449605"/>
                  </a:lnTo>
                  <a:lnTo>
                    <a:pt x="2102497" y="252310"/>
                  </a:lnTo>
                  <a:lnTo>
                    <a:pt x="2285161" y="252310"/>
                  </a:lnTo>
                  <a:lnTo>
                    <a:pt x="2285161" y="168897"/>
                  </a:lnTo>
                  <a:lnTo>
                    <a:pt x="2054593" y="168922"/>
                  </a:lnTo>
                  <a:lnTo>
                    <a:pt x="2013877" y="181825"/>
                  </a:lnTo>
                  <a:lnTo>
                    <a:pt x="1983536" y="230111"/>
                  </a:lnTo>
                  <a:lnTo>
                    <a:pt x="1981746" y="458533"/>
                  </a:lnTo>
                  <a:lnTo>
                    <a:pt x="1993049" y="495160"/>
                  </a:lnTo>
                  <a:lnTo>
                    <a:pt x="2012010" y="516509"/>
                  </a:lnTo>
                  <a:lnTo>
                    <a:pt x="2029828" y="526453"/>
                  </a:lnTo>
                  <a:lnTo>
                    <a:pt x="2037727" y="528904"/>
                  </a:lnTo>
                  <a:lnTo>
                    <a:pt x="2351392" y="528789"/>
                  </a:lnTo>
                  <a:lnTo>
                    <a:pt x="2382507" y="516191"/>
                  </a:lnTo>
                  <a:lnTo>
                    <a:pt x="2401239" y="494360"/>
                  </a:lnTo>
                  <a:lnTo>
                    <a:pt x="2410409" y="473646"/>
                  </a:lnTo>
                  <a:lnTo>
                    <a:pt x="2412835" y="464439"/>
                  </a:lnTo>
                  <a:lnTo>
                    <a:pt x="2412835" y="449605"/>
                  </a:lnTo>
                  <a:lnTo>
                    <a:pt x="2412962" y="252310"/>
                  </a:lnTo>
                  <a:lnTo>
                    <a:pt x="2412974" y="240271"/>
                  </a:lnTo>
                  <a:close/>
                </a:path>
                <a:path w="5427345" h="621030">
                  <a:moveTo>
                    <a:pt x="2868980" y="411480"/>
                  </a:moveTo>
                  <a:lnTo>
                    <a:pt x="2584577" y="411480"/>
                  </a:lnTo>
                  <a:lnTo>
                    <a:pt x="2584577" y="0"/>
                  </a:lnTo>
                  <a:lnTo>
                    <a:pt x="2459012" y="0"/>
                  </a:lnTo>
                  <a:lnTo>
                    <a:pt x="2459012" y="411480"/>
                  </a:lnTo>
                  <a:lnTo>
                    <a:pt x="2459012" y="528320"/>
                  </a:lnTo>
                  <a:lnTo>
                    <a:pt x="2868980" y="528320"/>
                  </a:lnTo>
                  <a:lnTo>
                    <a:pt x="2868980" y="411480"/>
                  </a:lnTo>
                  <a:close/>
                </a:path>
                <a:path w="5427345" h="621030">
                  <a:moveTo>
                    <a:pt x="3520783" y="194398"/>
                  </a:moveTo>
                  <a:lnTo>
                    <a:pt x="3512185" y="170573"/>
                  </a:lnTo>
                  <a:lnTo>
                    <a:pt x="3486518" y="162521"/>
                  </a:lnTo>
                  <a:lnTo>
                    <a:pt x="3435883" y="162928"/>
                  </a:lnTo>
                  <a:lnTo>
                    <a:pt x="3249485" y="162928"/>
                  </a:lnTo>
                  <a:lnTo>
                    <a:pt x="3220085" y="172732"/>
                  </a:lnTo>
                  <a:lnTo>
                    <a:pt x="3220085" y="147231"/>
                  </a:lnTo>
                  <a:lnTo>
                    <a:pt x="3088652" y="147231"/>
                  </a:lnTo>
                  <a:lnTo>
                    <a:pt x="3088614" y="527329"/>
                  </a:lnTo>
                  <a:lnTo>
                    <a:pt x="3210280" y="527329"/>
                  </a:lnTo>
                  <a:lnTo>
                    <a:pt x="3210280" y="247281"/>
                  </a:lnTo>
                  <a:lnTo>
                    <a:pt x="3386823" y="247281"/>
                  </a:lnTo>
                  <a:lnTo>
                    <a:pt x="3386823" y="527329"/>
                  </a:lnTo>
                  <a:lnTo>
                    <a:pt x="3520224" y="527329"/>
                  </a:lnTo>
                  <a:lnTo>
                    <a:pt x="3520224" y="241388"/>
                  </a:lnTo>
                  <a:lnTo>
                    <a:pt x="3520783" y="194398"/>
                  </a:lnTo>
                  <a:close/>
                </a:path>
                <a:path w="5427345" h="621030">
                  <a:moveTo>
                    <a:pt x="5427002" y="570103"/>
                  </a:moveTo>
                  <a:lnTo>
                    <a:pt x="0" y="570103"/>
                  </a:lnTo>
                  <a:lnTo>
                    <a:pt x="0" y="620509"/>
                  </a:lnTo>
                  <a:lnTo>
                    <a:pt x="5427002" y="620509"/>
                  </a:lnTo>
                  <a:lnTo>
                    <a:pt x="5427002" y="570103"/>
                  </a:lnTo>
                  <a:close/>
                </a:path>
              </a:pathLst>
            </a:custGeom>
            <a:solidFill>
              <a:srgbClr val="2947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801" y="1161229"/>
            <a:ext cx="4982845" cy="8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30" dirty="0">
                <a:solidFill>
                  <a:srgbClr val="292526"/>
                </a:solidFill>
                <a:latin typeface="Malgun Gothic"/>
                <a:cs typeface="Malgun Gothic"/>
              </a:rPr>
              <a:t>M74</a:t>
            </a:r>
            <a:r>
              <a:rPr sz="1100" b="1" spc="-145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100" b="1" spc="-120" dirty="0">
                <a:solidFill>
                  <a:srgbClr val="292526"/>
                </a:solidFill>
                <a:latin typeface="Malgun Gothic"/>
                <a:cs typeface="Malgun Gothic"/>
              </a:rPr>
              <a:t>시리즈</a:t>
            </a:r>
            <a:r>
              <a:rPr sz="1100" b="1" spc="105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100" b="1" spc="-120" dirty="0">
                <a:solidFill>
                  <a:srgbClr val="292526"/>
                </a:solidFill>
                <a:latin typeface="Malgun Gothic"/>
                <a:cs typeface="Malgun Gothic"/>
              </a:rPr>
              <a:t>통신</a:t>
            </a:r>
            <a:r>
              <a:rPr sz="1100" b="1" spc="-145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100" b="1" spc="-120" dirty="0">
                <a:solidFill>
                  <a:srgbClr val="292526"/>
                </a:solidFill>
                <a:latin typeface="Malgun Gothic"/>
                <a:cs typeface="Malgun Gothic"/>
              </a:rPr>
              <a:t>개요</a:t>
            </a:r>
            <a:endParaRPr sz="1100">
              <a:latin typeface="Malgun Gothic"/>
              <a:cs typeface="Malgun Gothic"/>
            </a:endParaRPr>
          </a:p>
          <a:p>
            <a:pPr marL="83820">
              <a:lnSpc>
                <a:spcPct val="100000"/>
              </a:lnSpc>
              <a:spcBef>
                <a:spcPts val="91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RS-485에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의한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반2중(Half-Duplex)방식의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Malgun Gothic"/>
                <a:cs typeface="Malgun Gothic"/>
              </a:rPr>
              <a:t>2선식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5" dirty="0">
                <a:solidFill>
                  <a:srgbClr val="231F20"/>
                </a:solidFill>
                <a:latin typeface="Malgun Gothic"/>
                <a:cs typeface="Malgun Gothic"/>
              </a:rPr>
              <a:t>으로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이루어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Malgun Gothic"/>
                <a:cs typeface="Malgun Gothic"/>
              </a:rPr>
              <a:t>지며,</a:t>
            </a:r>
            <a:endParaRPr sz="1000">
              <a:latin typeface="Malgun Gothic"/>
              <a:cs typeface="Malgun Gothic"/>
            </a:endParaRPr>
          </a:p>
          <a:p>
            <a:pPr marL="83820" marR="5080">
              <a:lnSpc>
                <a:spcPct val="125000"/>
              </a:lnSpc>
              <a:spcBef>
                <a:spcPts val="130"/>
              </a:spcBef>
            </a:pPr>
            <a:r>
              <a:rPr sz="1000" spc="40" dirty="0">
                <a:solidFill>
                  <a:srgbClr val="231F20"/>
                </a:solidFill>
                <a:latin typeface="Malgun Gothic"/>
                <a:cs typeface="Malgun Gothic"/>
              </a:rPr>
              <a:t>PC,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PLC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등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상위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컴퓨터와의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원하는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algun Gothic"/>
                <a:cs typeface="Malgun Gothic"/>
              </a:rPr>
              <a:t>프로토콜(Protocol)을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사용하여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최대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32대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5" dirty="0">
                <a:solidFill>
                  <a:srgbClr val="231F20"/>
                </a:solidFill>
                <a:latin typeface="Malgun Gothic"/>
                <a:cs typeface="Malgun Gothic"/>
              </a:rPr>
              <a:t>까지 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연결하는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것이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31F20"/>
                </a:solidFill>
                <a:latin typeface="Malgun Gothic"/>
                <a:cs typeface="Malgun Gothic"/>
              </a:rPr>
              <a:t>가능합니다.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6501" y="1187005"/>
            <a:ext cx="171450" cy="157480"/>
            <a:chOff x="656501" y="1187005"/>
            <a:chExt cx="171450" cy="157480"/>
          </a:xfrm>
        </p:grpSpPr>
        <p:sp>
          <p:nvSpPr>
            <p:cNvPr id="4" name="object 4"/>
            <p:cNvSpPr/>
            <p:nvPr/>
          </p:nvSpPr>
          <p:spPr>
            <a:xfrm>
              <a:off x="656501" y="1187094"/>
              <a:ext cx="59055" cy="157480"/>
            </a:xfrm>
            <a:custGeom>
              <a:avLst/>
              <a:gdLst/>
              <a:ahLst/>
              <a:cxnLst/>
              <a:rect l="l" t="t" r="r" b="b"/>
              <a:pathLst>
                <a:path w="59054" h="157480">
                  <a:moveTo>
                    <a:pt x="58788" y="0"/>
                  </a:moveTo>
                  <a:lnTo>
                    <a:pt x="0" y="0"/>
                  </a:lnTo>
                  <a:lnTo>
                    <a:pt x="0" y="157264"/>
                  </a:lnTo>
                  <a:lnTo>
                    <a:pt x="58788" y="157264"/>
                  </a:lnTo>
                  <a:lnTo>
                    <a:pt x="58788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270" y="1187005"/>
              <a:ext cx="110489" cy="157480"/>
            </a:xfrm>
            <a:custGeom>
              <a:avLst/>
              <a:gdLst/>
              <a:ahLst/>
              <a:cxnLst/>
              <a:rect l="l" t="t" r="r" b="b"/>
              <a:pathLst>
                <a:path w="110490" h="157480">
                  <a:moveTo>
                    <a:pt x="110236" y="0"/>
                  </a:moveTo>
                  <a:lnTo>
                    <a:pt x="0" y="0"/>
                  </a:lnTo>
                  <a:lnTo>
                    <a:pt x="0" y="157264"/>
                  </a:lnTo>
                  <a:lnTo>
                    <a:pt x="110236" y="157264"/>
                  </a:lnTo>
                  <a:lnTo>
                    <a:pt x="110236" y="0"/>
                  </a:lnTo>
                  <a:close/>
                </a:path>
              </a:pathLst>
            </a:custGeom>
            <a:solidFill>
              <a:srgbClr val="3465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11725" y="553852"/>
            <a:ext cx="6741795" cy="336550"/>
            <a:chOff x="411725" y="553852"/>
            <a:chExt cx="6741795" cy="336550"/>
          </a:xfrm>
        </p:grpSpPr>
        <p:sp>
          <p:nvSpPr>
            <p:cNvPr id="7" name="object 7"/>
            <p:cNvSpPr/>
            <p:nvPr/>
          </p:nvSpPr>
          <p:spPr>
            <a:xfrm>
              <a:off x="419823" y="564299"/>
              <a:ext cx="6730365" cy="315595"/>
            </a:xfrm>
            <a:custGeom>
              <a:avLst/>
              <a:gdLst/>
              <a:ahLst/>
              <a:cxnLst/>
              <a:rect l="l" t="t" r="r" b="b"/>
              <a:pathLst>
                <a:path w="6730365" h="315594">
                  <a:moveTo>
                    <a:pt x="6730199" y="0"/>
                  </a:moveTo>
                  <a:lnTo>
                    <a:pt x="0" y="0"/>
                  </a:lnTo>
                  <a:lnTo>
                    <a:pt x="0" y="314998"/>
                  </a:lnTo>
                  <a:lnTo>
                    <a:pt x="6730199" y="314998"/>
                  </a:lnTo>
                  <a:lnTo>
                    <a:pt x="6730199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721" y="553859"/>
              <a:ext cx="6741795" cy="336550"/>
            </a:xfrm>
            <a:custGeom>
              <a:avLst/>
              <a:gdLst/>
              <a:ahLst/>
              <a:cxnLst/>
              <a:rect l="l" t="t" r="r" b="b"/>
              <a:pathLst>
                <a:path w="6741795" h="336550">
                  <a:moveTo>
                    <a:pt x="1422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20040"/>
                  </a:lnTo>
                  <a:lnTo>
                    <a:pt x="0" y="336550"/>
                  </a:lnTo>
                  <a:lnTo>
                    <a:pt x="142201" y="336550"/>
                  </a:lnTo>
                  <a:lnTo>
                    <a:pt x="142201" y="320040"/>
                  </a:lnTo>
                  <a:lnTo>
                    <a:pt x="16205" y="320040"/>
                  </a:lnTo>
                  <a:lnTo>
                    <a:pt x="16205" y="15240"/>
                  </a:lnTo>
                  <a:lnTo>
                    <a:pt x="142201" y="15240"/>
                  </a:lnTo>
                  <a:lnTo>
                    <a:pt x="142201" y="0"/>
                  </a:lnTo>
                  <a:close/>
                </a:path>
                <a:path w="6741795" h="336550">
                  <a:moveTo>
                    <a:pt x="6741642" y="0"/>
                  </a:moveTo>
                  <a:lnTo>
                    <a:pt x="6599441" y="0"/>
                  </a:lnTo>
                  <a:lnTo>
                    <a:pt x="6599441" y="15240"/>
                  </a:lnTo>
                  <a:lnTo>
                    <a:pt x="6725425" y="15240"/>
                  </a:lnTo>
                  <a:lnTo>
                    <a:pt x="6725425" y="320040"/>
                  </a:lnTo>
                  <a:lnTo>
                    <a:pt x="6599441" y="320040"/>
                  </a:lnTo>
                  <a:lnTo>
                    <a:pt x="6599441" y="336550"/>
                  </a:lnTo>
                  <a:lnTo>
                    <a:pt x="6741642" y="336550"/>
                  </a:lnTo>
                  <a:lnTo>
                    <a:pt x="6741642" y="320040"/>
                  </a:lnTo>
                  <a:lnTo>
                    <a:pt x="6741642" y="15240"/>
                  </a:lnTo>
                  <a:lnTo>
                    <a:pt x="6741642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7930" y="609915"/>
            <a:ext cx="67094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Arial"/>
                <a:cs typeface="Arial"/>
              </a:rPr>
              <a:t>M74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36679" y="627049"/>
            <a:ext cx="1412875" cy="180975"/>
          </a:xfrm>
          <a:custGeom>
            <a:avLst/>
            <a:gdLst/>
            <a:ahLst/>
            <a:cxnLst/>
            <a:rect l="l" t="t" r="r" b="b"/>
            <a:pathLst>
              <a:path w="1412875" h="180975">
                <a:moveTo>
                  <a:pt x="148475" y="355"/>
                </a:moveTo>
                <a:lnTo>
                  <a:pt x="0" y="355"/>
                </a:lnTo>
                <a:lnTo>
                  <a:pt x="0" y="35915"/>
                </a:lnTo>
                <a:lnTo>
                  <a:pt x="50723" y="35915"/>
                </a:lnTo>
                <a:lnTo>
                  <a:pt x="50723" y="179425"/>
                </a:lnTo>
                <a:lnTo>
                  <a:pt x="97332" y="179425"/>
                </a:lnTo>
                <a:lnTo>
                  <a:pt x="97332" y="35915"/>
                </a:lnTo>
                <a:lnTo>
                  <a:pt x="148475" y="35915"/>
                </a:lnTo>
                <a:lnTo>
                  <a:pt x="148475" y="355"/>
                </a:lnTo>
                <a:close/>
              </a:path>
              <a:path w="1412875" h="180975">
                <a:moveTo>
                  <a:pt x="261543" y="82257"/>
                </a:moveTo>
                <a:lnTo>
                  <a:pt x="260845" y="71221"/>
                </a:lnTo>
                <a:lnTo>
                  <a:pt x="258305" y="65176"/>
                </a:lnTo>
                <a:lnTo>
                  <a:pt x="251853" y="61963"/>
                </a:lnTo>
                <a:lnTo>
                  <a:pt x="239420" y="59474"/>
                </a:lnTo>
                <a:lnTo>
                  <a:pt x="219176" y="59474"/>
                </a:lnTo>
                <a:lnTo>
                  <a:pt x="219176" y="89839"/>
                </a:lnTo>
                <a:lnTo>
                  <a:pt x="219176" y="103136"/>
                </a:lnTo>
                <a:lnTo>
                  <a:pt x="161531" y="103136"/>
                </a:lnTo>
                <a:lnTo>
                  <a:pt x="161531" y="89839"/>
                </a:lnTo>
                <a:lnTo>
                  <a:pt x="219176" y="89839"/>
                </a:lnTo>
                <a:lnTo>
                  <a:pt x="219176" y="59474"/>
                </a:lnTo>
                <a:lnTo>
                  <a:pt x="142557" y="59474"/>
                </a:lnTo>
                <a:lnTo>
                  <a:pt x="128638" y="60375"/>
                </a:lnTo>
                <a:lnTo>
                  <a:pt x="121500" y="63360"/>
                </a:lnTo>
                <a:lnTo>
                  <a:pt x="118859" y="70840"/>
                </a:lnTo>
                <a:lnTo>
                  <a:pt x="118567" y="82257"/>
                </a:lnTo>
                <a:lnTo>
                  <a:pt x="118491" y="158445"/>
                </a:lnTo>
                <a:lnTo>
                  <a:pt x="120777" y="170891"/>
                </a:lnTo>
                <a:lnTo>
                  <a:pt x="124053" y="177279"/>
                </a:lnTo>
                <a:lnTo>
                  <a:pt x="130556" y="179641"/>
                </a:lnTo>
                <a:lnTo>
                  <a:pt x="142557" y="179971"/>
                </a:lnTo>
                <a:lnTo>
                  <a:pt x="261493" y="179971"/>
                </a:lnTo>
                <a:lnTo>
                  <a:pt x="261493" y="154012"/>
                </a:lnTo>
                <a:lnTo>
                  <a:pt x="161378" y="154012"/>
                </a:lnTo>
                <a:lnTo>
                  <a:pt x="161378" y="130149"/>
                </a:lnTo>
                <a:lnTo>
                  <a:pt x="261543" y="129997"/>
                </a:lnTo>
                <a:lnTo>
                  <a:pt x="261543" y="103136"/>
                </a:lnTo>
                <a:lnTo>
                  <a:pt x="261543" y="89839"/>
                </a:lnTo>
                <a:lnTo>
                  <a:pt x="261543" y="82257"/>
                </a:lnTo>
                <a:close/>
              </a:path>
              <a:path w="1412875" h="180975">
                <a:moveTo>
                  <a:pt x="500100" y="73240"/>
                </a:moveTo>
                <a:lnTo>
                  <a:pt x="497840" y="66179"/>
                </a:lnTo>
                <a:lnTo>
                  <a:pt x="490753" y="62865"/>
                </a:lnTo>
                <a:lnTo>
                  <a:pt x="476694" y="60896"/>
                </a:lnTo>
                <a:lnTo>
                  <a:pt x="409130" y="60896"/>
                </a:lnTo>
                <a:lnTo>
                  <a:pt x="401828" y="65405"/>
                </a:lnTo>
                <a:lnTo>
                  <a:pt x="388086" y="60236"/>
                </a:lnTo>
                <a:lnTo>
                  <a:pt x="329057" y="60236"/>
                </a:lnTo>
                <a:lnTo>
                  <a:pt x="320522" y="65493"/>
                </a:lnTo>
                <a:lnTo>
                  <a:pt x="320522" y="56299"/>
                </a:lnTo>
                <a:lnTo>
                  <a:pt x="279793" y="56299"/>
                </a:lnTo>
                <a:lnTo>
                  <a:pt x="279793" y="60236"/>
                </a:lnTo>
                <a:lnTo>
                  <a:pt x="279793" y="180378"/>
                </a:lnTo>
                <a:lnTo>
                  <a:pt x="317220" y="180378"/>
                </a:lnTo>
                <a:lnTo>
                  <a:pt x="317220" y="88493"/>
                </a:lnTo>
                <a:lnTo>
                  <a:pt x="367728" y="88493"/>
                </a:lnTo>
                <a:lnTo>
                  <a:pt x="367728" y="180378"/>
                </a:lnTo>
                <a:lnTo>
                  <a:pt x="409130" y="180378"/>
                </a:lnTo>
                <a:lnTo>
                  <a:pt x="409130" y="89801"/>
                </a:lnTo>
                <a:lnTo>
                  <a:pt x="459600" y="89801"/>
                </a:lnTo>
                <a:lnTo>
                  <a:pt x="459600" y="180378"/>
                </a:lnTo>
                <a:lnTo>
                  <a:pt x="499681" y="180378"/>
                </a:lnTo>
                <a:lnTo>
                  <a:pt x="499681" y="86423"/>
                </a:lnTo>
                <a:lnTo>
                  <a:pt x="500100" y="73240"/>
                </a:lnTo>
                <a:close/>
              </a:path>
              <a:path w="1412875" h="180975">
                <a:moveTo>
                  <a:pt x="641692" y="59334"/>
                </a:moveTo>
                <a:lnTo>
                  <a:pt x="540143" y="59334"/>
                </a:lnTo>
                <a:lnTo>
                  <a:pt x="527761" y="62039"/>
                </a:lnTo>
                <a:lnTo>
                  <a:pt x="521411" y="65379"/>
                </a:lnTo>
                <a:lnTo>
                  <a:pt x="519099" y="71564"/>
                </a:lnTo>
                <a:lnTo>
                  <a:pt x="518833" y="82778"/>
                </a:lnTo>
                <a:lnTo>
                  <a:pt x="518833" y="155028"/>
                </a:lnTo>
                <a:lnTo>
                  <a:pt x="519214" y="169125"/>
                </a:lnTo>
                <a:lnTo>
                  <a:pt x="521881" y="176428"/>
                </a:lnTo>
                <a:lnTo>
                  <a:pt x="529094" y="179260"/>
                </a:lnTo>
                <a:lnTo>
                  <a:pt x="543140" y="179971"/>
                </a:lnTo>
                <a:lnTo>
                  <a:pt x="641045" y="179971"/>
                </a:lnTo>
                <a:lnTo>
                  <a:pt x="641045" y="153682"/>
                </a:lnTo>
                <a:lnTo>
                  <a:pt x="562864" y="153682"/>
                </a:lnTo>
                <a:lnTo>
                  <a:pt x="562864" y="82334"/>
                </a:lnTo>
                <a:lnTo>
                  <a:pt x="641692" y="82334"/>
                </a:lnTo>
                <a:lnTo>
                  <a:pt x="641692" y="59334"/>
                </a:lnTo>
                <a:close/>
              </a:path>
              <a:path w="1412875" h="180975">
                <a:moveTo>
                  <a:pt x="799719" y="83058"/>
                </a:moveTo>
                <a:lnTo>
                  <a:pt x="795858" y="69989"/>
                </a:lnTo>
                <a:lnTo>
                  <a:pt x="787374" y="62801"/>
                </a:lnTo>
                <a:lnTo>
                  <a:pt x="778878" y="59766"/>
                </a:lnTo>
                <a:lnTo>
                  <a:pt x="775017" y="59143"/>
                </a:lnTo>
                <a:lnTo>
                  <a:pt x="756907" y="59156"/>
                </a:lnTo>
                <a:lnTo>
                  <a:pt x="756907" y="87083"/>
                </a:lnTo>
                <a:lnTo>
                  <a:pt x="756907" y="153162"/>
                </a:lnTo>
                <a:lnTo>
                  <a:pt x="695744" y="153162"/>
                </a:lnTo>
                <a:lnTo>
                  <a:pt x="695744" y="87083"/>
                </a:lnTo>
                <a:lnTo>
                  <a:pt x="756907" y="87083"/>
                </a:lnTo>
                <a:lnTo>
                  <a:pt x="756907" y="59156"/>
                </a:lnTo>
                <a:lnTo>
                  <a:pt x="679691" y="59156"/>
                </a:lnTo>
                <a:lnTo>
                  <a:pt x="666064" y="63474"/>
                </a:lnTo>
                <a:lnTo>
                  <a:pt x="658799" y="71678"/>
                </a:lnTo>
                <a:lnTo>
                  <a:pt x="655904" y="79641"/>
                </a:lnTo>
                <a:lnTo>
                  <a:pt x="655408" y="83058"/>
                </a:lnTo>
                <a:lnTo>
                  <a:pt x="655281" y="156159"/>
                </a:lnTo>
                <a:lnTo>
                  <a:pt x="659091" y="168414"/>
                </a:lnTo>
                <a:lnTo>
                  <a:pt x="665454" y="175564"/>
                </a:lnTo>
                <a:lnTo>
                  <a:pt x="671423" y="178904"/>
                </a:lnTo>
                <a:lnTo>
                  <a:pt x="674065" y="179730"/>
                </a:lnTo>
                <a:lnTo>
                  <a:pt x="779106" y="179692"/>
                </a:lnTo>
                <a:lnTo>
                  <a:pt x="799719" y="87083"/>
                </a:lnTo>
                <a:lnTo>
                  <a:pt x="799719" y="83058"/>
                </a:lnTo>
                <a:close/>
              </a:path>
              <a:path w="1412875" h="180975">
                <a:moveTo>
                  <a:pt x="952487" y="140995"/>
                </a:moveTo>
                <a:lnTo>
                  <a:pt x="857211" y="140995"/>
                </a:lnTo>
                <a:lnTo>
                  <a:pt x="857211" y="2565"/>
                </a:lnTo>
                <a:lnTo>
                  <a:pt x="815162" y="2565"/>
                </a:lnTo>
                <a:lnTo>
                  <a:pt x="815162" y="140995"/>
                </a:lnTo>
                <a:lnTo>
                  <a:pt x="815162" y="179095"/>
                </a:lnTo>
                <a:lnTo>
                  <a:pt x="952487" y="179095"/>
                </a:lnTo>
                <a:lnTo>
                  <a:pt x="952487" y="140995"/>
                </a:lnTo>
                <a:close/>
              </a:path>
              <a:path w="1412875" h="180975">
                <a:moveTo>
                  <a:pt x="1008481" y="51892"/>
                </a:moveTo>
                <a:lnTo>
                  <a:pt x="969581" y="51892"/>
                </a:lnTo>
                <a:lnTo>
                  <a:pt x="969581" y="179146"/>
                </a:lnTo>
                <a:lnTo>
                  <a:pt x="1008481" y="179146"/>
                </a:lnTo>
                <a:lnTo>
                  <a:pt x="1008481" y="51892"/>
                </a:lnTo>
                <a:close/>
              </a:path>
              <a:path w="1412875" h="180975">
                <a:moveTo>
                  <a:pt x="1008481" y="0"/>
                </a:moveTo>
                <a:lnTo>
                  <a:pt x="969581" y="0"/>
                </a:lnTo>
                <a:lnTo>
                  <a:pt x="969581" y="32600"/>
                </a:lnTo>
                <a:lnTo>
                  <a:pt x="1008481" y="32600"/>
                </a:lnTo>
                <a:lnTo>
                  <a:pt x="1008481" y="0"/>
                </a:lnTo>
                <a:close/>
              </a:path>
              <a:path w="1412875" h="180975">
                <a:moveTo>
                  <a:pt x="1170800" y="67691"/>
                </a:moveTo>
                <a:lnTo>
                  <a:pt x="1167917" y="59702"/>
                </a:lnTo>
                <a:lnTo>
                  <a:pt x="1159306" y="57010"/>
                </a:lnTo>
                <a:lnTo>
                  <a:pt x="1079919" y="57137"/>
                </a:lnTo>
                <a:lnTo>
                  <a:pt x="1070076" y="60426"/>
                </a:lnTo>
                <a:lnTo>
                  <a:pt x="1070076" y="51879"/>
                </a:lnTo>
                <a:lnTo>
                  <a:pt x="1026045" y="51879"/>
                </a:lnTo>
                <a:lnTo>
                  <a:pt x="1026020" y="179197"/>
                </a:lnTo>
                <a:lnTo>
                  <a:pt x="1066800" y="179197"/>
                </a:lnTo>
                <a:lnTo>
                  <a:pt x="1066800" y="85394"/>
                </a:lnTo>
                <a:lnTo>
                  <a:pt x="1125905" y="85394"/>
                </a:lnTo>
                <a:lnTo>
                  <a:pt x="1125905" y="179197"/>
                </a:lnTo>
                <a:lnTo>
                  <a:pt x="1170609" y="179197"/>
                </a:lnTo>
                <a:lnTo>
                  <a:pt x="1170609" y="83426"/>
                </a:lnTo>
                <a:lnTo>
                  <a:pt x="1170800" y="67691"/>
                </a:lnTo>
                <a:close/>
              </a:path>
              <a:path w="1412875" h="180975">
                <a:moveTo>
                  <a:pt x="1329931" y="82257"/>
                </a:moveTo>
                <a:lnTo>
                  <a:pt x="1329220" y="71221"/>
                </a:lnTo>
                <a:lnTo>
                  <a:pt x="1326667" y="65176"/>
                </a:lnTo>
                <a:lnTo>
                  <a:pt x="1320215" y="61963"/>
                </a:lnTo>
                <a:lnTo>
                  <a:pt x="1307782" y="59474"/>
                </a:lnTo>
                <a:lnTo>
                  <a:pt x="1287564" y="59474"/>
                </a:lnTo>
                <a:lnTo>
                  <a:pt x="1287564" y="89839"/>
                </a:lnTo>
                <a:lnTo>
                  <a:pt x="1287564" y="103136"/>
                </a:lnTo>
                <a:lnTo>
                  <a:pt x="1229918" y="103136"/>
                </a:lnTo>
                <a:lnTo>
                  <a:pt x="1229918" y="89839"/>
                </a:lnTo>
                <a:lnTo>
                  <a:pt x="1287564" y="89839"/>
                </a:lnTo>
                <a:lnTo>
                  <a:pt x="1287564" y="59474"/>
                </a:lnTo>
                <a:lnTo>
                  <a:pt x="1210945" y="59474"/>
                </a:lnTo>
                <a:lnTo>
                  <a:pt x="1197025" y="60375"/>
                </a:lnTo>
                <a:lnTo>
                  <a:pt x="1189888" y="63360"/>
                </a:lnTo>
                <a:lnTo>
                  <a:pt x="1187246" y="70840"/>
                </a:lnTo>
                <a:lnTo>
                  <a:pt x="1186954" y="82257"/>
                </a:lnTo>
                <a:lnTo>
                  <a:pt x="1186878" y="158445"/>
                </a:lnTo>
                <a:lnTo>
                  <a:pt x="1189164" y="170891"/>
                </a:lnTo>
                <a:lnTo>
                  <a:pt x="1192441" y="177279"/>
                </a:lnTo>
                <a:lnTo>
                  <a:pt x="1198943" y="179641"/>
                </a:lnTo>
                <a:lnTo>
                  <a:pt x="1210945" y="179971"/>
                </a:lnTo>
                <a:lnTo>
                  <a:pt x="1329880" y="179971"/>
                </a:lnTo>
                <a:lnTo>
                  <a:pt x="1329880" y="154012"/>
                </a:lnTo>
                <a:lnTo>
                  <a:pt x="1229741" y="154012"/>
                </a:lnTo>
                <a:lnTo>
                  <a:pt x="1229741" y="130149"/>
                </a:lnTo>
                <a:lnTo>
                  <a:pt x="1329931" y="129997"/>
                </a:lnTo>
                <a:lnTo>
                  <a:pt x="1329931" y="103136"/>
                </a:lnTo>
                <a:lnTo>
                  <a:pt x="1329931" y="89839"/>
                </a:lnTo>
                <a:lnTo>
                  <a:pt x="1329931" y="82257"/>
                </a:lnTo>
                <a:close/>
              </a:path>
              <a:path w="1412875" h="180975">
                <a:moveTo>
                  <a:pt x="1371396" y="18846"/>
                </a:moveTo>
                <a:lnTo>
                  <a:pt x="1338757" y="18846"/>
                </a:lnTo>
                <a:lnTo>
                  <a:pt x="1338757" y="26936"/>
                </a:lnTo>
                <a:lnTo>
                  <a:pt x="1351013" y="26936"/>
                </a:lnTo>
                <a:lnTo>
                  <a:pt x="1351013" y="51282"/>
                </a:lnTo>
                <a:lnTo>
                  <a:pt x="1358900" y="51282"/>
                </a:lnTo>
                <a:lnTo>
                  <a:pt x="1358900" y="26949"/>
                </a:lnTo>
                <a:lnTo>
                  <a:pt x="1371396" y="26936"/>
                </a:lnTo>
                <a:lnTo>
                  <a:pt x="1371396" y="18846"/>
                </a:lnTo>
                <a:close/>
              </a:path>
              <a:path w="1412875" h="180975">
                <a:moveTo>
                  <a:pt x="1412506" y="22720"/>
                </a:moveTo>
                <a:lnTo>
                  <a:pt x="1412455" y="20523"/>
                </a:lnTo>
                <a:lnTo>
                  <a:pt x="1410665" y="18757"/>
                </a:lnTo>
                <a:lnTo>
                  <a:pt x="1399184" y="18745"/>
                </a:lnTo>
                <a:lnTo>
                  <a:pt x="1397406" y="20510"/>
                </a:lnTo>
                <a:lnTo>
                  <a:pt x="1397355" y="22694"/>
                </a:lnTo>
                <a:lnTo>
                  <a:pt x="1397355" y="18745"/>
                </a:lnTo>
                <a:lnTo>
                  <a:pt x="1384007" y="18745"/>
                </a:lnTo>
                <a:lnTo>
                  <a:pt x="1382242" y="20485"/>
                </a:lnTo>
                <a:lnTo>
                  <a:pt x="1382166" y="22656"/>
                </a:lnTo>
                <a:lnTo>
                  <a:pt x="1382166" y="18732"/>
                </a:lnTo>
                <a:lnTo>
                  <a:pt x="1374089" y="18732"/>
                </a:lnTo>
                <a:lnTo>
                  <a:pt x="1374089" y="51231"/>
                </a:lnTo>
                <a:lnTo>
                  <a:pt x="1382166" y="51231"/>
                </a:lnTo>
                <a:lnTo>
                  <a:pt x="1382166" y="23507"/>
                </a:lnTo>
                <a:lnTo>
                  <a:pt x="1389265" y="23507"/>
                </a:lnTo>
                <a:lnTo>
                  <a:pt x="1389265" y="51231"/>
                </a:lnTo>
                <a:lnTo>
                  <a:pt x="1397355" y="51231"/>
                </a:lnTo>
                <a:lnTo>
                  <a:pt x="1397355" y="23507"/>
                </a:lnTo>
                <a:lnTo>
                  <a:pt x="1404391" y="23507"/>
                </a:lnTo>
                <a:lnTo>
                  <a:pt x="1404391" y="51219"/>
                </a:lnTo>
                <a:lnTo>
                  <a:pt x="1412506" y="51219"/>
                </a:lnTo>
                <a:lnTo>
                  <a:pt x="1412506" y="2272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54183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04767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35941" y="6350"/>
                </a:lnTo>
                <a:lnTo>
                  <a:pt x="35941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04613" y="4193380"/>
            <a:ext cx="4509770" cy="497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75" dirty="0">
                <a:solidFill>
                  <a:srgbClr val="231F20"/>
                </a:solidFill>
                <a:latin typeface="Malgun Gothic"/>
                <a:cs typeface="Malgun Gothic"/>
              </a:rPr>
              <a:t>1.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7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파라</a:t>
            </a:r>
            <a:r>
              <a:rPr sz="1100" spc="-70" dirty="0">
                <a:solidFill>
                  <a:srgbClr val="231F20"/>
                </a:solidFill>
                <a:latin typeface="Malgun Gothic"/>
                <a:cs typeface="Malgun Gothic"/>
              </a:rPr>
              <a:t>미터</a:t>
            </a:r>
            <a:endParaRPr sz="11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650">
              <a:latin typeface="Malgun Gothic"/>
              <a:cs typeface="Malgun Gothic"/>
            </a:endParaRPr>
          </a:p>
          <a:p>
            <a:pPr marL="248285">
              <a:lnSpc>
                <a:spcPct val="100000"/>
              </a:lnSpc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파라미터는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조건을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설정하기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위한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Malgun Gothic"/>
                <a:cs typeface="Malgun Gothic"/>
              </a:rPr>
              <a:t>것으로,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그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내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용은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다음과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5" dirty="0">
                <a:solidFill>
                  <a:srgbClr val="231F20"/>
                </a:solidFill>
                <a:latin typeface="Malgun Gothic"/>
                <a:cs typeface="Malgun Gothic"/>
              </a:rPr>
              <a:t>같습니다.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3523" y="8972886"/>
            <a:ext cx="5640705" cy="619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 marR="5080" indent="-106680">
              <a:lnSpc>
                <a:spcPct val="116700"/>
              </a:lnSpc>
              <a:spcBef>
                <a:spcPts val="100"/>
              </a:spcBef>
              <a:buChar char="-"/>
              <a:tabLst>
                <a:tab pos="130175" algn="l"/>
              </a:tabLst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상기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파라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미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터는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M74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시리즈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제품의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위한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기본설정을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표시하며,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제품의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전면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설정(SET)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키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5" dirty="0">
                <a:solidFill>
                  <a:srgbClr val="231F20"/>
                </a:solidFill>
                <a:latin typeface="Malgun Gothic"/>
                <a:cs typeface="Malgun Gothic"/>
              </a:rPr>
              <a:t>또는 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전면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Loader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Jack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이용하여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PC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와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연결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전용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Loader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Program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이용하여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설정할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있습니다.</a:t>
            </a:r>
            <a:endParaRPr sz="1000">
              <a:latin typeface="Malgun Gothic"/>
              <a:cs typeface="Malgun Gothic"/>
            </a:endParaRPr>
          </a:p>
          <a:p>
            <a:pPr marL="129539" indent="-117475">
              <a:lnSpc>
                <a:spcPct val="100000"/>
              </a:lnSpc>
              <a:spcBef>
                <a:spcPts val="675"/>
              </a:spcBef>
              <a:buChar char="-"/>
              <a:tabLst>
                <a:tab pos="130175" algn="l"/>
              </a:tabLst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기타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상세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조작법은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제품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내의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취급설명서를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참조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바랍니다.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80017" y="2323604"/>
            <a:ext cx="2619375" cy="650875"/>
            <a:chOff x="3580017" y="2323604"/>
            <a:chExt cx="2619375" cy="650875"/>
          </a:xfrm>
        </p:grpSpPr>
        <p:sp>
          <p:nvSpPr>
            <p:cNvPr id="16" name="object 16"/>
            <p:cNvSpPr/>
            <p:nvPr/>
          </p:nvSpPr>
          <p:spPr>
            <a:xfrm>
              <a:off x="6163331" y="2568288"/>
              <a:ext cx="34290" cy="85725"/>
            </a:xfrm>
            <a:custGeom>
              <a:avLst/>
              <a:gdLst/>
              <a:ahLst/>
              <a:cxnLst/>
              <a:rect l="l" t="t" r="r" b="b"/>
              <a:pathLst>
                <a:path w="34289" h="85725">
                  <a:moveTo>
                    <a:pt x="18275" y="0"/>
                  </a:moveTo>
                  <a:lnTo>
                    <a:pt x="18275" y="9144"/>
                  </a:lnTo>
                  <a:lnTo>
                    <a:pt x="34277" y="16002"/>
                  </a:lnTo>
                  <a:lnTo>
                    <a:pt x="25701" y="19038"/>
                  </a:lnTo>
                  <a:lnTo>
                    <a:pt x="17133" y="21431"/>
                  </a:lnTo>
                  <a:lnTo>
                    <a:pt x="8568" y="23395"/>
                  </a:lnTo>
                  <a:lnTo>
                    <a:pt x="0" y="25146"/>
                  </a:lnTo>
                  <a:lnTo>
                    <a:pt x="34277" y="36576"/>
                  </a:lnTo>
                  <a:lnTo>
                    <a:pt x="25701" y="39766"/>
                  </a:lnTo>
                  <a:lnTo>
                    <a:pt x="17133" y="42672"/>
                  </a:lnTo>
                  <a:lnTo>
                    <a:pt x="8568" y="45577"/>
                  </a:lnTo>
                  <a:lnTo>
                    <a:pt x="0" y="48768"/>
                  </a:lnTo>
                  <a:lnTo>
                    <a:pt x="34277" y="57912"/>
                  </a:lnTo>
                  <a:lnTo>
                    <a:pt x="0" y="69342"/>
                  </a:lnTo>
                  <a:lnTo>
                    <a:pt x="18275" y="76200"/>
                  </a:lnTo>
                  <a:lnTo>
                    <a:pt x="18275" y="85344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81606" y="2653634"/>
              <a:ext cx="0" cy="46355"/>
            </a:xfrm>
            <a:custGeom>
              <a:avLst/>
              <a:gdLst/>
              <a:ahLst/>
              <a:cxnLst/>
              <a:rect l="l" t="t" r="r" b="b"/>
              <a:pathLst>
                <a:path h="46355">
                  <a:moveTo>
                    <a:pt x="0" y="0"/>
                  </a:moveTo>
                  <a:lnTo>
                    <a:pt x="0" y="46101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81606" y="2513424"/>
              <a:ext cx="0" cy="55244"/>
            </a:xfrm>
            <a:custGeom>
              <a:avLst/>
              <a:gdLst/>
              <a:ahLst/>
              <a:cxnLst/>
              <a:rect l="l" t="t" r="r" b="b"/>
              <a:pathLst>
                <a:path h="55244">
                  <a:moveTo>
                    <a:pt x="0" y="5486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36858" y="2334615"/>
              <a:ext cx="1348105" cy="490220"/>
            </a:xfrm>
            <a:custGeom>
              <a:avLst/>
              <a:gdLst/>
              <a:ahLst/>
              <a:cxnLst/>
              <a:rect l="l" t="t" r="r" b="b"/>
              <a:pathLst>
                <a:path w="1348104" h="490219">
                  <a:moveTo>
                    <a:pt x="0" y="490042"/>
                  </a:moveTo>
                  <a:lnTo>
                    <a:pt x="299465" y="490042"/>
                  </a:lnTo>
                  <a:lnTo>
                    <a:pt x="299465" y="0"/>
                  </a:lnTo>
                  <a:lnTo>
                    <a:pt x="0" y="0"/>
                  </a:lnTo>
                  <a:lnTo>
                    <a:pt x="0" y="490042"/>
                  </a:lnTo>
                  <a:close/>
                </a:path>
                <a:path w="1348104" h="490219">
                  <a:moveTo>
                    <a:pt x="1048524" y="490042"/>
                  </a:moveTo>
                  <a:lnTo>
                    <a:pt x="1347990" y="490042"/>
                  </a:lnTo>
                  <a:lnTo>
                    <a:pt x="1347990" y="0"/>
                  </a:lnTo>
                  <a:lnTo>
                    <a:pt x="1048524" y="0"/>
                  </a:lnTo>
                  <a:lnTo>
                    <a:pt x="1048524" y="490042"/>
                  </a:lnTo>
                  <a:close/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7420" y="2654334"/>
              <a:ext cx="88506" cy="908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934973" y="2699355"/>
              <a:ext cx="954405" cy="0"/>
            </a:xfrm>
            <a:custGeom>
              <a:avLst/>
              <a:gdLst/>
              <a:ahLst/>
              <a:cxnLst/>
              <a:rect l="l" t="t" r="r" b="b"/>
              <a:pathLst>
                <a:path w="954404">
                  <a:moveTo>
                    <a:pt x="0" y="0"/>
                  </a:moveTo>
                  <a:lnTo>
                    <a:pt x="954036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34978" y="2511138"/>
              <a:ext cx="951865" cy="0"/>
            </a:xfrm>
            <a:custGeom>
              <a:avLst/>
              <a:gdLst/>
              <a:ahLst/>
              <a:cxnLst/>
              <a:rect l="l" t="t" r="r" b="b"/>
              <a:pathLst>
                <a:path w="951864">
                  <a:moveTo>
                    <a:pt x="95172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86700" y="2466942"/>
              <a:ext cx="85725" cy="90170"/>
            </a:xfrm>
            <a:custGeom>
              <a:avLst/>
              <a:gdLst/>
              <a:ahLst/>
              <a:cxnLst/>
              <a:rect l="l" t="t" r="r" b="b"/>
              <a:pathLst>
                <a:path w="85725" h="90169">
                  <a:moveTo>
                    <a:pt x="85356" y="44196"/>
                  </a:moveTo>
                  <a:lnTo>
                    <a:pt x="82143" y="27324"/>
                  </a:lnTo>
                  <a:lnTo>
                    <a:pt x="73359" y="13239"/>
                  </a:lnTo>
                  <a:lnTo>
                    <a:pt x="60287" y="3583"/>
                  </a:lnTo>
                  <a:lnTo>
                    <a:pt x="44208" y="0"/>
                  </a:lnTo>
                  <a:lnTo>
                    <a:pt x="26376" y="3583"/>
                  </a:lnTo>
                  <a:lnTo>
                    <a:pt x="12393" y="13239"/>
                  </a:lnTo>
                  <a:lnTo>
                    <a:pt x="3266" y="27324"/>
                  </a:lnTo>
                  <a:lnTo>
                    <a:pt x="0" y="44196"/>
                  </a:lnTo>
                  <a:lnTo>
                    <a:pt x="3266" y="61948"/>
                  </a:lnTo>
                  <a:lnTo>
                    <a:pt x="12393" y="76485"/>
                  </a:lnTo>
                  <a:lnTo>
                    <a:pt x="26376" y="86308"/>
                  </a:lnTo>
                  <a:lnTo>
                    <a:pt x="44208" y="89916"/>
                  </a:lnTo>
                  <a:lnTo>
                    <a:pt x="60287" y="86308"/>
                  </a:lnTo>
                  <a:lnTo>
                    <a:pt x="73359" y="76485"/>
                  </a:lnTo>
                  <a:lnTo>
                    <a:pt x="82143" y="61948"/>
                  </a:lnTo>
                  <a:lnTo>
                    <a:pt x="85356" y="44196"/>
                  </a:lnTo>
                  <a:close/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8804" y="2647476"/>
              <a:ext cx="87757" cy="9309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974339" y="2699734"/>
              <a:ext cx="206375" cy="0"/>
            </a:xfrm>
            <a:custGeom>
              <a:avLst/>
              <a:gdLst/>
              <a:ahLst/>
              <a:cxnLst/>
              <a:rect l="l" t="t" r="r" b="b"/>
              <a:pathLst>
                <a:path w="206375">
                  <a:moveTo>
                    <a:pt x="0" y="0"/>
                  </a:moveTo>
                  <a:lnTo>
                    <a:pt x="206121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72056" y="2513426"/>
              <a:ext cx="209550" cy="0"/>
            </a:xfrm>
            <a:custGeom>
              <a:avLst/>
              <a:gdLst/>
              <a:ahLst/>
              <a:cxnLst/>
              <a:rect l="l" t="t" r="r" b="b"/>
              <a:pathLst>
                <a:path w="209550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3465" y="2458497"/>
              <a:ext cx="88531" cy="9309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382523" y="2701638"/>
              <a:ext cx="467995" cy="0"/>
            </a:xfrm>
            <a:custGeom>
              <a:avLst/>
              <a:gdLst/>
              <a:ahLst/>
              <a:cxnLst/>
              <a:rect l="l" t="t" r="r" b="b"/>
              <a:pathLst>
                <a:path w="467995">
                  <a:moveTo>
                    <a:pt x="0" y="0"/>
                  </a:moveTo>
                  <a:lnTo>
                    <a:pt x="467868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82523" y="2513426"/>
              <a:ext cx="462915" cy="0"/>
            </a:xfrm>
            <a:custGeom>
              <a:avLst/>
              <a:gdLst/>
              <a:ahLst/>
              <a:cxnLst/>
              <a:rect l="l" t="t" r="r" b="b"/>
              <a:pathLst>
                <a:path w="462914">
                  <a:moveTo>
                    <a:pt x="0" y="0"/>
                  </a:moveTo>
                  <a:lnTo>
                    <a:pt x="462534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16146" y="2972741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4">
                  <a:moveTo>
                    <a:pt x="0" y="0"/>
                  </a:moveTo>
                  <a:lnTo>
                    <a:pt x="20561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02429" y="2955979"/>
              <a:ext cx="45720" cy="0"/>
            </a:xfrm>
            <a:custGeom>
              <a:avLst/>
              <a:gdLst/>
              <a:ahLst/>
              <a:cxnLst/>
              <a:rect l="l" t="t" r="r" b="b"/>
              <a:pathLst>
                <a:path w="45720">
                  <a:moveTo>
                    <a:pt x="0" y="0"/>
                  </a:moveTo>
                  <a:lnTo>
                    <a:pt x="45720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79560" y="2937691"/>
              <a:ext cx="99695" cy="0"/>
            </a:xfrm>
            <a:custGeom>
              <a:avLst/>
              <a:gdLst/>
              <a:ahLst/>
              <a:cxnLst/>
              <a:rect l="l" t="t" r="r" b="b"/>
              <a:pathLst>
                <a:path w="99695">
                  <a:moveTo>
                    <a:pt x="0" y="0"/>
                  </a:moveTo>
                  <a:lnTo>
                    <a:pt x="99072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27581" y="2793725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4">
                  <a:moveTo>
                    <a:pt x="0" y="0"/>
                  </a:moveTo>
                  <a:lnTo>
                    <a:pt x="0" y="143967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0789" y="2384585"/>
              <a:ext cx="195409" cy="41701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088387" y="2386166"/>
              <a:ext cx="149225" cy="414020"/>
            </a:xfrm>
            <a:custGeom>
              <a:avLst/>
              <a:gdLst/>
              <a:ahLst/>
              <a:cxnLst/>
              <a:rect l="l" t="t" r="r" b="b"/>
              <a:pathLst>
                <a:path w="149225" h="414019">
                  <a:moveTo>
                    <a:pt x="148767" y="207657"/>
                  </a:moveTo>
                  <a:lnTo>
                    <a:pt x="144924" y="142092"/>
                  </a:lnTo>
                  <a:lnTo>
                    <a:pt x="134222" y="85096"/>
                  </a:lnTo>
                  <a:lnTo>
                    <a:pt x="117898" y="40118"/>
                  </a:lnTo>
                  <a:lnTo>
                    <a:pt x="73342" y="0"/>
                  </a:lnTo>
                  <a:lnTo>
                    <a:pt x="50518" y="10604"/>
                  </a:lnTo>
                  <a:lnTo>
                    <a:pt x="30430" y="40118"/>
                  </a:lnTo>
                  <a:lnTo>
                    <a:pt x="14419" y="85096"/>
                  </a:lnTo>
                  <a:lnTo>
                    <a:pt x="3828" y="142092"/>
                  </a:lnTo>
                  <a:lnTo>
                    <a:pt x="0" y="207657"/>
                  </a:lnTo>
                  <a:lnTo>
                    <a:pt x="3828" y="272945"/>
                  </a:lnTo>
                  <a:lnTo>
                    <a:pt x="14419" y="329574"/>
                  </a:lnTo>
                  <a:lnTo>
                    <a:pt x="30430" y="374184"/>
                  </a:lnTo>
                  <a:lnTo>
                    <a:pt x="50518" y="403415"/>
                  </a:lnTo>
                  <a:lnTo>
                    <a:pt x="73342" y="413905"/>
                  </a:lnTo>
                  <a:lnTo>
                    <a:pt x="97192" y="403415"/>
                  </a:lnTo>
                  <a:lnTo>
                    <a:pt x="117898" y="374184"/>
                  </a:lnTo>
                  <a:lnTo>
                    <a:pt x="134222" y="329574"/>
                  </a:lnTo>
                  <a:lnTo>
                    <a:pt x="144924" y="272945"/>
                  </a:lnTo>
                  <a:lnTo>
                    <a:pt x="148767" y="207657"/>
                  </a:lnTo>
                  <a:close/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14254" y="2325192"/>
              <a:ext cx="259715" cy="571500"/>
            </a:xfrm>
            <a:custGeom>
              <a:avLst/>
              <a:gdLst/>
              <a:ahLst/>
              <a:cxnLst/>
              <a:rect l="l" t="t" r="r" b="b"/>
              <a:pathLst>
                <a:path w="259714" h="571500">
                  <a:moveTo>
                    <a:pt x="0" y="571398"/>
                  </a:moveTo>
                  <a:lnTo>
                    <a:pt x="259422" y="571398"/>
                  </a:lnTo>
                  <a:lnTo>
                    <a:pt x="259422" y="0"/>
                  </a:lnTo>
                  <a:lnTo>
                    <a:pt x="0" y="0"/>
                  </a:lnTo>
                  <a:lnTo>
                    <a:pt x="0" y="571398"/>
                  </a:lnTo>
                  <a:close/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59048" y="2800019"/>
              <a:ext cx="429259" cy="0"/>
            </a:xfrm>
            <a:custGeom>
              <a:avLst/>
              <a:gdLst/>
              <a:ahLst/>
              <a:cxnLst/>
              <a:rect l="l" t="t" r="r" b="b"/>
              <a:pathLst>
                <a:path w="429260">
                  <a:moveTo>
                    <a:pt x="42899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22755" y="2970706"/>
              <a:ext cx="18415" cy="0"/>
            </a:xfrm>
            <a:custGeom>
              <a:avLst/>
              <a:gdLst/>
              <a:ahLst/>
              <a:cxnLst/>
              <a:rect l="l" t="t" r="r" b="b"/>
              <a:pathLst>
                <a:path w="18414">
                  <a:moveTo>
                    <a:pt x="0" y="0"/>
                  </a:moveTo>
                  <a:lnTo>
                    <a:pt x="18275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609039" y="2952419"/>
              <a:ext cx="43815" cy="0"/>
            </a:xfrm>
            <a:custGeom>
              <a:avLst/>
              <a:gdLst/>
              <a:ahLst/>
              <a:cxnLst/>
              <a:rect l="l" t="t" r="r" b="b"/>
              <a:pathLst>
                <a:path w="43814">
                  <a:moveTo>
                    <a:pt x="0" y="0"/>
                  </a:moveTo>
                  <a:lnTo>
                    <a:pt x="43434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81604" y="2934131"/>
              <a:ext cx="104139" cy="0"/>
            </a:xfrm>
            <a:custGeom>
              <a:avLst/>
              <a:gdLst/>
              <a:ahLst/>
              <a:cxnLst/>
              <a:rect l="l" t="t" r="r" b="b"/>
              <a:pathLst>
                <a:path w="104139">
                  <a:moveTo>
                    <a:pt x="0" y="0"/>
                  </a:moveTo>
                  <a:lnTo>
                    <a:pt x="103632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34190" y="2837356"/>
              <a:ext cx="0" cy="97155"/>
            </a:xfrm>
            <a:custGeom>
              <a:avLst/>
              <a:gdLst/>
              <a:ahLst/>
              <a:cxnLst/>
              <a:rect l="l" t="t" r="r" b="b"/>
              <a:pathLst>
                <a:path h="97155">
                  <a:moveTo>
                    <a:pt x="0" y="0"/>
                  </a:moveTo>
                  <a:lnTo>
                    <a:pt x="0" y="96774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38066" y="2572865"/>
              <a:ext cx="34290" cy="83185"/>
            </a:xfrm>
            <a:custGeom>
              <a:avLst/>
              <a:gdLst/>
              <a:ahLst/>
              <a:cxnLst/>
              <a:rect l="l" t="t" r="r" b="b"/>
              <a:pathLst>
                <a:path w="34289" h="83185">
                  <a:moveTo>
                    <a:pt x="18275" y="0"/>
                  </a:moveTo>
                  <a:lnTo>
                    <a:pt x="18275" y="9144"/>
                  </a:lnTo>
                  <a:lnTo>
                    <a:pt x="34277" y="13716"/>
                  </a:lnTo>
                  <a:lnTo>
                    <a:pt x="26669" y="15823"/>
                  </a:lnTo>
                  <a:lnTo>
                    <a:pt x="17991" y="18573"/>
                  </a:lnTo>
                  <a:lnTo>
                    <a:pt x="8886" y="21752"/>
                  </a:lnTo>
                  <a:lnTo>
                    <a:pt x="0" y="25146"/>
                  </a:lnTo>
                  <a:lnTo>
                    <a:pt x="34277" y="34290"/>
                  </a:lnTo>
                  <a:lnTo>
                    <a:pt x="26669" y="38123"/>
                  </a:lnTo>
                  <a:lnTo>
                    <a:pt x="17991" y="41529"/>
                  </a:lnTo>
                  <a:lnTo>
                    <a:pt x="8886" y="44362"/>
                  </a:lnTo>
                  <a:lnTo>
                    <a:pt x="0" y="46482"/>
                  </a:lnTo>
                  <a:lnTo>
                    <a:pt x="34277" y="55626"/>
                  </a:lnTo>
                  <a:lnTo>
                    <a:pt x="0" y="67056"/>
                  </a:lnTo>
                  <a:lnTo>
                    <a:pt x="18275" y="73914"/>
                  </a:lnTo>
                  <a:lnTo>
                    <a:pt x="18275" y="83058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59042" y="2701638"/>
              <a:ext cx="175260" cy="0"/>
            </a:xfrm>
            <a:custGeom>
              <a:avLst/>
              <a:gdLst/>
              <a:ahLst/>
              <a:cxnLst/>
              <a:rect l="l" t="t" r="r" b="b"/>
              <a:pathLst>
                <a:path w="175260">
                  <a:moveTo>
                    <a:pt x="17524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59042" y="2513426"/>
              <a:ext cx="175260" cy="0"/>
            </a:xfrm>
            <a:custGeom>
              <a:avLst/>
              <a:gdLst/>
              <a:ahLst/>
              <a:cxnLst/>
              <a:rect l="l" t="t" r="r" b="b"/>
              <a:pathLst>
                <a:path w="175260">
                  <a:moveTo>
                    <a:pt x="17524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34289" y="2513424"/>
              <a:ext cx="355600" cy="188595"/>
            </a:xfrm>
            <a:custGeom>
              <a:avLst/>
              <a:gdLst/>
              <a:ahLst/>
              <a:cxnLst/>
              <a:rect l="l" t="t" r="r" b="b"/>
              <a:pathLst>
                <a:path w="355600" h="188594">
                  <a:moveTo>
                    <a:pt x="355104" y="188214"/>
                  </a:moveTo>
                  <a:lnTo>
                    <a:pt x="191274" y="188214"/>
                  </a:lnTo>
                  <a:lnTo>
                    <a:pt x="136398" y="0"/>
                  </a:lnTo>
                  <a:lnTo>
                    <a:pt x="80759" y="188214"/>
                  </a:lnTo>
                  <a:lnTo>
                    <a:pt x="0" y="188214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34289" y="2513426"/>
              <a:ext cx="355600" cy="188595"/>
            </a:xfrm>
            <a:custGeom>
              <a:avLst/>
              <a:gdLst/>
              <a:ahLst/>
              <a:cxnLst/>
              <a:rect l="l" t="t" r="r" b="b"/>
              <a:pathLst>
                <a:path w="355600" h="188594">
                  <a:moveTo>
                    <a:pt x="0" y="0"/>
                  </a:moveTo>
                  <a:lnTo>
                    <a:pt x="80759" y="0"/>
                  </a:lnTo>
                  <a:lnTo>
                    <a:pt x="136398" y="188214"/>
                  </a:lnTo>
                  <a:lnTo>
                    <a:pt x="191274" y="0"/>
                  </a:lnTo>
                  <a:lnTo>
                    <a:pt x="355104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30256" y="2342489"/>
              <a:ext cx="226060" cy="537210"/>
            </a:xfrm>
            <a:custGeom>
              <a:avLst/>
              <a:gdLst/>
              <a:ahLst/>
              <a:cxnLst/>
              <a:rect l="l" t="t" r="r" b="b"/>
              <a:pathLst>
                <a:path w="226060" h="537210">
                  <a:moveTo>
                    <a:pt x="0" y="536828"/>
                  </a:moveTo>
                  <a:lnTo>
                    <a:pt x="225551" y="536828"/>
                  </a:lnTo>
                  <a:lnTo>
                    <a:pt x="225551" y="0"/>
                  </a:lnTo>
                  <a:lnTo>
                    <a:pt x="0" y="0"/>
                  </a:lnTo>
                  <a:lnTo>
                    <a:pt x="0" y="536828"/>
                  </a:lnTo>
                  <a:close/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833899" y="2503523"/>
              <a:ext cx="25400" cy="26034"/>
            </a:xfrm>
            <a:custGeom>
              <a:avLst/>
              <a:gdLst/>
              <a:ahLst/>
              <a:cxnLst/>
              <a:rect l="l" t="t" r="r" b="b"/>
              <a:pathLst>
                <a:path w="25400" h="26035">
                  <a:moveTo>
                    <a:pt x="25146" y="12192"/>
                  </a:moveTo>
                  <a:lnTo>
                    <a:pt x="25146" y="4572"/>
                  </a:lnTo>
                  <a:lnTo>
                    <a:pt x="20561" y="0"/>
                  </a:lnTo>
                  <a:lnTo>
                    <a:pt x="13716" y="0"/>
                  </a:lnTo>
                  <a:lnTo>
                    <a:pt x="4559" y="0"/>
                  </a:lnTo>
                  <a:lnTo>
                    <a:pt x="0" y="4572"/>
                  </a:lnTo>
                  <a:lnTo>
                    <a:pt x="0" y="12192"/>
                  </a:lnTo>
                  <a:lnTo>
                    <a:pt x="0" y="19050"/>
                  </a:lnTo>
                  <a:lnTo>
                    <a:pt x="4559" y="25908"/>
                  </a:lnTo>
                  <a:lnTo>
                    <a:pt x="13716" y="25908"/>
                  </a:lnTo>
                  <a:lnTo>
                    <a:pt x="20561" y="25908"/>
                  </a:lnTo>
                  <a:lnTo>
                    <a:pt x="25146" y="19050"/>
                  </a:lnTo>
                  <a:lnTo>
                    <a:pt x="25146" y="12192"/>
                  </a:lnTo>
                  <a:close/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33899" y="2687922"/>
              <a:ext cx="25400" cy="28575"/>
            </a:xfrm>
            <a:custGeom>
              <a:avLst/>
              <a:gdLst/>
              <a:ahLst/>
              <a:cxnLst/>
              <a:rect l="l" t="t" r="r" b="b"/>
              <a:pathLst>
                <a:path w="25400" h="28575">
                  <a:moveTo>
                    <a:pt x="25146" y="13716"/>
                  </a:moveTo>
                  <a:lnTo>
                    <a:pt x="25146" y="6858"/>
                  </a:lnTo>
                  <a:lnTo>
                    <a:pt x="20561" y="0"/>
                  </a:lnTo>
                  <a:lnTo>
                    <a:pt x="13716" y="0"/>
                  </a:lnTo>
                  <a:lnTo>
                    <a:pt x="4559" y="0"/>
                  </a:lnTo>
                  <a:lnTo>
                    <a:pt x="0" y="6858"/>
                  </a:lnTo>
                  <a:lnTo>
                    <a:pt x="0" y="13716"/>
                  </a:lnTo>
                  <a:lnTo>
                    <a:pt x="0" y="20574"/>
                  </a:lnTo>
                  <a:lnTo>
                    <a:pt x="4559" y="28194"/>
                  </a:lnTo>
                  <a:lnTo>
                    <a:pt x="13716" y="28194"/>
                  </a:lnTo>
                  <a:lnTo>
                    <a:pt x="20561" y="28194"/>
                  </a:lnTo>
                  <a:lnTo>
                    <a:pt x="25146" y="20574"/>
                  </a:lnTo>
                  <a:lnTo>
                    <a:pt x="25146" y="13716"/>
                  </a:lnTo>
                  <a:close/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56341" y="2655923"/>
              <a:ext cx="0" cy="48260"/>
            </a:xfrm>
            <a:custGeom>
              <a:avLst/>
              <a:gdLst/>
              <a:ahLst/>
              <a:cxnLst/>
              <a:rect l="l" t="t" r="r" b="b"/>
              <a:pathLst>
                <a:path h="48260">
                  <a:moveTo>
                    <a:pt x="0" y="0"/>
                  </a:moveTo>
                  <a:lnTo>
                    <a:pt x="0" y="48006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56341" y="2518001"/>
              <a:ext cx="0" cy="55244"/>
            </a:xfrm>
            <a:custGeom>
              <a:avLst/>
              <a:gdLst/>
              <a:ahLst/>
              <a:cxnLst/>
              <a:rect l="l" t="t" r="r" b="b"/>
              <a:pathLst>
                <a:path h="55244">
                  <a:moveTo>
                    <a:pt x="0" y="5486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656346" y="2703926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17754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656346" y="2517996"/>
              <a:ext cx="177800" cy="0"/>
            </a:xfrm>
            <a:custGeom>
              <a:avLst/>
              <a:gdLst/>
              <a:ahLst/>
              <a:cxnLst/>
              <a:rect l="l" t="t" r="r" b="b"/>
              <a:pathLst>
                <a:path w="177800">
                  <a:moveTo>
                    <a:pt x="177546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34172" y="2800019"/>
              <a:ext cx="198755" cy="37465"/>
            </a:xfrm>
            <a:custGeom>
              <a:avLst/>
              <a:gdLst/>
              <a:ahLst/>
              <a:cxnLst/>
              <a:rect l="l" t="t" r="r" b="b"/>
              <a:pathLst>
                <a:path w="198754" h="37464">
                  <a:moveTo>
                    <a:pt x="198132" y="0"/>
                  </a:moveTo>
                  <a:lnTo>
                    <a:pt x="0" y="0"/>
                  </a:lnTo>
                  <a:lnTo>
                    <a:pt x="0" y="37338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33886" y="27874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146" y="11429"/>
                  </a:moveTo>
                  <a:lnTo>
                    <a:pt x="25146" y="6857"/>
                  </a:lnTo>
                  <a:lnTo>
                    <a:pt x="20561" y="0"/>
                  </a:lnTo>
                  <a:lnTo>
                    <a:pt x="13716" y="0"/>
                  </a:lnTo>
                  <a:lnTo>
                    <a:pt x="4559" y="0"/>
                  </a:lnTo>
                  <a:lnTo>
                    <a:pt x="0" y="6857"/>
                  </a:lnTo>
                  <a:lnTo>
                    <a:pt x="0" y="11429"/>
                  </a:lnTo>
                  <a:lnTo>
                    <a:pt x="0" y="20573"/>
                  </a:lnTo>
                  <a:lnTo>
                    <a:pt x="4559" y="25145"/>
                  </a:lnTo>
                  <a:lnTo>
                    <a:pt x="13716" y="25145"/>
                  </a:lnTo>
                  <a:lnTo>
                    <a:pt x="20561" y="25145"/>
                  </a:lnTo>
                  <a:lnTo>
                    <a:pt x="25146" y="20573"/>
                  </a:lnTo>
                  <a:lnTo>
                    <a:pt x="25146" y="11429"/>
                  </a:lnTo>
                  <a:close/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561091" y="2175228"/>
            <a:ext cx="59436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10" dirty="0">
                <a:solidFill>
                  <a:srgbClr val="070101"/>
                </a:solidFill>
                <a:latin typeface="Malgun Gothic"/>
                <a:cs typeface="Malgun Gothic"/>
              </a:rPr>
              <a:t>Master</a:t>
            </a:r>
            <a:r>
              <a:rPr sz="650" spc="-45" dirty="0">
                <a:solidFill>
                  <a:srgbClr val="070101"/>
                </a:solidFill>
                <a:latin typeface="Malgun Gothic"/>
                <a:cs typeface="Malgun Gothic"/>
              </a:rPr>
              <a:t> </a:t>
            </a:r>
            <a:r>
              <a:rPr sz="650" spc="5" dirty="0">
                <a:solidFill>
                  <a:srgbClr val="070101"/>
                </a:solidFill>
                <a:latin typeface="Malgun Gothic"/>
                <a:cs typeface="Malgun Gothic"/>
              </a:rPr>
              <a:t>Station</a:t>
            </a:r>
            <a:endParaRPr sz="650">
              <a:latin typeface="Malgun Gothic"/>
              <a:cs typeface="Malgun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710454" y="2179789"/>
            <a:ext cx="34036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40" dirty="0">
                <a:solidFill>
                  <a:srgbClr val="070101"/>
                </a:solidFill>
                <a:latin typeface="Malgun Gothic"/>
                <a:cs typeface="Malgun Gothic"/>
              </a:rPr>
              <a:t>당</a:t>
            </a:r>
            <a:r>
              <a:rPr sz="650" spc="-25" dirty="0">
                <a:solidFill>
                  <a:srgbClr val="070101"/>
                </a:solidFill>
                <a:latin typeface="Malgun Gothic"/>
                <a:cs typeface="Malgun Gothic"/>
              </a:rPr>
              <a:t>사</a:t>
            </a:r>
            <a:r>
              <a:rPr sz="650" spc="-40" dirty="0">
                <a:solidFill>
                  <a:srgbClr val="070101"/>
                </a:solidFill>
                <a:latin typeface="Malgun Gothic"/>
                <a:cs typeface="Malgun Gothic"/>
              </a:rPr>
              <a:t>제품</a:t>
            </a:r>
            <a:endParaRPr sz="650">
              <a:latin typeface="Malgun Gothic"/>
              <a:cs typeface="Malgun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760457" y="2185095"/>
            <a:ext cx="33909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40" dirty="0">
                <a:solidFill>
                  <a:srgbClr val="070101"/>
                </a:solidFill>
                <a:latin typeface="Malgun Gothic"/>
                <a:cs typeface="Malgun Gothic"/>
              </a:rPr>
              <a:t>당</a:t>
            </a:r>
            <a:r>
              <a:rPr sz="650" spc="-30" dirty="0">
                <a:solidFill>
                  <a:srgbClr val="070101"/>
                </a:solidFill>
                <a:latin typeface="Malgun Gothic"/>
                <a:cs typeface="Malgun Gothic"/>
              </a:rPr>
              <a:t>사</a:t>
            </a:r>
            <a:r>
              <a:rPr sz="650" spc="-40" dirty="0">
                <a:solidFill>
                  <a:srgbClr val="070101"/>
                </a:solidFill>
                <a:latin typeface="Malgun Gothic"/>
                <a:cs typeface="Malgun Gothic"/>
              </a:rPr>
              <a:t>제품</a:t>
            </a:r>
            <a:endParaRPr sz="650">
              <a:latin typeface="Malgun Gothic"/>
              <a:cs typeface="Malgun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239511" y="2500775"/>
            <a:ext cx="539750" cy="2266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2540">
              <a:lnSpc>
                <a:spcPct val="102299"/>
              </a:lnSpc>
              <a:spcBef>
                <a:spcPts val="85"/>
              </a:spcBef>
            </a:pPr>
            <a:r>
              <a:rPr sz="650" spc="-35" dirty="0">
                <a:solidFill>
                  <a:srgbClr val="070101"/>
                </a:solidFill>
                <a:latin typeface="Malgun Gothic"/>
                <a:cs typeface="Malgun Gothic"/>
              </a:rPr>
              <a:t>종단저항 </a:t>
            </a:r>
            <a:r>
              <a:rPr sz="650" spc="-30" dirty="0">
                <a:solidFill>
                  <a:srgbClr val="070101"/>
                </a:solidFill>
                <a:latin typeface="Malgun Gothic"/>
                <a:cs typeface="Malgun Gothic"/>
              </a:rPr>
              <a:t> </a:t>
            </a:r>
            <a:r>
              <a:rPr sz="650" spc="30" dirty="0">
                <a:solidFill>
                  <a:srgbClr val="070101"/>
                </a:solidFill>
                <a:latin typeface="Malgun Gothic"/>
                <a:cs typeface="Malgun Gothic"/>
              </a:rPr>
              <a:t>(</a:t>
            </a:r>
            <a:r>
              <a:rPr sz="650" spc="35" dirty="0">
                <a:solidFill>
                  <a:srgbClr val="070101"/>
                </a:solidFill>
                <a:latin typeface="Malgun Gothic"/>
                <a:cs typeface="Malgun Gothic"/>
              </a:rPr>
              <a:t>1</a:t>
            </a:r>
            <a:r>
              <a:rPr sz="650" spc="25" dirty="0">
                <a:solidFill>
                  <a:srgbClr val="070101"/>
                </a:solidFill>
                <a:latin typeface="Malgun Gothic"/>
                <a:cs typeface="Malgun Gothic"/>
              </a:rPr>
              <a:t>2</a:t>
            </a:r>
            <a:r>
              <a:rPr sz="650" spc="40" dirty="0">
                <a:solidFill>
                  <a:srgbClr val="070101"/>
                </a:solidFill>
                <a:latin typeface="Malgun Gothic"/>
                <a:cs typeface="Malgun Gothic"/>
              </a:rPr>
              <a:t>0</a:t>
            </a:r>
            <a:r>
              <a:rPr sz="650" spc="-60" dirty="0">
                <a:solidFill>
                  <a:srgbClr val="070101"/>
                </a:solidFill>
                <a:latin typeface="Malgun Gothic"/>
                <a:cs typeface="Malgun Gothic"/>
              </a:rPr>
              <a:t>Ω</a:t>
            </a:r>
            <a:r>
              <a:rPr sz="650" spc="5" dirty="0">
                <a:solidFill>
                  <a:srgbClr val="070101"/>
                </a:solidFill>
                <a:latin typeface="Malgun Gothic"/>
                <a:cs typeface="Malgun Gothic"/>
              </a:rPr>
              <a:t> </a:t>
            </a:r>
            <a:r>
              <a:rPr sz="650" spc="35" dirty="0">
                <a:solidFill>
                  <a:srgbClr val="070101"/>
                </a:solidFill>
                <a:latin typeface="Malgun Gothic"/>
                <a:cs typeface="Malgun Gothic"/>
              </a:rPr>
              <a:t>1</a:t>
            </a:r>
            <a:r>
              <a:rPr sz="650" spc="-10" dirty="0">
                <a:solidFill>
                  <a:srgbClr val="070101"/>
                </a:solidFill>
                <a:latin typeface="Malgun Gothic"/>
                <a:cs typeface="Malgun Gothic"/>
              </a:rPr>
              <a:t>/</a:t>
            </a:r>
            <a:r>
              <a:rPr sz="650" spc="35" dirty="0">
                <a:solidFill>
                  <a:srgbClr val="070101"/>
                </a:solidFill>
                <a:latin typeface="Malgun Gothic"/>
                <a:cs typeface="Malgun Gothic"/>
              </a:rPr>
              <a:t>2W)</a:t>
            </a:r>
            <a:endParaRPr sz="650">
              <a:latin typeface="Malgun Gothic"/>
              <a:cs typeface="Malgun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511743" y="2966624"/>
            <a:ext cx="38989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40" dirty="0">
                <a:solidFill>
                  <a:srgbClr val="070101"/>
                </a:solidFill>
                <a:latin typeface="Malgun Gothic"/>
                <a:cs typeface="Malgun Gothic"/>
              </a:rPr>
              <a:t>제</a:t>
            </a:r>
            <a:r>
              <a:rPr sz="650" spc="45" dirty="0">
                <a:solidFill>
                  <a:srgbClr val="070101"/>
                </a:solidFill>
                <a:latin typeface="Malgun Gothic"/>
                <a:cs typeface="Malgun Gothic"/>
              </a:rPr>
              <a:t>3</a:t>
            </a:r>
            <a:r>
              <a:rPr sz="650" spc="-40" dirty="0">
                <a:solidFill>
                  <a:srgbClr val="070101"/>
                </a:solidFill>
                <a:latin typeface="Malgun Gothic"/>
                <a:cs typeface="Malgun Gothic"/>
              </a:rPr>
              <a:t>종접지</a:t>
            </a:r>
            <a:endParaRPr sz="650">
              <a:latin typeface="Malgun Gothic"/>
              <a:cs typeface="Malgun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072573" y="2826322"/>
            <a:ext cx="30099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070101"/>
                </a:solidFill>
                <a:latin typeface="Malgun Gothic"/>
                <a:cs typeface="Malgun Gothic"/>
              </a:rPr>
              <a:t>SH</a:t>
            </a:r>
            <a:r>
              <a:rPr sz="650" spc="-20" dirty="0">
                <a:solidFill>
                  <a:srgbClr val="070101"/>
                </a:solidFill>
                <a:latin typeface="Malgun Gothic"/>
                <a:cs typeface="Malgun Gothic"/>
              </a:rPr>
              <a:t>I</a:t>
            </a:r>
            <a:r>
              <a:rPr sz="650" spc="45" dirty="0">
                <a:solidFill>
                  <a:srgbClr val="070101"/>
                </a:solidFill>
                <a:latin typeface="Malgun Gothic"/>
                <a:cs typeface="Malgun Gothic"/>
              </a:rPr>
              <a:t>E</a:t>
            </a:r>
            <a:r>
              <a:rPr sz="650" dirty="0">
                <a:solidFill>
                  <a:srgbClr val="070101"/>
                </a:solidFill>
                <a:latin typeface="Malgun Gothic"/>
                <a:cs typeface="Malgun Gothic"/>
              </a:rPr>
              <a:t>L</a:t>
            </a:r>
            <a:r>
              <a:rPr sz="650" spc="5" dirty="0">
                <a:solidFill>
                  <a:srgbClr val="070101"/>
                </a:solidFill>
                <a:latin typeface="Malgun Gothic"/>
                <a:cs typeface="Malgun Gothic"/>
              </a:rPr>
              <a:t>D</a:t>
            </a:r>
            <a:endParaRPr sz="650">
              <a:latin typeface="Malgun Gothic"/>
              <a:cs typeface="Malgun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107564" y="2802772"/>
            <a:ext cx="471805" cy="28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sz="650" dirty="0">
                <a:solidFill>
                  <a:srgbClr val="070101"/>
                </a:solidFill>
                <a:latin typeface="Malgun Gothic"/>
                <a:cs typeface="Malgun Gothic"/>
              </a:rPr>
              <a:t>SH</a:t>
            </a:r>
            <a:r>
              <a:rPr sz="650" spc="-20" dirty="0">
                <a:solidFill>
                  <a:srgbClr val="070101"/>
                </a:solidFill>
                <a:latin typeface="Malgun Gothic"/>
                <a:cs typeface="Malgun Gothic"/>
              </a:rPr>
              <a:t>I</a:t>
            </a:r>
            <a:r>
              <a:rPr sz="650" spc="45" dirty="0">
                <a:solidFill>
                  <a:srgbClr val="070101"/>
                </a:solidFill>
                <a:latin typeface="Malgun Gothic"/>
                <a:cs typeface="Malgun Gothic"/>
              </a:rPr>
              <a:t>E</a:t>
            </a:r>
            <a:r>
              <a:rPr sz="650" dirty="0">
                <a:solidFill>
                  <a:srgbClr val="070101"/>
                </a:solidFill>
                <a:latin typeface="Malgun Gothic"/>
                <a:cs typeface="Malgun Gothic"/>
              </a:rPr>
              <a:t>L</a:t>
            </a:r>
            <a:r>
              <a:rPr sz="650" spc="5" dirty="0">
                <a:solidFill>
                  <a:srgbClr val="070101"/>
                </a:solidFill>
                <a:latin typeface="Malgun Gothic"/>
                <a:cs typeface="Malgun Gothic"/>
              </a:rPr>
              <a:t>D</a:t>
            </a:r>
            <a:endParaRPr sz="6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650" spc="-25" dirty="0">
                <a:solidFill>
                  <a:srgbClr val="070101"/>
                </a:solidFill>
                <a:latin typeface="Malgun Gothic"/>
                <a:cs typeface="Malgun Gothic"/>
              </a:rPr>
              <a:t>제3종접지</a:t>
            </a:r>
            <a:endParaRPr sz="650">
              <a:latin typeface="Malgun Gothic"/>
              <a:cs typeface="Malgun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723843" y="2377389"/>
            <a:ext cx="23939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650" spc="-15" dirty="0">
                <a:solidFill>
                  <a:srgbClr val="070101"/>
                </a:solidFill>
                <a:latin typeface="Arial MT"/>
                <a:cs typeface="Arial MT"/>
              </a:rPr>
              <a:t>RTX+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773819" y="2344635"/>
            <a:ext cx="16065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5" dirty="0">
                <a:solidFill>
                  <a:srgbClr val="070101"/>
                </a:solidFill>
                <a:latin typeface="Arial MT"/>
                <a:cs typeface="Arial MT"/>
              </a:rPr>
              <a:t>A </a:t>
            </a:r>
            <a:r>
              <a:rPr sz="650" spc="25" dirty="0">
                <a:solidFill>
                  <a:srgbClr val="070101"/>
                </a:solidFill>
                <a:latin typeface="Arial MT"/>
                <a:cs typeface="Arial MT"/>
              </a:rPr>
              <a:t>+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823159" y="2348450"/>
            <a:ext cx="15938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5" dirty="0">
                <a:solidFill>
                  <a:srgbClr val="070101"/>
                </a:solidFill>
                <a:latin typeface="Arial MT"/>
                <a:cs typeface="Arial MT"/>
              </a:rPr>
              <a:t>A</a:t>
            </a:r>
            <a:r>
              <a:rPr sz="650" spc="-30" dirty="0">
                <a:solidFill>
                  <a:srgbClr val="070101"/>
                </a:solidFill>
                <a:latin typeface="Arial MT"/>
                <a:cs typeface="Arial MT"/>
              </a:rPr>
              <a:t> </a:t>
            </a:r>
            <a:r>
              <a:rPr sz="650" spc="25" dirty="0">
                <a:solidFill>
                  <a:srgbClr val="070101"/>
                </a:solidFill>
                <a:latin typeface="Arial MT"/>
                <a:cs typeface="Arial MT"/>
              </a:rPr>
              <a:t>+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723843" y="2565619"/>
            <a:ext cx="23939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650" spc="-40" dirty="0">
                <a:solidFill>
                  <a:srgbClr val="070101"/>
                </a:solidFill>
                <a:latin typeface="Arial MT"/>
                <a:cs typeface="Arial MT"/>
              </a:rPr>
              <a:t>R</a:t>
            </a:r>
            <a:r>
              <a:rPr sz="650" spc="-5" dirty="0">
                <a:solidFill>
                  <a:srgbClr val="070101"/>
                </a:solidFill>
                <a:latin typeface="Arial MT"/>
                <a:cs typeface="Arial MT"/>
              </a:rPr>
              <a:t>T</a:t>
            </a:r>
            <a:r>
              <a:rPr sz="650" spc="-35" dirty="0">
                <a:solidFill>
                  <a:srgbClr val="070101"/>
                </a:solidFill>
                <a:latin typeface="Arial MT"/>
                <a:cs typeface="Arial MT"/>
              </a:rPr>
              <a:t>X</a:t>
            </a:r>
            <a:r>
              <a:rPr sz="650" spc="190" dirty="0">
                <a:solidFill>
                  <a:srgbClr val="070101"/>
                </a:solidFill>
                <a:latin typeface="Arial MT"/>
                <a:cs typeface="Arial MT"/>
              </a:rPr>
              <a:t>-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773902" y="2547293"/>
            <a:ext cx="16129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5" dirty="0">
                <a:solidFill>
                  <a:srgbClr val="070101"/>
                </a:solidFill>
                <a:latin typeface="Arial MT"/>
                <a:cs typeface="Arial MT"/>
              </a:rPr>
              <a:t>B</a:t>
            </a:r>
            <a:r>
              <a:rPr sz="650" spc="-30" dirty="0">
                <a:solidFill>
                  <a:srgbClr val="070101"/>
                </a:solidFill>
                <a:latin typeface="Arial MT"/>
                <a:cs typeface="Arial MT"/>
              </a:rPr>
              <a:t> </a:t>
            </a:r>
            <a:r>
              <a:rPr sz="650" spc="190" dirty="0">
                <a:solidFill>
                  <a:srgbClr val="070101"/>
                </a:solidFill>
                <a:latin typeface="Arial MT"/>
                <a:cs typeface="Arial MT"/>
              </a:rPr>
              <a:t>-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823159" y="2547293"/>
            <a:ext cx="16192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5" dirty="0">
                <a:solidFill>
                  <a:srgbClr val="070101"/>
                </a:solidFill>
                <a:latin typeface="Arial MT"/>
                <a:cs typeface="Arial MT"/>
              </a:rPr>
              <a:t>B</a:t>
            </a:r>
            <a:r>
              <a:rPr sz="650" spc="-25" dirty="0">
                <a:solidFill>
                  <a:srgbClr val="070101"/>
                </a:solidFill>
                <a:latin typeface="Arial MT"/>
                <a:cs typeface="Arial MT"/>
              </a:rPr>
              <a:t> </a:t>
            </a:r>
            <a:r>
              <a:rPr sz="650" spc="190" dirty="0">
                <a:solidFill>
                  <a:srgbClr val="070101"/>
                </a:solidFill>
                <a:latin typeface="Arial MT"/>
                <a:cs typeface="Arial MT"/>
              </a:rPr>
              <a:t>-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071753" y="2478385"/>
            <a:ext cx="540385" cy="245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795">
              <a:lnSpc>
                <a:spcPct val="110700"/>
              </a:lnSpc>
              <a:spcBef>
                <a:spcPts val="100"/>
              </a:spcBef>
            </a:pPr>
            <a:r>
              <a:rPr sz="650" spc="-35" dirty="0">
                <a:solidFill>
                  <a:srgbClr val="070101"/>
                </a:solidFill>
                <a:latin typeface="Malgun Gothic"/>
                <a:cs typeface="Malgun Gothic"/>
              </a:rPr>
              <a:t>종단저항 </a:t>
            </a:r>
            <a:r>
              <a:rPr sz="650" spc="-30" dirty="0">
                <a:solidFill>
                  <a:srgbClr val="070101"/>
                </a:solidFill>
                <a:latin typeface="Malgun Gothic"/>
                <a:cs typeface="Malgun Gothic"/>
              </a:rPr>
              <a:t> </a:t>
            </a:r>
            <a:r>
              <a:rPr sz="650" spc="30" dirty="0">
                <a:solidFill>
                  <a:srgbClr val="070101"/>
                </a:solidFill>
                <a:latin typeface="Malgun Gothic"/>
                <a:cs typeface="Malgun Gothic"/>
              </a:rPr>
              <a:t>(</a:t>
            </a:r>
            <a:r>
              <a:rPr sz="650" spc="35" dirty="0">
                <a:solidFill>
                  <a:srgbClr val="070101"/>
                </a:solidFill>
                <a:latin typeface="Malgun Gothic"/>
                <a:cs typeface="Malgun Gothic"/>
              </a:rPr>
              <a:t>1</a:t>
            </a:r>
            <a:r>
              <a:rPr sz="650" spc="25" dirty="0">
                <a:solidFill>
                  <a:srgbClr val="070101"/>
                </a:solidFill>
                <a:latin typeface="Malgun Gothic"/>
                <a:cs typeface="Malgun Gothic"/>
              </a:rPr>
              <a:t>2</a:t>
            </a:r>
            <a:r>
              <a:rPr sz="650" spc="40" dirty="0">
                <a:solidFill>
                  <a:srgbClr val="070101"/>
                </a:solidFill>
                <a:latin typeface="Malgun Gothic"/>
                <a:cs typeface="Malgun Gothic"/>
              </a:rPr>
              <a:t>0</a:t>
            </a:r>
            <a:r>
              <a:rPr sz="650" spc="-60" dirty="0">
                <a:solidFill>
                  <a:srgbClr val="070101"/>
                </a:solidFill>
                <a:latin typeface="Malgun Gothic"/>
                <a:cs typeface="Malgun Gothic"/>
              </a:rPr>
              <a:t>Ω</a:t>
            </a:r>
            <a:r>
              <a:rPr sz="650" spc="5" dirty="0">
                <a:solidFill>
                  <a:srgbClr val="070101"/>
                </a:solidFill>
                <a:latin typeface="Malgun Gothic"/>
                <a:cs typeface="Malgun Gothic"/>
              </a:rPr>
              <a:t> </a:t>
            </a:r>
            <a:r>
              <a:rPr sz="650" spc="35" dirty="0">
                <a:solidFill>
                  <a:srgbClr val="070101"/>
                </a:solidFill>
                <a:latin typeface="Malgun Gothic"/>
                <a:cs typeface="Malgun Gothic"/>
              </a:rPr>
              <a:t>1</a:t>
            </a:r>
            <a:r>
              <a:rPr sz="650" spc="-10" dirty="0">
                <a:solidFill>
                  <a:srgbClr val="070101"/>
                </a:solidFill>
                <a:latin typeface="Malgun Gothic"/>
                <a:cs typeface="Malgun Gothic"/>
              </a:rPr>
              <a:t>/</a:t>
            </a:r>
            <a:r>
              <a:rPr sz="650" spc="35" dirty="0">
                <a:solidFill>
                  <a:srgbClr val="070101"/>
                </a:solidFill>
                <a:latin typeface="Malgun Gothic"/>
                <a:cs typeface="Malgun Gothic"/>
              </a:rPr>
              <a:t>2</a:t>
            </a:r>
            <a:r>
              <a:rPr sz="650" spc="45" dirty="0">
                <a:solidFill>
                  <a:srgbClr val="070101"/>
                </a:solidFill>
                <a:latin typeface="Malgun Gothic"/>
                <a:cs typeface="Malgun Gothic"/>
              </a:rPr>
              <a:t>W</a:t>
            </a:r>
            <a:r>
              <a:rPr sz="650" spc="35" dirty="0">
                <a:solidFill>
                  <a:srgbClr val="070101"/>
                </a:solidFill>
                <a:latin typeface="Malgun Gothic"/>
                <a:cs typeface="Malgun Gothic"/>
              </a:rPr>
              <a:t>)</a:t>
            </a:r>
            <a:endParaRPr sz="650">
              <a:latin typeface="Malgun Gothic"/>
              <a:cs typeface="Malgun Gothic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55232" y="2536223"/>
            <a:ext cx="200406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080" indent="-114935">
              <a:lnSpc>
                <a:spcPct val="108200"/>
              </a:lnSpc>
              <a:spcBef>
                <a:spcPts val="100"/>
              </a:spcBef>
            </a:pPr>
            <a:r>
              <a:rPr sz="800" spc="45" dirty="0">
                <a:solidFill>
                  <a:srgbClr val="231F20"/>
                </a:solidFill>
                <a:latin typeface="Malgun Gothic"/>
                <a:cs typeface="Malgun Gothic"/>
              </a:rPr>
              <a:t>1) </a:t>
            </a:r>
            <a:r>
              <a:rPr sz="800" spc="-13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r>
              <a:rPr sz="800" spc="5" dirty="0">
                <a:solidFill>
                  <a:srgbClr val="231F20"/>
                </a:solidFill>
                <a:latin typeface="Malgun Gothic"/>
                <a:cs typeface="Malgun Gothic"/>
              </a:rPr>
              <a:t>lave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algun Gothic"/>
                <a:cs typeface="Malgun Gothic"/>
              </a:rPr>
              <a:t>측(</a:t>
            </a:r>
            <a:r>
              <a:rPr sz="800" spc="40" dirty="0">
                <a:solidFill>
                  <a:srgbClr val="231F20"/>
                </a:solidFill>
                <a:latin typeface="Malgun Gothic"/>
                <a:cs typeface="Malgun Gothic"/>
              </a:rPr>
              <a:t>M74</a:t>
            </a:r>
            <a:r>
              <a:rPr sz="800" spc="45" dirty="0">
                <a:solidFill>
                  <a:srgbClr val="231F20"/>
                </a:solidFill>
                <a:latin typeface="Malgun Gothic"/>
                <a:cs typeface="Malgun Gothic"/>
              </a:rPr>
              <a:t>)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은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최대</a:t>
            </a:r>
            <a:r>
              <a:rPr sz="8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40" dirty="0">
                <a:solidFill>
                  <a:srgbClr val="231F20"/>
                </a:solidFill>
                <a:latin typeface="Malgun Gothic"/>
                <a:cs typeface="Malgun Gothic"/>
              </a:rPr>
              <a:t>32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대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까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지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멀티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드</a:t>
            </a:r>
            <a:r>
              <a:rPr sz="800" spc="-30" dirty="0">
                <a:solidFill>
                  <a:srgbClr val="231F20"/>
                </a:solidFill>
                <a:latin typeface="Malgun Gothic"/>
                <a:cs typeface="Malgun Gothic"/>
              </a:rPr>
              <a:t>롭  </a:t>
            </a:r>
            <a:r>
              <a:rPr sz="800" spc="45" dirty="0">
                <a:solidFill>
                  <a:srgbClr val="231F20"/>
                </a:solidFill>
                <a:latin typeface="Malgun Gothic"/>
                <a:cs typeface="Malgun Gothic"/>
              </a:rPr>
              <a:t>(</a:t>
            </a:r>
            <a:r>
              <a:rPr sz="800" spc="40" dirty="0">
                <a:solidFill>
                  <a:srgbClr val="231F20"/>
                </a:solidFill>
                <a:latin typeface="Malgun Gothic"/>
                <a:cs typeface="Malgun Gothic"/>
              </a:rPr>
              <a:t>M</a:t>
            </a:r>
            <a:r>
              <a:rPr sz="800" spc="15" dirty="0">
                <a:solidFill>
                  <a:srgbClr val="231F20"/>
                </a:solidFill>
                <a:latin typeface="Malgun Gothic"/>
                <a:cs typeface="Malgun Gothic"/>
              </a:rPr>
              <a:t>U</a:t>
            </a:r>
            <a:r>
              <a:rPr sz="800" dirty="0">
                <a:solidFill>
                  <a:srgbClr val="231F20"/>
                </a:solidFill>
                <a:latin typeface="Malgun Gothic"/>
                <a:cs typeface="Malgun Gothic"/>
              </a:rPr>
              <a:t>L</a:t>
            </a:r>
            <a:r>
              <a:rPr sz="800" spc="5" dirty="0">
                <a:solidFill>
                  <a:srgbClr val="231F20"/>
                </a:solidFill>
                <a:latin typeface="Malgun Gothic"/>
                <a:cs typeface="Malgun Gothic"/>
              </a:rPr>
              <a:t>T</a:t>
            </a:r>
            <a:r>
              <a:rPr sz="800" dirty="0">
                <a:solidFill>
                  <a:srgbClr val="231F20"/>
                </a:solidFill>
                <a:latin typeface="Malgun Gothic"/>
                <a:cs typeface="Malgun Gothic"/>
              </a:rPr>
              <a:t>IDROP</a:t>
            </a:r>
            <a:r>
              <a:rPr sz="800" spc="45" dirty="0">
                <a:solidFill>
                  <a:srgbClr val="231F20"/>
                </a:solidFill>
                <a:latin typeface="Malgun Gothic"/>
                <a:cs typeface="Malgun Gothic"/>
              </a:rPr>
              <a:t>)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접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속이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가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능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합니다</a:t>
            </a:r>
            <a:r>
              <a:rPr sz="800" spc="65" dirty="0">
                <a:solidFill>
                  <a:srgbClr val="231F20"/>
                </a:solidFill>
                <a:latin typeface="Malgun Gothic"/>
                <a:cs typeface="Malgun Gothic"/>
              </a:rPr>
              <a:t>.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06970" y="2243670"/>
            <a:ext cx="10598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25" dirty="0">
                <a:solidFill>
                  <a:srgbClr val="231F20"/>
                </a:solidFill>
                <a:latin typeface="Malgun Gothic"/>
                <a:cs typeface="Malgun Gothic"/>
              </a:rPr>
              <a:t>※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Malgun Gothic"/>
                <a:cs typeface="Malgun Gothic"/>
              </a:rPr>
              <a:t>통신(RS-4</a:t>
            </a:r>
            <a:r>
              <a:rPr sz="900" spc="40" dirty="0">
                <a:solidFill>
                  <a:srgbClr val="231F20"/>
                </a:solidFill>
                <a:latin typeface="Malgun Gothic"/>
                <a:cs typeface="Malgun Gothic"/>
              </a:rPr>
              <a:t>8</a:t>
            </a:r>
            <a:r>
              <a:rPr sz="900" spc="-5" dirty="0">
                <a:solidFill>
                  <a:srgbClr val="231F20"/>
                </a:solidFill>
                <a:latin typeface="Malgun Gothic"/>
                <a:cs typeface="Malgun Gothic"/>
              </a:rPr>
              <a:t>5)배선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53909" y="2924083"/>
            <a:ext cx="19831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080" indent="-114935">
              <a:lnSpc>
                <a:spcPct val="108200"/>
              </a:lnSpc>
              <a:spcBef>
                <a:spcPts val="100"/>
              </a:spcBef>
            </a:pPr>
            <a:r>
              <a:rPr sz="800" spc="40" dirty="0">
                <a:solidFill>
                  <a:srgbClr val="231F20"/>
                </a:solidFill>
                <a:latin typeface="Malgun Gothic"/>
                <a:cs typeface="Malgun Gothic"/>
              </a:rPr>
              <a:t>2)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통신로의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양단에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있는</a:t>
            </a:r>
            <a:r>
              <a:rPr sz="800" spc="1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자국 또는</a:t>
            </a:r>
            <a:r>
              <a:rPr sz="800" spc="1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모국에 </a:t>
            </a:r>
            <a:r>
              <a:rPr sz="800" spc="-4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는</a:t>
            </a:r>
            <a:r>
              <a:rPr sz="800" spc="5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40" dirty="0">
                <a:solidFill>
                  <a:srgbClr val="231F20"/>
                </a:solidFill>
                <a:latin typeface="Malgun Gothic"/>
                <a:cs typeface="Malgun Gothic"/>
              </a:rPr>
              <a:t>반드시</a:t>
            </a:r>
            <a:r>
              <a:rPr sz="800" spc="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algun Gothic"/>
                <a:cs typeface="Malgun Gothic"/>
              </a:rPr>
              <a:t>종단저항(120Ω</a:t>
            </a:r>
            <a:r>
              <a:rPr sz="800" spc="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20" dirty="0">
                <a:solidFill>
                  <a:srgbClr val="231F20"/>
                </a:solidFill>
                <a:latin typeface="Malgun Gothic"/>
                <a:cs typeface="Malgun Gothic"/>
              </a:rPr>
              <a:t>1/2W)을</a:t>
            </a:r>
            <a:r>
              <a:rPr sz="800" spc="5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접속 </a:t>
            </a:r>
            <a:r>
              <a:rPr sz="800" spc="-2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35" dirty="0">
                <a:solidFill>
                  <a:srgbClr val="231F20"/>
                </a:solidFill>
                <a:latin typeface="Malgun Gothic"/>
                <a:cs typeface="Malgun Gothic"/>
              </a:rPr>
              <a:t>하여주십시오.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50658" y="3416639"/>
            <a:ext cx="31540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40" dirty="0">
                <a:solidFill>
                  <a:srgbClr val="231F20"/>
                </a:solidFill>
                <a:latin typeface="Malgun Gothic"/>
                <a:cs typeface="Malgun Gothic"/>
              </a:rPr>
              <a:t>3</a:t>
            </a:r>
            <a:r>
              <a:rPr sz="800" spc="45" dirty="0">
                <a:solidFill>
                  <a:srgbClr val="231F20"/>
                </a:solidFill>
                <a:latin typeface="Malgun Gothic"/>
                <a:cs typeface="Malgun Gothic"/>
              </a:rPr>
              <a:t>)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통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신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라인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은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가급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적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트위스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트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페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어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실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드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선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을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사용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해 </a:t>
            </a:r>
            <a:r>
              <a:rPr sz="800" spc="-45" dirty="0">
                <a:solidFill>
                  <a:srgbClr val="231F20"/>
                </a:solidFill>
                <a:latin typeface="Malgun Gothic"/>
                <a:cs typeface="Malgun Gothic"/>
              </a:rPr>
              <a:t>주시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기 </a:t>
            </a:r>
            <a:r>
              <a:rPr sz="800" spc="-20" dirty="0">
                <a:solidFill>
                  <a:srgbClr val="231F20"/>
                </a:solidFill>
                <a:latin typeface="Malgun Gothic"/>
                <a:cs typeface="Malgun Gothic"/>
              </a:rPr>
              <a:t>바랍니다.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4150611" y="2378228"/>
            <a:ext cx="1271905" cy="433070"/>
            <a:chOff x="4150611" y="2378228"/>
            <a:chExt cx="1271905" cy="433070"/>
          </a:xfrm>
        </p:grpSpPr>
        <p:sp>
          <p:nvSpPr>
            <p:cNvPr id="75" name="object 75"/>
            <p:cNvSpPr/>
            <p:nvPr/>
          </p:nvSpPr>
          <p:spPr>
            <a:xfrm>
              <a:off x="4150611" y="2788963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17246" y="0"/>
                  </a:moveTo>
                  <a:lnTo>
                    <a:pt x="4978" y="0"/>
                  </a:lnTo>
                  <a:lnTo>
                    <a:pt x="0" y="4978"/>
                  </a:lnTo>
                  <a:lnTo>
                    <a:pt x="0" y="17246"/>
                  </a:lnTo>
                  <a:lnTo>
                    <a:pt x="4978" y="22225"/>
                  </a:lnTo>
                  <a:lnTo>
                    <a:pt x="17246" y="22225"/>
                  </a:lnTo>
                  <a:lnTo>
                    <a:pt x="22225" y="17246"/>
                  </a:lnTo>
                  <a:lnTo>
                    <a:pt x="22225" y="11112"/>
                  </a:lnTo>
                  <a:lnTo>
                    <a:pt x="22225" y="4978"/>
                  </a:lnTo>
                  <a:lnTo>
                    <a:pt x="17246" y="0"/>
                  </a:lnTo>
                  <a:close/>
                </a:path>
              </a:pathLst>
            </a:custGeom>
            <a:solidFill>
              <a:srgbClr val="07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4153" y="2378235"/>
              <a:ext cx="198361" cy="417018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5154703" y="2379816"/>
              <a:ext cx="149225" cy="414020"/>
            </a:xfrm>
            <a:custGeom>
              <a:avLst/>
              <a:gdLst/>
              <a:ahLst/>
              <a:cxnLst/>
              <a:rect l="l" t="t" r="r" b="b"/>
              <a:pathLst>
                <a:path w="149225" h="414019">
                  <a:moveTo>
                    <a:pt x="148767" y="207657"/>
                  </a:moveTo>
                  <a:lnTo>
                    <a:pt x="144924" y="142092"/>
                  </a:lnTo>
                  <a:lnTo>
                    <a:pt x="134222" y="85096"/>
                  </a:lnTo>
                  <a:lnTo>
                    <a:pt x="117898" y="40118"/>
                  </a:lnTo>
                  <a:lnTo>
                    <a:pt x="73342" y="0"/>
                  </a:lnTo>
                  <a:lnTo>
                    <a:pt x="50518" y="10604"/>
                  </a:lnTo>
                  <a:lnTo>
                    <a:pt x="30430" y="40118"/>
                  </a:lnTo>
                  <a:lnTo>
                    <a:pt x="14419" y="85096"/>
                  </a:lnTo>
                  <a:lnTo>
                    <a:pt x="3828" y="142092"/>
                  </a:lnTo>
                  <a:lnTo>
                    <a:pt x="0" y="207657"/>
                  </a:lnTo>
                  <a:lnTo>
                    <a:pt x="3828" y="272945"/>
                  </a:lnTo>
                  <a:lnTo>
                    <a:pt x="14419" y="329574"/>
                  </a:lnTo>
                  <a:lnTo>
                    <a:pt x="30430" y="374184"/>
                  </a:lnTo>
                  <a:lnTo>
                    <a:pt x="50518" y="403415"/>
                  </a:lnTo>
                  <a:lnTo>
                    <a:pt x="73342" y="413905"/>
                  </a:lnTo>
                  <a:lnTo>
                    <a:pt x="97192" y="403415"/>
                  </a:lnTo>
                  <a:lnTo>
                    <a:pt x="117898" y="374184"/>
                  </a:lnTo>
                  <a:lnTo>
                    <a:pt x="134222" y="329574"/>
                  </a:lnTo>
                  <a:lnTo>
                    <a:pt x="144924" y="272945"/>
                  </a:lnTo>
                  <a:lnTo>
                    <a:pt x="148767" y="207657"/>
                  </a:lnTo>
                  <a:close/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228043" y="2793669"/>
              <a:ext cx="126364" cy="0"/>
            </a:xfrm>
            <a:custGeom>
              <a:avLst/>
              <a:gdLst/>
              <a:ahLst/>
              <a:cxnLst/>
              <a:rect l="l" t="t" r="r" b="b"/>
              <a:pathLst>
                <a:path w="126364">
                  <a:moveTo>
                    <a:pt x="12631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7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216927" y="2782613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17246" y="0"/>
                  </a:moveTo>
                  <a:lnTo>
                    <a:pt x="4978" y="0"/>
                  </a:lnTo>
                  <a:lnTo>
                    <a:pt x="0" y="4978"/>
                  </a:lnTo>
                  <a:lnTo>
                    <a:pt x="0" y="17246"/>
                  </a:lnTo>
                  <a:lnTo>
                    <a:pt x="4978" y="22225"/>
                  </a:lnTo>
                  <a:lnTo>
                    <a:pt x="17246" y="22225"/>
                  </a:lnTo>
                  <a:lnTo>
                    <a:pt x="22225" y="17246"/>
                  </a:lnTo>
                  <a:lnTo>
                    <a:pt x="22225" y="11112"/>
                  </a:lnTo>
                  <a:lnTo>
                    <a:pt x="22225" y="4978"/>
                  </a:lnTo>
                  <a:lnTo>
                    <a:pt x="17246" y="0"/>
                  </a:lnTo>
                  <a:close/>
                </a:path>
              </a:pathLst>
            </a:custGeom>
            <a:solidFill>
              <a:srgbClr val="07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0" name="object 80"/>
          <p:cNvGraphicFramePr>
            <a:graphicFrameLocks noGrp="1"/>
          </p:cNvGraphicFramePr>
          <p:nvPr/>
        </p:nvGraphicFramePr>
        <p:xfrm>
          <a:off x="759815" y="4812322"/>
          <a:ext cx="6064250" cy="4055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5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212"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파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라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미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터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2E0706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9525">
                      <a:solidFill>
                        <a:srgbClr val="2E0706"/>
                      </a:solidFill>
                      <a:prstDash val="solid"/>
                    </a:lnT>
                    <a:lnB w="9525">
                      <a:solidFill>
                        <a:srgbClr val="070101"/>
                      </a:solidFill>
                      <a:prstDash val="solid"/>
                    </a:lnB>
                    <a:solidFill>
                      <a:srgbClr val="B8B8BA"/>
                    </a:solidFill>
                  </a:tcPr>
                </a:tc>
                <a:tc>
                  <a:txBody>
                    <a:bodyPr/>
                    <a:lstStyle/>
                    <a:p>
                      <a:pPr marL="344805">
                        <a:lnSpc>
                          <a:spcPct val="100000"/>
                        </a:lnSpc>
                        <a:spcBef>
                          <a:spcPts val="330"/>
                        </a:spcBef>
                        <a:tabLst>
                          <a:tab pos="581025" algn="l"/>
                        </a:tabLst>
                      </a:pPr>
                      <a:r>
                        <a:rPr sz="900" spc="-5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의	미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9525">
                      <a:solidFill>
                        <a:srgbClr val="2E0706"/>
                      </a:solidFill>
                      <a:prstDash val="solid"/>
                    </a:lnT>
                    <a:lnB w="9525">
                      <a:solidFill>
                        <a:srgbClr val="070101"/>
                      </a:solidFill>
                      <a:prstDash val="solid"/>
                    </a:lnB>
                    <a:solidFill>
                      <a:srgbClr val="B8B8BA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설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정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값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9525">
                      <a:solidFill>
                        <a:srgbClr val="2E0706"/>
                      </a:solidFill>
                      <a:prstDash val="solid"/>
                    </a:lnT>
                    <a:lnB w="9525">
                      <a:solidFill>
                        <a:srgbClr val="070101"/>
                      </a:solidFill>
                      <a:prstDash val="solid"/>
                    </a:lnB>
                    <a:solidFill>
                      <a:srgbClr val="B8B8BA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330"/>
                        </a:spcBef>
                        <a:tabLst>
                          <a:tab pos="330200" algn="l"/>
                        </a:tabLst>
                      </a:pPr>
                      <a:r>
                        <a:rPr sz="900" spc="-5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내	용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9525">
                      <a:solidFill>
                        <a:srgbClr val="2E0706"/>
                      </a:solidFill>
                      <a:prstDash val="solid"/>
                    </a:lnT>
                    <a:lnB w="9525">
                      <a:solidFill>
                        <a:srgbClr val="070101"/>
                      </a:solidFill>
                      <a:prstDash val="solid"/>
                    </a:lnB>
                    <a:solidFill>
                      <a:srgbClr val="B8B8BA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공장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출하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값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9525">
                      <a:solidFill>
                        <a:srgbClr val="2E0706"/>
                      </a:solidFill>
                      <a:prstDash val="solid"/>
                    </a:lnR>
                    <a:lnT w="9525">
                      <a:solidFill>
                        <a:srgbClr val="2E0706"/>
                      </a:solidFill>
                      <a:prstDash val="solid"/>
                    </a:lnT>
                    <a:lnB w="9525">
                      <a:solidFill>
                        <a:srgbClr val="070101"/>
                      </a:solidFill>
                      <a:prstDash val="solid"/>
                    </a:lnB>
                    <a:solidFill>
                      <a:srgbClr val="B8B8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31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90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COM.P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2E0706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9525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프로토콜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선택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9525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HSUM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(0)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10858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HTL</a:t>
                      </a:r>
                      <a:r>
                        <a:rPr sz="900" spc="-8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(1)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10858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Mod-A</a:t>
                      </a:r>
                      <a:r>
                        <a:rPr sz="900" spc="-7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(2)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10858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Mod-B</a:t>
                      </a:r>
                      <a:r>
                        <a:rPr sz="900" spc="-7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(3)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8826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9525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141605">
                        <a:lnSpc>
                          <a:spcPct val="150800"/>
                        </a:lnSpc>
                        <a:spcBef>
                          <a:spcPts val="14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PC-Link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국내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많이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사용되는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ASCII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Protocol  ASCII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형식의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Protocol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PC-Link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와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유사  </a:t>
                      </a:r>
                      <a:r>
                        <a:rPr sz="9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Modbus-ASCII</a:t>
                      </a:r>
                      <a:r>
                        <a:rPr sz="900" spc="-7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Protocol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Modbus-RTU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Protocol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(binary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형식의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포맷)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841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9525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23215" marR="213995" indent="-127000">
                        <a:lnSpc>
                          <a:spcPct val="134200"/>
                        </a:lnSpc>
                        <a:spcBef>
                          <a:spcPts val="8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MOD-B  </a:t>
                      </a:r>
                      <a:r>
                        <a:rPr sz="900" spc="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(3)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9525">
                      <a:solidFill>
                        <a:srgbClr val="2E0706"/>
                      </a:solidFill>
                      <a:prstDash val="solid"/>
                    </a:lnR>
                    <a:lnT w="9525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BPS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9525">
                      <a:solidFill>
                        <a:srgbClr val="2E0706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Baud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Rates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9,600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115,200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bps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900" spc="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19,200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R="508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900" spc="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(1)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9525">
                      <a:solidFill>
                        <a:srgbClr val="2E0706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90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PRTY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2E0706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패리티(Parity)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None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(0)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1085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Odd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(1)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10858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Even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(2)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1844675" algn="just">
                        <a:lnSpc>
                          <a:spcPct val="134400"/>
                        </a:lnSpc>
                        <a:spcBef>
                          <a:spcPts val="17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패리티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없음  홀수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패리티  짝수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패리티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6830"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Even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(2)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9525">
                      <a:solidFill>
                        <a:srgbClr val="2E0706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9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STOP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9525">
                      <a:solidFill>
                        <a:srgbClr val="2E0706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Stop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bit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9395" indent="-112395">
                        <a:lnSpc>
                          <a:spcPct val="100000"/>
                        </a:lnSpc>
                        <a:spcBef>
                          <a:spcPts val="500"/>
                        </a:spcBef>
                        <a:buSzPct val="88888"/>
                        <a:buAutoNum type="arabicPlain"/>
                        <a:tabLst>
                          <a:tab pos="240029" algn="l"/>
                        </a:tabLst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(1)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238760" indent="-111760">
                        <a:lnSpc>
                          <a:spcPct val="100000"/>
                        </a:lnSpc>
                        <a:spcBef>
                          <a:spcPts val="365"/>
                        </a:spcBef>
                        <a:buSzPct val="88888"/>
                        <a:buAutoNum type="arabicPlain"/>
                        <a:tabLst>
                          <a:tab pos="239395" algn="l"/>
                        </a:tabLst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(2)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0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1418590">
                        <a:lnSpc>
                          <a:spcPct val="1342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정지(Stop)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1개  정지(Stop)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2개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1-bit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(1)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9525">
                      <a:solidFill>
                        <a:srgbClr val="2E0706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DTLN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9525">
                      <a:solidFill>
                        <a:srgbClr val="2E0706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Length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9395" indent="-112395">
                        <a:lnSpc>
                          <a:spcPct val="100000"/>
                        </a:lnSpc>
                        <a:spcBef>
                          <a:spcPts val="575"/>
                        </a:spcBef>
                        <a:buSzPct val="88888"/>
                        <a:buAutoNum type="arabicPlain" startAt="7"/>
                        <a:tabLst>
                          <a:tab pos="240029" algn="l"/>
                        </a:tabLst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(7)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239395" indent="-112395">
                        <a:lnSpc>
                          <a:spcPct val="100000"/>
                        </a:lnSpc>
                        <a:spcBef>
                          <a:spcPts val="270"/>
                        </a:spcBef>
                        <a:buSzPct val="88888"/>
                        <a:buAutoNum type="arabicPlain" startAt="7"/>
                        <a:tabLst>
                          <a:tab pos="240029" algn="l"/>
                        </a:tabLst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(8)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1303655">
                        <a:lnSpc>
                          <a:spcPct val="125000"/>
                        </a:lnSpc>
                        <a:spcBef>
                          <a:spcPts val="30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데이터(Data)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7개  데이터(Data)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8개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73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3655"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8-bit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(8)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9525">
                      <a:solidFill>
                        <a:srgbClr val="2E0706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0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90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9525">
                      <a:solidFill>
                        <a:srgbClr val="2E0706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27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32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국번(Address)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설정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R="24130"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9525">
                      <a:solidFill>
                        <a:srgbClr val="2E0706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6350">
                      <a:solidFill>
                        <a:srgbClr val="07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100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RSPN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13030" marB="0">
                    <a:lnL w="9525">
                      <a:solidFill>
                        <a:srgbClr val="2E0706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9525">
                      <a:solidFill>
                        <a:srgbClr val="2E070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응답시간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설정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9525">
                      <a:solidFill>
                        <a:srgbClr val="2E070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9525">
                      <a:solidFill>
                        <a:srgbClr val="2E070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응답시간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=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RSPN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×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㎳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13030" marB="0">
                    <a:lnL w="6350">
                      <a:solidFill>
                        <a:srgbClr val="070101"/>
                      </a:solidFill>
                      <a:prstDash val="solid"/>
                    </a:lnL>
                    <a:lnR w="6350">
                      <a:solidFill>
                        <a:srgbClr val="070101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9525">
                      <a:solidFill>
                        <a:srgbClr val="2E070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9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㎳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(1)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13665" marB="0">
                    <a:lnL w="6350">
                      <a:solidFill>
                        <a:srgbClr val="070101"/>
                      </a:solidFill>
                      <a:prstDash val="solid"/>
                    </a:lnL>
                    <a:lnR w="9525">
                      <a:solidFill>
                        <a:srgbClr val="2E0706"/>
                      </a:solidFill>
                      <a:prstDash val="solid"/>
                    </a:lnR>
                    <a:lnT w="6350">
                      <a:solidFill>
                        <a:srgbClr val="070101"/>
                      </a:solidFill>
                      <a:prstDash val="solid"/>
                    </a:lnT>
                    <a:lnB w="9525">
                      <a:solidFill>
                        <a:srgbClr val="2E070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1" name="object 8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725" y="553852"/>
            <a:ext cx="6741795" cy="336550"/>
            <a:chOff x="411725" y="553852"/>
            <a:chExt cx="6741795" cy="336550"/>
          </a:xfrm>
        </p:grpSpPr>
        <p:sp>
          <p:nvSpPr>
            <p:cNvPr id="3" name="object 3"/>
            <p:cNvSpPr/>
            <p:nvPr/>
          </p:nvSpPr>
          <p:spPr>
            <a:xfrm>
              <a:off x="419823" y="564299"/>
              <a:ext cx="6730365" cy="315595"/>
            </a:xfrm>
            <a:custGeom>
              <a:avLst/>
              <a:gdLst/>
              <a:ahLst/>
              <a:cxnLst/>
              <a:rect l="l" t="t" r="r" b="b"/>
              <a:pathLst>
                <a:path w="6730365" h="315594">
                  <a:moveTo>
                    <a:pt x="6730199" y="0"/>
                  </a:moveTo>
                  <a:lnTo>
                    <a:pt x="0" y="0"/>
                  </a:lnTo>
                  <a:lnTo>
                    <a:pt x="0" y="314998"/>
                  </a:lnTo>
                  <a:lnTo>
                    <a:pt x="6730199" y="314998"/>
                  </a:lnTo>
                  <a:lnTo>
                    <a:pt x="6730199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1721" y="553859"/>
              <a:ext cx="6741795" cy="336550"/>
            </a:xfrm>
            <a:custGeom>
              <a:avLst/>
              <a:gdLst/>
              <a:ahLst/>
              <a:cxnLst/>
              <a:rect l="l" t="t" r="r" b="b"/>
              <a:pathLst>
                <a:path w="6741795" h="336550">
                  <a:moveTo>
                    <a:pt x="1422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20040"/>
                  </a:lnTo>
                  <a:lnTo>
                    <a:pt x="0" y="336550"/>
                  </a:lnTo>
                  <a:lnTo>
                    <a:pt x="142201" y="336550"/>
                  </a:lnTo>
                  <a:lnTo>
                    <a:pt x="142201" y="320040"/>
                  </a:lnTo>
                  <a:lnTo>
                    <a:pt x="16205" y="320040"/>
                  </a:lnTo>
                  <a:lnTo>
                    <a:pt x="16205" y="15240"/>
                  </a:lnTo>
                  <a:lnTo>
                    <a:pt x="142201" y="15240"/>
                  </a:lnTo>
                  <a:lnTo>
                    <a:pt x="142201" y="0"/>
                  </a:lnTo>
                  <a:close/>
                </a:path>
                <a:path w="6741795" h="336550">
                  <a:moveTo>
                    <a:pt x="6741642" y="0"/>
                  </a:moveTo>
                  <a:lnTo>
                    <a:pt x="6599441" y="0"/>
                  </a:lnTo>
                  <a:lnTo>
                    <a:pt x="6599441" y="15240"/>
                  </a:lnTo>
                  <a:lnTo>
                    <a:pt x="6725425" y="15240"/>
                  </a:lnTo>
                  <a:lnTo>
                    <a:pt x="6725425" y="320040"/>
                  </a:lnTo>
                  <a:lnTo>
                    <a:pt x="6599441" y="320040"/>
                  </a:lnTo>
                  <a:lnTo>
                    <a:pt x="6599441" y="336550"/>
                  </a:lnTo>
                  <a:lnTo>
                    <a:pt x="6741642" y="336550"/>
                  </a:lnTo>
                  <a:lnTo>
                    <a:pt x="6741642" y="320040"/>
                  </a:lnTo>
                  <a:lnTo>
                    <a:pt x="6741642" y="15240"/>
                  </a:lnTo>
                  <a:lnTo>
                    <a:pt x="6741642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27930" y="609915"/>
            <a:ext cx="67094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Arial"/>
                <a:cs typeface="Arial"/>
              </a:rPr>
              <a:t>M74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Series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Communication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36679" y="627049"/>
            <a:ext cx="1412875" cy="180975"/>
          </a:xfrm>
          <a:custGeom>
            <a:avLst/>
            <a:gdLst/>
            <a:ahLst/>
            <a:cxnLst/>
            <a:rect l="l" t="t" r="r" b="b"/>
            <a:pathLst>
              <a:path w="1412875" h="180975">
                <a:moveTo>
                  <a:pt x="148475" y="355"/>
                </a:moveTo>
                <a:lnTo>
                  <a:pt x="0" y="355"/>
                </a:lnTo>
                <a:lnTo>
                  <a:pt x="0" y="35915"/>
                </a:lnTo>
                <a:lnTo>
                  <a:pt x="50723" y="35915"/>
                </a:lnTo>
                <a:lnTo>
                  <a:pt x="50723" y="179425"/>
                </a:lnTo>
                <a:lnTo>
                  <a:pt x="97332" y="179425"/>
                </a:lnTo>
                <a:lnTo>
                  <a:pt x="97332" y="35915"/>
                </a:lnTo>
                <a:lnTo>
                  <a:pt x="148475" y="35915"/>
                </a:lnTo>
                <a:lnTo>
                  <a:pt x="148475" y="355"/>
                </a:lnTo>
                <a:close/>
              </a:path>
              <a:path w="1412875" h="180975">
                <a:moveTo>
                  <a:pt x="261543" y="82257"/>
                </a:moveTo>
                <a:lnTo>
                  <a:pt x="260845" y="71221"/>
                </a:lnTo>
                <a:lnTo>
                  <a:pt x="258305" y="65176"/>
                </a:lnTo>
                <a:lnTo>
                  <a:pt x="251853" y="61963"/>
                </a:lnTo>
                <a:lnTo>
                  <a:pt x="239420" y="59474"/>
                </a:lnTo>
                <a:lnTo>
                  <a:pt x="219176" y="59474"/>
                </a:lnTo>
                <a:lnTo>
                  <a:pt x="219176" y="89839"/>
                </a:lnTo>
                <a:lnTo>
                  <a:pt x="219176" y="103136"/>
                </a:lnTo>
                <a:lnTo>
                  <a:pt x="161531" y="103136"/>
                </a:lnTo>
                <a:lnTo>
                  <a:pt x="161531" y="89839"/>
                </a:lnTo>
                <a:lnTo>
                  <a:pt x="219176" y="89839"/>
                </a:lnTo>
                <a:lnTo>
                  <a:pt x="219176" y="59474"/>
                </a:lnTo>
                <a:lnTo>
                  <a:pt x="142557" y="59474"/>
                </a:lnTo>
                <a:lnTo>
                  <a:pt x="128638" y="60375"/>
                </a:lnTo>
                <a:lnTo>
                  <a:pt x="121500" y="63360"/>
                </a:lnTo>
                <a:lnTo>
                  <a:pt x="118859" y="70840"/>
                </a:lnTo>
                <a:lnTo>
                  <a:pt x="118567" y="82257"/>
                </a:lnTo>
                <a:lnTo>
                  <a:pt x="118491" y="158445"/>
                </a:lnTo>
                <a:lnTo>
                  <a:pt x="120777" y="170891"/>
                </a:lnTo>
                <a:lnTo>
                  <a:pt x="124053" y="177279"/>
                </a:lnTo>
                <a:lnTo>
                  <a:pt x="130556" y="179641"/>
                </a:lnTo>
                <a:lnTo>
                  <a:pt x="142557" y="179971"/>
                </a:lnTo>
                <a:lnTo>
                  <a:pt x="261493" y="179971"/>
                </a:lnTo>
                <a:lnTo>
                  <a:pt x="261493" y="154012"/>
                </a:lnTo>
                <a:lnTo>
                  <a:pt x="161378" y="154012"/>
                </a:lnTo>
                <a:lnTo>
                  <a:pt x="161378" y="130149"/>
                </a:lnTo>
                <a:lnTo>
                  <a:pt x="261543" y="129997"/>
                </a:lnTo>
                <a:lnTo>
                  <a:pt x="261543" y="103136"/>
                </a:lnTo>
                <a:lnTo>
                  <a:pt x="261543" y="89839"/>
                </a:lnTo>
                <a:lnTo>
                  <a:pt x="261543" y="82257"/>
                </a:lnTo>
                <a:close/>
              </a:path>
              <a:path w="1412875" h="180975">
                <a:moveTo>
                  <a:pt x="500100" y="73240"/>
                </a:moveTo>
                <a:lnTo>
                  <a:pt x="497840" y="66179"/>
                </a:lnTo>
                <a:lnTo>
                  <a:pt x="490753" y="62865"/>
                </a:lnTo>
                <a:lnTo>
                  <a:pt x="476694" y="60896"/>
                </a:lnTo>
                <a:lnTo>
                  <a:pt x="409130" y="60896"/>
                </a:lnTo>
                <a:lnTo>
                  <a:pt x="401828" y="65405"/>
                </a:lnTo>
                <a:lnTo>
                  <a:pt x="388086" y="60236"/>
                </a:lnTo>
                <a:lnTo>
                  <a:pt x="329057" y="60236"/>
                </a:lnTo>
                <a:lnTo>
                  <a:pt x="320522" y="65493"/>
                </a:lnTo>
                <a:lnTo>
                  <a:pt x="320522" y="56299"/>
                </a:lnTo>
                <a:lnTo>
                  <a:pt x="279793" y="56299"/>
                </a:lnTo>
                <a:lnTo>
                  <a:pt x="279793" y="60236"/>
                </a:lnTo>
                <a:lnTo>
                  <a:pt x="279793" y="180378"/>
                </a:lnTo>
                <a:lnTo>
                  <a:pt x="317220" y="180378"/>
                </a:lnTo>
                <a:lnTo>
                  <a:pt x="317220" y="88493"/>
                </a:lnTo>
                <a:lnTo>
                  <a:pt x="367728" y="88493"/>
                </a:lnTo>
                <a:lnTo>
                  <a:pt x="367728" y="180378"/>
                </a:lnTo>
                <a:lnTo>
                  <a:pt x="409130" y="180378"/>
                </a:lnTo>
                <a:lnTo>
                  <a:pt x="409130" y="89801"/>
                </a:lnTo>
                <a:lnTo>
                  <a:pt x="459600" y="89801"/>
                </a:lnTo>
                <a:lnTo>
                  <a:pt x="459600" y="180378"/>
                </a:lnTo>
                <a:lnTo>
                  <a:pt x="499681" y="180378"/>
                </a:lnTo>
                <a:lnTo>
                  <a:pt x="499681" y="86423"/>
                </a:lnTo>
                <a:lnTo>
                  <a:pt x="500100" y="73240"/>
                </a:lnTo>
                <a:close/>
              </a:path>
              <a:path w="1412875" h="180975">
                <a:moveTo>
                  <a:pt x="641692" y="59334"/>
                </a:moveTo>
                <a:lnTo>
                  <a:pt x="540143" y="59334"/>
                </a:lnTo>
                <a:lnTo>
                  <a:pt x="527761" y="62039"/>
                </a:lnTo>
                <a:lnTo>
                  <a:pt x="521411" y="65379"/>
                </a:lnTo>
                <a:lnTo>
                  <a:pt x="519099" y="71564"/>
                </a:lnTo>
                <a:lnTo>
                  <a:pt x="518833" y="82778"/>
                </a:lnTo>
                <a:lnTo>
                  <a:pt x="518833" y="155028"/>
                </a:lnTo>
                <a:lnTo>
                  <a:pt x="519214" y="169125"/>
                </a:lnTo>
                <a:lnTo>
                  <a:pt x="521881" y="176428"/>
                </a:lnTo>
                <a:lnTo>
                  <a:pt x="529094" y="179260"/>
                </a:lnTo>
                <a:lnTo>
                  <a:pt x="543140" y="179971"/>
                </a:lnTo>
                <a:lnTo>
                  <a:pt x="641045" y="179971"/>
                </a:lnTo>
                <a:lnTo>
                  <a:pt x="641045" y="153682"/>
                </a:lnTo>
                <a:lnTo>
                  <a:pt x="562864" y="153682"/>
                </a:lnTo>
                <a:lnTo>
                  <a:pt x="562864" y="82334"/>
                </a:lnTo>
                <a:lnTo>
                  <a:pt x="641692" y="82334"/>
                </a:lnTo>
                <a:lnTo>
                  <a:pt x="641692" y="59334"/>
                </a:lnTo>
                <a:close/>
              </a:path>
              <a:path w="1412875" h="180975">
                <a:moveTo>
                  <a:pt x="799719" y="83058"/>
                </a:moveTo>
                <a:lnTo>
                  <a:pt x="795858" y="69989"/>
                </a:lnTo>
                <a:lnTo>
                  <a:pt x="787374" y="62801"/>
                </a:lnTo>
                <a:lnTo>
                  <a:pt x="778878" y="59766"/>
                </a:lnTo>
                <a:lnTo>
                  <a:pt x="775017" y="59143"/>
                </a:lnTo>
                <a:lnTo>
                  <a:pt x="756907" y="59156"/>
                </a:lnTo>
                <a:lnTo>
                  <a:pt x="756907" y="87083"/>
                </a:lnTo>
                <a:lnTo>
                  <a:pt x="756907" y="153162"/>
                </a:lnTo>
                <a:lnTo>
                  <a:pt x="695744" y="153162"/>
                </a:lnTo>
                <a:lnTo>
                  <a:pt x="695744" y="87083"/>
                </a:lnTo>
                <a:lnTo>
                  <a:pt x="756907" y="87083"/>
                </a:lnTo>
                <a:lnTo>
                  <a:pt x="756907" y="59156"/>
                </a:lnTo>
                <a:lnTo>
                  <a:pt x="679691" y="59156"/>
                </a:lnTo>
                <a:lnTo>
                  <a:pt x="666064" y="63474"/>
                </a:lnTo>
                <a:lnTo>
                  <a:pt x="658799" y="71678"/>
                </a:lnTo>
                <a:lnTo>
                  <a:pt x="655904" y="79641"/>
                </a:lnTo>
                <a:lnTo>
                  <a:pt x="655408" y="83058"/>
                </a:lnTo>
                <a:lnTo>
                  <a:pt x="655281" y="156159"/>
                </a:lnTo>
                <a:lnTo>
                  <a:pt x="659091" y="168414"/>
                </a:lnTo>
                <a:lnTo>
                  <a:pt x="665454" y="175564"/>
                </a:lnTo>
                <a:lnTo>
                  <a:pt x="671423" y="178904"/>
                </a:lnTo>
                <a:lnTo>
                  <a:pt x="674065" y="179730"/>
                </a:lnTo>
                <a:lnTo>
                  <a:pt x="779106" y="179692"/>
                </a:lnTo>
                <a:lnTo>
                  <a:pt x="799719" y="87083"/>
                </a:lnTo>
                <a:lnTo>
                  <a:pt x="799719" y="83058"/>
                </a:lnTo>
                <a:close/>
              </a:path>
              <a:path w="1412875" h="180975">
                <a:moveTo>
                  <a:pt x="952487" y="140995"/>
                </a:moveTo>
                <a:lnTo>
                  <a:pt x="857211" y="140995"/>
                </a:lnTo>
                <a:lnTo>
                  <a:pt x="857211" y="2565"/>
                </a:lnTo>
                <a:lnTo>
                  <a:pt x="815162" y="2565"/>
                </a:lnTo>
                <a:lnTo>
                  <a:pt x="815162" y="140995"/>
                </a:lnTo>
                <a:lnTo>
                  <a:pt x="815162" y="179095"/>
                </a:lnTo>
                <a:lnTo>
                  <a:pt x="952487" y="179095"/>
                </a:lnTo>
                <a:lnTo>
                  <a:pt x="952487" y="140995"/>
                </a:lnTo>
                <a:close/>
              </a:path>
              <a:path w="1412875" h="180975">
                <a:moveTo>
                  <a:pt x="1008481" y="51892"/>
                </a:moveTo>
                <a:lnTo>
                  <a:pt x="969581" y="51892"/>
                </a:lnTo>
                <a:lnTo>
                  <a:pt x="969581" y="179146"/>
                </a:lnTo>
                <a:lnTo>
                  <a:pt x="1008481" y="179146"/>
                </a:lnTo>
                <a:lnTo>
                  <a:pt x="1008481" y="51892"/>
                </a:lnTo>
                <a:close/>
              </a:path>
              <a:path w="1412875" h="180975">
                <a:moveTo>
                  <a:pt x="1008481" y="0"/>
                </a:moveTo>
                <a:lnTo>
                  <a:pt x="969581" y="0"/>
                </a:lnTo>
                <a:lnTo>
                  <a:pt x="969581" y="32600"/>
                </a:lnTo>
                <a:lnTo>
                  <a:pt x="1008481" y="32600"/>
                </a:lnTo>
                <a:lnTo>
                  <a:pt x="1008481" y="0"/>
                </a:lnTo>
                <a:close/>
              </a:path>
              <a:path w="1412875" h="180975">
                <a:moveTo>
                  <a:pt x="1170800" y="67691"/>
                </a:moveTo>
                <a:lnTo>
                  <a:pt x="1167917" y="59702"/>
                </a:lnTo>
                <a:lnTo>
                  <a:pt x="1159306" y="57010"/>
                </a:lnTo>
                <a:lnTo>
                  <a:pt x="1079919" y="57137"/>
                </a:lnTo>
                <a:lnTo>
                  <a:pt x="1070076" y="60426"/>
                </a:lnTo>
                <a:lnTo>
                  <a:pt x="1070076" y="51879"/>
                </a:lnTo>
                <a:lnTo>
                  <a:pt x="1026045" y="51879"/>
                </a:lnTo>
                <a:lnTo>
                  <a:pt x="1026020" y="179197"/>
                </a:lnTo>
                <a:lnTo>
                  <a:pt x="1066800" y="179197"/>
                </a:lnTo>
                <a:lnTo>
                  <a:pt x="1066800" y="85394"/>
                </a:lnTo>
                <a:lnTo>
                  <a:pt x="1125905" y="85394"/>
                </a:lnTo>
                <a:lnTo>
                  <a:pt x="1125905" y="179197"/>
                </a:lnTo>
                <a:lnTo>
                  <a:pt x="1170609" y="179197"/>
                </a:lnTo>
                <a:lnTo>
                  <a:pt x="1170609" y="83426"/>
                </a:lnTo>
                <a:lnTo>
                  <a:pt x="1170800" y="67691"/>
                </a:lnTo>
                <a:close/>
              </a:path>
              <a:path w="1412875" h="180975">
                <a:moveTo>
                  <a:pt x="1329931" y="82257"/>
                </a:moveTo>
                <a:lnTo>
                  <a:pt x="1329220" y="71221"/>
                </a:lnTo>
                <a:lnTo>
                  <a:pt x="1326667" y="65176"/>
                </a:lnTo>
                <a:lnTo>
                  <a:pt x="1320215" y="61963"/>
                </a:lnTo>
                <a:lnTo>
                  <a:pt x="1307782" y="59474"/>
                </a:lnTo>
                <a:lnTo>
                  <a:pt x="1287564" y="59474"/>
                </a:lnTo>
                <a:lnTo>
                  <a:pt x="1287564" y="89839"/>
                </a:lnTo>
                <a:lnTo>
                  <a:pt x="1287564" y="103136"/>
                </a:lnTo>
                <a:lnTo>
                  <a:pt x="1229918" y="103136"/>
                </a:lnTo>
                <a:lnTo>
                  <a:pt x="1229918" y="89839"/>
                </a:lnTo>
                <a:lnTo>
                  <a:pt x="1287564" y="89839"/>
                </a:lnTo>
                <a:lnTo>
                  <a:pt x="1287564" y="59474"/>
                </a:lnTo>
                <a:lnTo>
                  <a:pt x="1210945" y="59474"/>
                </a:lnTo>
                <a:lnTo>
                  <a:pt x="1197025" y="60375"/>
                </a:lnTo>
                <a:lnTo>
                  <a:pt x="1189888" y="63360"/>
                </a:lnTo>
                <a:lnTo>
                  <a:pt x="1187246" y="70840"/>
                </a:lnTo>
                <a:lnTo>
                  <a:pt x="1186954" y="82257"/>
                </a:lnTo>
                <a:lnTo>
                  <a:pt x="1186878" y="158445"/>
                </a:lnTo>
                <a:lnTo>
                  <a:pt x="1189164" y="170891"/>
                </a:lnTo>
                <a:lnTo>
                  <a:pt x="1192441" y="177279"/>
                </a:lnTo>
                <a:lnTo>
                  <a:pt x="1198943" y="179641"/>
                </a:lnTo>
                <a:lnTo>
                  <a:pt x="1210945" y="179971"/>
                </a:lnTo>
                <a:lnTo>
                  <a:pt x="1329880" y="179971"/>
                </a:lnTo>
                <a:lnTo>
                  <a:pt x="1329880" y="154012"/>
                </a:lnTo>
                <a:lnTo>
                  <a:pt x="1229741" y="154012"/>
                </a:lnTo>
                <a:lnTo>
                  <a:pt x="1229741" y="130149"/>
                </a:lnTo>
                <a:lnTo>
                  <a:pt x="1329931" y="129997"/>
                </a:lnTo>
                <a:lnTo>
                  <a:pt x="1329931" y="103136"/>
                </a:lnTo>
                <a:lnTo>
                  <a:pt x="1329931" y="89839"/>
                </a:lnTo>
                <a:lnTo>
                  <a:pt x="1329931" y="82257"/>
                </a:lnTo>
                <a:close/>
              </a:path>
              <a:path w="1412875" h="180975">
                <a:moveTo>
                  <a:pt x="1371396" y="18846"/>
                </a:moveTo>
                <a:lnTo>
                  <a:pt x="1338757" y="18846"/>
                </a:lnTo>
                <a:lnTo>
                  <a:pt x="1338757" y="26936"/>
                </a:lnTo>
                <a:lnTo>
                  <a:pt x="1351013" y="26936"/>
                </a:lnTo>
                <a:lnTo>
                  <a:pt x="1351013" y="51282"/>
                </a:lnTo>
                <a:lnTo>
                  <a:pt x="1358900" y="51282"/>
                </a:lnTo>
                <a:lnTo>
                  <a:pt x="1358900" y="26949"/>
                </a:lnTo>
                <a:lnTo>
                  <a:pt x="1371396" y="26936"/>
                </a:lnTo>
                <a:lnTo>
                  <a:pt x="1371396" y="18846"/>
                </a:lnTo>
                <a:close/>
              </a:path>
              <a:path w="1412875" h="180975">
                <a:moveTo>
                  <a:pt x="1412506" y="22720"/>
                </a:moveTo>
                <a:lnTo>
                  <a:pt x="1412455" y="20523"/>
                </a:lnTo>
                <a:lnTo>
                  <a:pt x="1410665" y="18757"/>
                </a:lnTo>
                <a:lnTo>
                  <a:pt x="1399184" y="18745"/>
                </a:lnTo>
                <a:lnTo>
                  <a:pt x="1397406" y="20510"/>
                </a:lnTo>
                <a:lnTo>
                  <a:pt x="1397355" y="22694"/>
                </a:lnTo>
                <a:lnTo>
                  <a:pt x="1397355" y="18745"/>
                </a:lnTo>
                <a:lnTo>
                  <a:pt x="1384007" y="18745"/>
                </a:lnTo>
                <a:lnTo>
                  <a:pt x="1382242" y="20485"/>
                </a:lnTo>
                <a:lnTo>
                  <a:pt x="1382166" y="22656"/>
                </a:lnTo>
                <a:lnTo>
                  <a:pt x="1382166" y="18732"/>
                </a:lnTo>
                <a:lnTo>
                  <a:pt x="1374089" y="18732"/>
                </a:lnTo>
                <a:lnTo>
                  <a:pt x="1374089" y="51231"/>
                </a:lnTo>
                <a:lnTo>
                  <a:pt x="1382166" y="51231"/>
                </a:lnTo>
                <a:lnTo>
                  <a:pt x="1382166" y="23507"/>
                </a:lnTo>
                <a:lnTo>
                  <a:pt x="1389265" y="23507"/>
                </a:lnTo>
                <a:lnTo>
                  <a:pt x="1389265" y="51231"/>
                </a:lnTo>
                <a:lnTo>
                  <a:pt x="1397355" y="51231"/>
                </a:lnTo>
                <a:lnTo>
                  <a:pt x="1397355" y="23507"/>
                </a:lnTo>
                <a:lnTo>
                  <a:pt x="1404391" y="23507"/>
                </a:lnTo>
                <a:lnTo>
                  <a:pt x="1404391" y="51219"/>
                </a:lnTo>
                <a:lnTo>
                  <a:pt x="1412506" y="51219"/>
                </a:lnTo>
                <a:lnTo>
                  <a:pt x="1412506" y="2272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54183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04767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35941" y="6350"/>
                </a:lnTo>
                <a:lnTo>
                  <a:pt x="35941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1343" y="1182539"/>
            <a:ext cx="5767070" cy="555561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b="1" spc="35" dirty="0">
                <a:solidFill>
                  <a:srgbClr val="231F20"/>
                </a:solidFill>
                <a:latin typeface="Malgun Gothic"/>
                <a:cs typeface="Malgun Gothic"/>
              </a:rPr>
              <a:t>2.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프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로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토콜</a:t>
            </a:r>
            <a:endParaRPr sz="1100">
              <a:latin typeface="Malgun Gothic"/>
              <a:cs typeface="Malgun Gothic"/>
            </a:endParaRPr>
          </a:p>
          <a:p>
            <a:pPr marL="189230">
              <a:lnSpc>
                <a:spcPct val="100000"/>
              </a:lnSpc>
              <a:spcBef>
                <a:spcPts val="685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프로토콜은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PC-Link(HSUM,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HTL)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또는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Modbus-ASCII,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RTU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등을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선택해서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사용할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있습니다.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Malgun Gothic"/>
              <a:cs typeface="Malgun Gothic"/>
            </a:endParaRPr>
          </a:p>
          <a:p>
            <a:pPr marL="335915">
              <a:lnSpc>
                <a:spcPct val="100000"/>
              </a:lnSpc>
            </a:pPr>
            <a:r>
              <a:rPr sz="1000" b="1" spc="-60" dirty="0">
                <a:solidFill>
                  <a:srgbClr val="231F20"/>
                </a:solidFill>
                <a:latin typeface="Malgun Gothic"/>
                <a:cs typeface="Malgun Gothic"/>
              </a:rPr>
              <a:t>Ⓒ</a:t>
            </a:r>
            <a:r>
              <a:rPr sz="1000" b="1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b="1" spc="-20" dirty="0">
                <a:solidFill>
                  <a:srgbClr val="231F20"/>
                </a:solidFill>
                <a:latin typeface="Malgun Gothic"/>
                <a:cs typeface="Malgun Gothic"/>
              </a:rPr>
              <a:t>HSUM</a:t>
            </a:r>
            <a:endParaRPr sz="1000">
              <a:latin typeface="Malgun Gothic"/>
              <a:cs typeface="Malgun Gothic"/>
            </a:endParaRPr>
          </a:p>
          <a:p>
            <a:pPr marL="500380" marR="770890">
              <a:lnSpc>
                <a:spcPct val="125000"/>
              </a:lnSpc>
              <a:spcBef>
                <a:spcPts val="35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국내에서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많이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사용되는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PC-Link로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형식이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ASCII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문자로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되어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있어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5" dirty="0">
                <a:solidFill>
                  <a:srgbClr val="231F20"/>
                </a:solidFill>
                <a:latin typeface="Malgun Gothic"/>
                <a:cs typeface="Malgun Gothic"/>
              </a:rPr>
              <a:t>프레임을  일반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Hyper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terminal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등으로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확인할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수있어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편리하며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ASCII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5" dirty="0">
                <a:solidFill>
                  <a:srgbClr val="231F20"/>
                </a:solidFill>
                <a:latin typeface="Malgun Gothic"/>
                <a:cs typeface="Malgun Gothic"/>
              </a:rPr>
              <a:t>문자로  한정되어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있어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오류검출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코드도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간단한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Check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40" dirty="0">
                <a:solidFill>
                  <a:srgbClr val="231F20"/>
                </a:solidFill>
                <a:latin typeface="Malgun Gothic"/>
                <a:cs typeface="Malgun Gothic"/>
              </a:rPr>
              <a:t>SUM,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LRC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만으로도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문제가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5" dirty="0">
                <a:solidFill>
                  <a:srgbClr val="231F20"/>
                </a:solidFill>
                <a:latin typeface="Malgun Gothic"/>
                <a:cs typeface="Malgun Gothic"/>
              </a:rPr>
              <a:t>없으므로  사용자가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직접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프레임을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구성하기가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31F20"/>
                </a:solidFill>
                <a:latin typeface="Malgun Gothic"/>
                <a:cs typeface="Malgun Gothic"/>
              </a:rPr>
              <a:t>용이합니다.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900">
              <a:latin typeface="Malgun Gothic"/>
              <a:cs typeface="Malgun Gothic"/>
            </a:endParaRPr>
          </a:p>
          <a:p>
            <a:pPr marL="335915">
              <a:lnSpc>
                <a:spcPct val="100000"/>
              </a:lnSpc>
            </a:pPr>
            <a:r>
              <a:rPr sz="1000" b="1" spc="-60" dirty="0">
                <a:solidFill>
                  <a:srgbClr val="231F20"/>
                </a:solidFill>
                <a:latin typeface="Malgun Gothic"/>
                <a:cs typeface="Malgun Gothic"/>
              </a:rPr>
              <a:t>Ⓒ</a:t>
            </a:r>
            <a:r>
              <a:rPr sz="1000" b="1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b="1" spc="-40" dirty="0">
                <a:solidFill>
                  <a:srgbClr val="231F20"/>
                </a:solidFill>
                <a:latin typeface="Malgun Gothic"/>
                <a:cs typeface="Malgun Gothic"/>
              </a:rPr>
              <a:t>HTL</a:t>
            </a:r>
            <a:endParaRPr sz="1000">
              <a:latin typeface="Malgun Gothic"/>
              <a:cs typeface="Malgun Gothic"/>
            </a:endParaRPr>
          </a:p>
          <a:p>
            <a:pPr marL="500380" marR="788670">
              <a:lnSpc>
                <a:spcPct val="125000"/>
              </a:lnSpc>
              <a:spcBef>
                <a:spcPts val="200"/>
              </a:spcBef>
            </a:pP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HSUM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형식이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동일하며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다른점은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제품의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입력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종류와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관계없이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입력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0" dirty="0">
                <a:solidFill>
                  <a:srgbClr val="231F20"/>
                </a:solidFill>
                <a:latin typeface="Malgun Gothic"/>
                <a:cs typeface="Malgun Gothic"/>
              </a:rPr>
              <a:t>값이  소숫점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한자리가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추가되어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이루어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Malgun Gothic"/>
                <a:cs typeface="Malgun Gothic"/>
              </a:rPr>
              <a:t>집니다.</a:t>
            </a:r>
            <a:endParaRPr sz="1000">
              <a:latin typeface="Malgun Gothic"/>
              <a:cs typeface="Malgun Gothic"/>
            </a:endParaRPr>
          </a:p>
          <a:p>
            <a:pPr marL="500380">
              <a:lnSpc>
                <a:spcPct val="100000"/>
              </a:lnSpc>
              <a:spcBef>
                <a:spcPts val="300"/>
              </a:spcBef>
            </a:pP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PC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프로그램이나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레코더등의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기록을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필요로하는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용도에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31F20"/>
                </a:solidFill>
                <a:latin typeface="Malgun Gothic"/>
                <a:cs typeface="Malgun Gothic"/>
              </a:rPr>
              <a:t>적합합니다.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50">
              <a:latin typeface="Malgun Gothic"/>
              <a:cs typeface="Malgun Gothic"/>
            </a:endParaRPr>
          </a:p>
          <a:p>
            <a:pPr marL="335915">
              <a:lnSpc>
                <a:spcPct val="100000"/>
              </a:lnSpc>
            </a:pPr>
            <a:r>
              <a:rPr sz="1000" b="1" spc="-60" dirty="0">
                <a:solidFill>
                  <a:srgbClr val="231F20"/>
                </a:solidFill>
                <a:latin typeface="Malgun Gothic"/>
                <a:cs typeface="Malgun Gothic"/>
              </a:rPr>
              <a:t>Ⓒ</a:t>
            </a:r>
            <a:r>
              <a:rPr sz="1000" b="1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b="1" spc="-25" dirty="0">
                <a:solidFill>
                  <a:srgbClr val="231F20"/>
                </a:solidFill>
                <a:latin typeface="Malgun Gothic"/>
                <a:cs typeface="Malgun Gothic"/>
              </a:rPr>
              <a:t>Modbus-ASCII</a:t>
            </a:r>
            <a:endParaRPr sz="1000">
              <a:latin typeface="Malgun Gothic"/>
              <a:cs typeface="Malgun Gothic"/>
            </a:endParaRPr>
          </a:p>
          <a:p>
            <a:pPr marL="500380" marR="773430">
              <a:lnSpc>
                <a:spcPct val="125000"/>
              </a:lnSpc>
              <a:spcBef>
                <a:spcPts val="3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프레임이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ASCII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형식으로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되어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있으며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산업용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인터페이스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전용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0" dirty="0">
                <a:solidFill>
                  <a:srgbClr val="231F20"/>
                </a:solidFill>
                <a:latin typeface="Malgun Gothic"/>
                <a:cs typeface="Malgun Gothic"/>
              </a:rPr>
              <a:t>프로토콜  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대부분의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산업용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기기에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호환이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31F20"/>
                </a:solidFill>
                <a:latin typeface="Malgun Gothic"/>
                <a:cs typeface="Malgun Gothic"/>
              </a:rPr>
              <a:t>가능합니다.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50">
              <a:latin typeface="Malgun Gothic"/>
              <a:cs typeface="Malgun Gothic"/>
            </a:endParaRPr>
          </a:p>
          <a:p>
            <a:pPr marL="335915">
              <a:lnSpc>
                <a:spcPct val="100000"/>
              </a:lnSpc>
            </a:pPr>
            <a:r>
              <a:rPr sz="1000" b="1" spc="-60" dirty="0">
                <a:solidFill>
                  <a:srgbClr val="231F20"/>
                </a:solidFill>
                <a:latin typeface="Malgun Gothic"/>
                <a:cs typeface="Malgun Gothic"/>
              </a:rPr>
              <a:t>④</a:t>
            </a:r>
            <a:r>
              <a:rPr sz="1000" b="1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b="1" spc="-25" dirty="0">
                <a:solidFill>
                  <a:srgbClr val="231F20"/>
                </a:solidFill>
                <a:latin typeface="Malgun Gothic"/>
                <a:cs typeface="Malgun Gothic"/>
              </a:rPr>
              <a:t>Modbus-RTU</a:t>
            </a:r>
            <a:endParaRPr sz="1000">
              <a:latin typeface="Malgun Gothic"/>
              <a:cs typeface="Malgun Gothic"/>
            </a:endParaRPr>
          </a:p>
          <a:p>
            <a:pPr marL="500380" marR="878205">
              <a:lnSpc>
                <a:spcPct val="125000"/>
              </a:lnSpc>
              <a:spcBef>
                <a:spcPts val="3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프레임이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Binary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형식으로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되어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있어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상대적으로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데이터량이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적어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5" dirty="0">
                <a:solidFill>
                  <a:srgbClr val="231F20"/>
                </a:solidFill>
                <a:latin typeface="Malgun Gothic"/>
                <a:cs typeface="Malgun Gothic"/>
              </a:rPr>
              <a:t>효율적인  통신이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가능하며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산업용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인터페이스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전용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프로토콜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중에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가장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많이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0" dirty="0">
                <a:solidFill>
                  <a:srgbClr val="231F20"/>
                </a:solidFill>
                <a:latin typeface="Malgun Gothic"/>
                <a:cs typeface="Malgun Gothic"/>
              </a:rPr>
              <a:t>사용되며,  </a:t>
            </a:r>
            <a:r>
              <a:rPr sz="1000" spc="25" dirty="0">
                <a:solidFill>
                  <a:srgbClr val="231F20"/>
                </a:solidFill>
                <a:latin typeface="Malgun Gothic"/>
                <a:cs typeface="Malgun Gothic"/>
              </a:rPr>
              <a:t>HMI,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Touch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Panel,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PLC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등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대부분의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산업용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기기에서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31F20"/>
                </a:solidFill>
                <a:latin typeface="Malgun Gothic"/>
                <a:cs typeface="Malgun Gothic"/>
              </a:rPr>
              <a:t>호환됩니다.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Malgun Gothic"/>
              <a:cs typeface="Malgun Gothic"/>
            </a:endParaRPr>
          </a:p>
          <a:p>
            <a:pPr marL="246379">
              <a:lnSpc>
                <a:spcPct val="100000"/>
              </a:lnSpc>
            </a:pPr>
            <a:r>
              <a:rPr sz="1100" b="1" spc="150" dirty="0">
                <a:solidFill>
                  <a:srgbClr val="294776"/>
                </a:solidFill>
                <a:latin typeface="Malgun Gothic"/>
                <a:cs typeface="Malgun Gothic"/>
              </a:rPr>
              <a:t>※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공장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출하시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기본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설정값은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94776"/>
                </a:solidFill>
                <a:latin typeface="Malgun Gothic"/>
                <a:cs typeface="Malgun Gothic"/>
              </a:rPr>
              <a:t>Modbus-RTU(3)로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설정되어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45" dirty="0">
                <a:solidFill>
                  <a:srgbClr val="294776"/>
                </a:solidFill>
                <a:latin typeface="Malgun Gothic"/>
                <a:cs typeface="Malgun Gothic"/>
              </a:rPr>
              <a:t>있습니다.</a:t>
            </a:r>
            <a:endParaRPr sz="1100">
              <a:latin typeface="Malgun Gothic"/>
              <a:cs typeface="Malgun Gothic"/>
            </a:endParaRPr>
          </a:p>
          <a:p>
            <a:pPr marL="403225">
              <a:lnSpc>
                <a:spcPct val="100000"/>
              </a:lnSpc>
              <a:spcBef>
                <a:spcPts val="300"/>
              </a:spcBef>
            </a:pPr>
            <a:r>
              <a:rPr sz="1100" b="1" spc="-30" dirty="0">
                <a:solidFill>
                  <a:srgbClr val="294776"/>
                </a:solidFill>
                <a:latin typeface="Malgun Gothic"/>
                <a:cs typeface="Malgun Gothic"/>
              </a:rPr>
              <a:t>만약,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다른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94776"/>
                </a:solidFill>
                <a:latin typeface="Malgun Gothic"/>
                <a:cs typeface="Malgun Gothic"/>
              </a:rPr>
              <a:t>Protocol을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사용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할려면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제품의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294776"/>
                </a:solidFill>
                <a:latin typeface="Malgun Gothic"/>
                <a:cs typeface="Malgun Gothic"/>
              </a:rPr>
              <a:t>전면(SET)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키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또는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전면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94776"/>
                </a:solidFill>
                <a:latin typeface="Malgun Gothic"/>
                <a:cs typeface="Malgun Gothic"/>
              </a:rPr>
              <a:t>Loader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40" dirty="0">
                <a:solidFill>
                  <a:srgbClr val="294776"/>
                </a:solidFill>
                <a:latin typeface="Malgun Gothic"/>
                <a:cs typeface="Malgun Gothic"/>
              </a:rPr>
              <a:t>Jack과</a:t>
            </a:r>
            <a:endParaRPr sz="1100">
              <a:latin typeface="Malgun Gothic"/>
              <a:cs typeface="Malgun Gothic"/>
            </a:endParaRPr>
          </a:p>
          <a:p>
            <a:pPr marL="403225" marR="5080">
              <a:lnSpc>
                <a:spcPct val="122800"/>
              </a:lnSpc>
            </a:pP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별도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액세서리의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10" dirty="0">
                <a:solidFill>
                  <a:srgbClr val="294776"/>
                </a:solidFill>
                <a:latin typeface="Malgun Gothic"/>
                <a:cs typeface="Malgun Gothic"/>
              </a:rPr>
              <a:t>M74U(통신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55" dirty="0">
                <a:solidFill>
                  <a:srgbClr val="294776"/>
                </a:solidFill>
                <a:latin typeface="Malgun Gothic"/>
                <a:cs typeface="Malgun Gothic"/>
              </a:rPr>
              <a:t>컨버터)를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이용하여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294776"/>
                </a:solidFill>
                <a:latin typeface="Malgun Gothic"/>
                <a:cs typeface="Malgun Gothic"/>
              </a:rPr>
              <a:t>PC와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연결한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후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전용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94776"/>
                </a:solidFill>
                <a:latin typeface="Malgun Gothic"/>
                <a:cs typeface="Malgun Gothic"/>
              </a:rPr>
              <a:t>Loader</a:t>
            </a:r>
            <a:r>
              <a:rPr sz="1100" b="1" spc="-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94776"/>
                </a:solidFill>
                <a:latin typeface="Malgun Gothic"/>
                <a:cs typeface="Malgun Gothic"/>
              </a:rPr>
              <a:t>Program을 </a:t>
            </a:r>
            <a:r>
              <a:rPr sz="1100" b="1" spc="-375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실행하여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변경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후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94776"/>
                </a:solidFill>
                <a:latin typeface="Malgun Gothic"/>
                <a:cs typeface="Malgun Gothic"/>
              </a:rPr>
              <a:t>사용하시기</a:t>
            </a:r>
            <a:r>
              <a:rPr sz="1100" b="1" spc="-80" dirty="0">
                <a:solidFill>
                  <a:srgbClr val="294776"/>
                </a:solidFill>
                <a:latin typeface="Malgun Gothic"/>
                <a:cs typeface="Malgun Gothic"/>
              </a:rPr>
              <a:t> </a:t>
            </a:r>
            <a:r>
              <a:rPr sz="1100" b="1" spc="-45" dirty="0">
                <a:solidFill>
                  <a:srgbClr val="294776"/>
                </a:solidFill>
                <a:latin typeface="Malgun Gothic"/>
                <a:cs typeface="Malgun Gothic"/>
              </a:rPr>
              <a:t>바랍니다.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91343" y="7103485"/>
            <a:ext cx="16224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35" dirty="0">
                <a:solidFill>
                  <a:srgbClr val="231F20"/>
                </a:solidFill>
                <a:latin typeface="Malgun Gothic"/>
                <a:cs typeface="Malgun Gothic"/>
              </a:rPr>
              <a:t>3.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공장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출하시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기본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설정값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5156" y="7358321"/>
            <a:ext cx="1489710" cy="9906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Ⓒ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프로토콜(Protocol)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Ⓒ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Malgun Gothic"/>
                <a:cs typeface="Malgun Gothic"/>
              </a:rPr>
              <a:t>보오레이트(Baud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rates)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Ⓒ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페리트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비트(Parity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bit)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④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정지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비트(Stop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bit)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1838" y="7358195"/>
            <a:ext cx="1663064" cy="9912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Modbus-RTU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Malgun Gothic"/>
                <a:cs typeface="Malgun Gothic"/>
              </a:rPr>
              <a:t>(설정코드: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3)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60" dirty="0">
                <a:solidFill>
                  <a:srgbClr val="231F20"/>
                </a:solidFill>
                <a:latin typeface="Malgun Gothic"/>
                <a:cs typeface="Malgun Gothic"/>
              </a:rPr>
              <a:t>19,200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bps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Malgun Gothic"/>
                <a:cs typeface="Malgun Gothic"/>
              </a:rPr>
              <a:t>(설정코드: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1)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Even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Malgun Gothic"/>
                <a:cs typeface="Malgun Gothic"/>
              </a:rPr>
              <a:t>(설정코드: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2)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bit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Malgun Gothic"/>
                <a:cs typeface="Malgun Gothic"/>
              </a:rPr>
              <a:t>(설정코드: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1)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5156" y="8332030"/>
            <a:ext cx="2973705" cy="7493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Ⓒ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길이(Data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length)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8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bit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Malgun Gothic"/>
                <a:cs typeface="Malgun Gothic"/>
              </a:rPr>
              <a:t>(설정코드: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8)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1659255" algn="l"/>
              </a:tabLst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⑥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국번(Address)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	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01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Malgun Gothic"/>
                <a:cs typeface="Malgun Gothic"/>
              </a:rPr>
              <a:t>(설정코드: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01)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Ⓒ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algun Gothic"/>
                <a:cs typeface="Malgun Gothic"/>
              </a:rPr>
              <a:t>응답시간(Response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time)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10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ms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Malgun Gothic"/>
                <a:cs typeface="Malgun Gothic"/>
              </a:rPr>
              <a:t>(설정코드: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01)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163205" y="2575280"/>
          <a:ext cx="4262755" cy="498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8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4477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b="1" spc="-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STX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9525">
                      <a:solidFill>
                        <a:srgbClr val="050000"/>
                      </a:solidFill>
                      <a:prstDash val="solid"/>
                    </a:lnL>
                    <a:lnR w="6350">
                      <a:solidFill>
                        <a:srgbClr val="050000"/>
                      </a:solidFill>
                      <a:prstDash val="solid"/>
                    </a:lnR>
                    <a:lnT w="9525">
                      <a:solidFill>
                        <a:srgbClr val="050000"/>
                      </a:solidFill>
                      <a:prstDash val="solid"/>
                    </a:lnT>
                    <a:lnB w="6350">
                      <a:solidFill>
                        <a:srgbClr val="0500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b="1" spc="-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50000"/>
                      </a:solidFill>
                      <a:prstDash val="solid"/>
                    </a:lnL>
                    <a:lnR w="6350">
                      <a:solidFill>
                        <a:srgbClr val="050000"/>
                      </a:solidFill>
                      <a:prstDash val="solid"/>
                    </a:lnR>
                    <a:lnT w="9525">
                      <a:solidFill>
                        <a:srgbClr val="050000"/>
                      </a:solidFill>
                      <a:prstDash val="solid"/>
                    </a:lnT>
                    <a:lnB w="6350">
                      <a:solidFill>
                        <a:srgbClr val="0500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Command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50000"/>
                      </a:solidFill>
                      <a:prstDash val="solid"/>
                    </a:lnL>
                    <a:lnR w="6350">
                      <a:solidFill>
                        <a:srgbClr val="050000"/>
                      </a:solidFill>
                      <a:prstDash val="solid"/>
                    </a:lnR>
                    <a:lnT w="9525">
                      <a:solidFill>
                        <a:srgbClr val="050000"/>
                      </a:solidFill>
                      <a:prstDash val="solid"/>
                    </a:lnT>
                    <a:lnB w="6350">
                      <a:solidFill>
                        <a:srgbClr val="0500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부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50000"/>
                      </a:solidFill>
                      <a:prstDash val="solid"/>
                    </a:lnL>
                    <a:lnR w="6350">
                      <a:solidFill>
                        <a:srgbClr val="050000"/>
                      </a:solidFill>
                      <a:prstDash val="solid"/>
                    </a:lnR>
                    <a:lnT w="9525">
                      <a:solidFill>
                        <a:srgbClr val="050000"/>
                      </a:solidFill>
                      <a:prstDash val="solid"/>
                    </a:lnT>
                    <a:lnB w="6350">
                      <a:solidFill>
                        <a:srgbClr val="0500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Code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50000"/>
                      </a:solidFill>
                      <a:prstDash val="solid"/>
                    </a:lnL>
                    <a:lnR w="6350">
                      <a:solidFill>
                        <a:srgbClr val="050000"/>
                      </a:solidFill>
                      <a:prstDash val="solid"/>
                    </a:lnR>
                    <a:lnT w="9525">
                      <a:solidFill>
                        <a:srgbClr val="050000"/>
                      </a:solidFill>
                      <a:prstDash val="solid"/>
                    </a:lnT>
                    <a:lnB w="6350">
                      <a:solidFill>
                        <a:srgbClr val="0500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50000"/>
                      </a:solidFill>
                      <a:prstDash val="solid"/>
                    </a:lnL>
                    <a:lnR w="6350">
                      <a:solidFill>
                        <a:srgbClr val="050000"/>
                      </a:solidFill>
                      <a:prstDash val="solid"/>
                    </a:lnR>
                    <a:lnT w="9525">
                      <a:solidFill>
                        <a:srgbClr val="050000"/>
                      </a:solidFill>
                      <a:prstDash val="solid"/>
                    </a:lnT>
                    <a:lnB w="6350">
                      <a:solidFill>
                        <a:srgbClr val="0500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900" b="1" spc="-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LF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6350">
                      <a:solidFill>
                        <a:srgbClr val="050000"/>
                      </a:solidFill>
                      <a:prstDash val="solid"/>
                    </a:lnL>
                    <a:lnR w="9525">
                      <a:solidFill>
                        <a:srgbClr val="050000"/>
                      </a:solidFill>
                      <a:prstDash val="solid"/>
                    </a:lnR>
                    <a:lnT w="9525">
                      <a:solidFill>
                        <a:srgbClr val="050000"/>
                      </a:solidFill>
                      <a:prstDash val="solid"/>
                    </a:lnT>
                    <a:lnB w="6350">
                      <a:solidFill>
                        <a:srgbClr val="0500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2"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0x02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000"/>
                      </a:solidFill>
                      <a:prstDash val="solid"/>
                    </a:lnL>
                    <a:lnR w="6350">
                      <a:solidFill>
                        <a:srgbClr val="050000"/>
                      </a:solidFill>
                      <a:prstDash val="solid"/>
                    </a:lnR>
                    <a:lnT w="6350">
                      <a:solidFill>
                        <a:srgbClr val="050000"/>
                      </a:solidFill>
                      <a:prstDash val="solid"/>
                    </a:lnT>
                    <a:lnB w="9525">
                      <a:solidFill>
                        <a:srgbClr val="05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99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50000"/>
                      </a:solidFill>
                      <a:prstDash val="solid"/>
                    </a:lnL>
                    <a:lnR w="6350">
                      <a:solidFill>
                        <a:srgbClr val="050000"/>
                      </a:solidFill>
                      <a:prstDash val="solid"/>
                    </a:lnR>
                    <a:lnT w="6350">
                      <a:solidFill>
                        <a:srgbClr val="050000"/>
                      </a:solidFill>
                      <a:prstDash val="solid"/>
                    </a:lnT>
                    <a:lnB w="9525">
                      <a:solidFill>
                        <a:srgbClr val="05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각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Command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참조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50000"/>
                      </a:solidFill>
                      <a:prstDash val="solid"/>
                    </a:lnL>
                    <a:lnR w="6350">
                      <a:solidFill>
                        <a:srgbClr val="050000"/>
                      </a:solidFill>
                      <a:prstDash val="solid"/>
                    </a:lnR>
                    <a:lnT w="6350">
                      <a:solidFill>
                        <a:srgbClr val="050000"/>
                      </a:solidFill>
                      <a:prstDash val="solid"/>
                    </a:lnT>
                    <a:lnB w="9525">
                      <a:solidFill>
                        <a:srgbClr val="05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Sum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50000"/>
                      </a:solidFill>
                      <a:prstDash val="solid"/>
                    </a:lnL>
                    <a:lnR w="6350">
                      <a:solidFill>
                        <a:srgbClr val="050000"/>
                      </a:solidFill>
                      <a:prstDash val="solid"/>
                    </a:lnR>
                    <a:lnT w="6350">
                      <a:solidFill>
                        <a:srgbClr val="050000"/>
                      </a:solidFill>
                      <a:prstDash val="solid"/>
                    </a:lnT>
                    <a:lnB w="9525">
                      <a:solidFill>
                        <a:srgbClr val="05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0x0D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50000"/>
                      </a:solidFill>
                      <a:prstDash val="solid"/>
                    </a:lnL>
                    <a:lnR w="6350">
                      <a:solidFill>
                        <a:srgbClr val="050000"/>
                      </a:solidFill>
                      <a:prstDash val="solid"/>
                    </a:lnR>
                    <a:lnT w="6350">
                      <a:solidFill>
                        <a:srgbClr val="050000"/>
                      </a:solidFill>
                      <a:prstDash val="solid"/>
                    </a:lnT>
                    <a:lnB w="9525">
                      <a:solidFill>
                        <a:srgbClr val="05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b="1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0x0A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6350">
                      <a:solidFill>
                        <a:srgbClr val="050000"/>
                      </a:solidFill>
                      <a:prstDash val="solid"/>
                    </a:lnL>
                    <a:lnR w="9525">
                      <a:solidFill>
                        <a:srgbClr val="050000"/>
                      </a:solidFill>
                      <a:prstDash val="solid"/>
                    </a:lnR>
                    <a:lnT w="6350">
                      <a:solidFill>
                        <a:srgbClr val="050000"/>
                      </a:solidFill>
                      <a:prstDash val="solid"/>
                    </a:lnT>
                    <a:lnB w="9525">
                      <a:solidFill>
                        <a:srgbClr val="05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411725" y="553852"/>
            <a:ext cx="6741795" cy="336550"/>
            <a:chOff x="411725" y="553852"/>
            <a:chExt cx="6741795" cy="336550"/>
          </a:xfrm>
        </p:grpSpPr>
        <p:sp>
          <p:nvSpPr>
            <p:cNvPr id="4" name="object 4"/>
            <p:cNvSpPr/>
            <p:nvPr/>
          </p:nvSpPr>
          <p:spPr>
            <a:xfrm>
              <a:off x="419823" y="564299"/>
              <a:ext cx="6730365" cy="315595"/>
            </a:xfrm>
            <a:custGeom>
              <a:avLst/>
              <a:gdLst/>
              <a:ahLst/>
              <a:cxnLst/>
              <a:rect l="l" t="t" r="r" b="b"/>
              <a:pathLst>
                <a:path w="6730365" h="315594">
                  <a:moveTo>
                    <a:pt x="6730199" y="0"/>
                  </a:moveTo>
                  <a:lnTo>
                    <a:pt x="0" y="0"/>
                  </a:lnTo>
                  <a:lnTo>
                    <a:pt x="0" y="314998"/>
                  </a:lnTo>
                  <a:lnTo>
                    <a:pt x="6730199" y="314998"/>
                  </a:lnTo>
                  <a:lnTo>
                    <a:pt x="6730199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1721" y="553859"/>
              <a:ext cx="6741795" cy="336550"/>
            </a:xfrm>
            <a:custGeom>
              <a:avLst/>
              <a:gdLst/>
              <a:ahLst/>
              <a:cxnLst/>
              <a:rect l="l" t="t" r="r" b="b"/>
              <a:pathLst>
                <a:path w="6741795" h="336550">
                  <a:moveTo>
                    <a:pt x="1422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20040"/>
                  </a:lnTo>
                  <a:lnTo>
                    <a:pt x="0" y="336550"/>
                  </a:lnTo>
                  <a:lnTo>
                    <a:pt x="142201" y="336550"/>
                  </a:lnTo>
                  <a:lnTo>
                    <a:pt x="142201" y="320040"/>
                  </a:lnTo>
                  <a:lnTo>
                    <a:pt x="16205" y="320040"/>
                  </a:lnTo>
                  <a:lnTo>
                    <a:pt x="16205" y="15240"/>
                  </a:lnTo>
                  <a:lnTo>
                    <a:pt x="142201" y="15240"/>
                  </a:lnTo>
                  <a:lnTo>
                    <a:pt x="142201" y="0"/>
                  </a:lnTo>
                  <a:close/>
                </a:path>
                <a:path w="6741795" h="336550">
                  <a:moveTo>
                    <a:pt x="6741642" y="0"/>
                  </a:moveTo>
                  <a:lnTo>
                    <a:pt x="6599441" y="0"/>
                  </a:lnTo>
                  <a:lnTo>
                    <a:pt x="6599441" y="15240"/>
                  </a:lnTo>
                  <a:lnTo>
                    <a:pt x="6725425" y="15240"/>
                  </a:lnTo>
                  <a:lnTo>
                    <a:pt x="6725425" y="320040"/>
                  </a:lnTo>
                  <a:lnTo>
                    <a:pt x="6599441" y="320040"/>
                  </a:lnTo>
                  <a:lnTo>
                    <a:pt x="6599441" y="336550"/>
                  </a:lnTo>
                  <a:lnTo>
                    <a:pt x="6741642" y="336550"/>
                  </a:lnTo>
                  <a:lnTo>
                    <a:pt x="6741642" y="320040"/>
                  </a:lnTo>
                  <a:lnTo>
                    <a:pt x="6741642" y="15240"/>
                  </a:lnTo>
                  <a:lnTo>
                    <a:pt x="6741642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930" y="609915"/>
            <a:ext cx="67094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Arial"/>
                <a:cs typeface="Arial"/>
              </a:rPr>
              <a:t>M74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36679" y="627049"/>
            <a:ext cx="1412875" cy="180975"/>
          </a:xfrm>
          <a:custGeom>
            <a:avLst/>
            <a:gdLst/>
            <a:ahLst/>
            <a:cxnLst/>
            <a:rect l="l" t="t" r="r" b="b"/>
            <a:pathLst>
              <a:path w="1412875" h="180975">
                <a:moveTo>
                  <a:pt x="148475" y="355"/>
                </a:moveTo>
                <a:lnTo>
                  <a:pt x="0" y="355"/>
                </a:lnTo>
                <a:lnTo>
                  <a:pt x="0" y="35915"/>
                </a:lnTo>
                <a:lnTo>
                  <a:pt x="50723" y="35915"/>
                </a:lnTo>
                <a:lnTo>
                  <a:pt x="50723" y="179425"/>
                </a:lnTo>
                <a:lnTo>
                  <a:pt x="97332" y="179425"/>
                </a:lnTo>
                <a:lnTo>
                  <a:pt x="97332" y="35915"/>
                </a:lnTo>
                <a:lnTo>
                  <a:pt x="148475" y="35915"/>
                </a:lnTo>
                <a:lnTo>
                  <a:pt x="148475" y="355"/>
                </a:lnTo>
                <a:close/>
              </a:path>
              <a:path w="1412875" h="180975">
                <a:moveTo>
                  <a:pt x="261543" y="82257"/>
                </a:moveTo>
                <a:lnTo>
                  <a:pt x="260845" y="71221"/>
                </a:lnTo>
                <a:lnTo>
                  <a:pt x="258305" y="65176"/>
                </a:lnTo>
                <a:lnTo>
                  <a:pt x="251853" y="61963"/>
                </a:lnTo>
                <a:lnTo>
                  <a:pt x="239420" y="59474"/>
                </a:lnTo>
                <a:lnTo>
                  <a:pt x="219176" y="59474"/>
                </a:lnTo>
                <a:lnTo>
                  <a:pt x="219176" y="89839"/>
                </a:lnTo>
                <a:lnTo>
                  <a:pt x="219176" y="103136"/>
                </a:lnTo>
                <a:lnTo>
                  <a:pt x="161531" y="103136"/>
                </a:lnTo>
                <a:lnTo>
                  <a:pt x="161531" y="89839"/>
                </a:lnTo>
                <a:lnTo>
                  <a:pt x="219176" y="89839"/>
                </a:lnTo>
                <a:lnTo>
                  <a:pt x="219176" y="59474"/>
                </a:lnTo>
                <a:lnTo>
                  <a:pt x="142557" y="59474"/>
                </a:lnTo>
                <a:lnTo>
                  <a:pt x="128638" y="60375"/>
                </a:lnTo>
                <a:lnTo>
                  <a:pt x="121500" y="63360"/>
                </a:lnTo>
                <a:lnTo>
                  <a:pt x="118859" y="70840"/>
                </a:lnTo>
                <a:lnTo>
                  <a:pt x="118567" y="82257"/>
                </a:lnTo>
                <a:lnTo>
                  <a:pt x="118491" y="158445"/>
                </a:lnTo>
                <a:lnTo>
                  <a:pt x="120777" y="170891"/>
                </a:lnTo>
                <a:lnTo>
                  <a:pt x="124053" y="177279"/>
                </a:lnTo>
                <a:lnTo>
                  <a:pt x="130556" y="179641"/>
                </a:lnTo>
                <a:lnTo>
                  <a:pt x="142557" y="179971"/>
                </a:lnTo>
                <a:lnTo>
                  <a:pt x="261493" y="179971"/>
                </a:lnTo>
                <a:lnTo>
                  <a:pt x="261493" y="154012"/>
                </a:lnTo>
                <a:lnTo>
                  <a:pt x="161378" y="154012"/>
                </a:lnTo>
                <a:lnTo>
                  <a:pt x="161378" y="130149"/>
                </a:lnTo>
                <a:lnTo>
                  <a:pt x="261543" y="129997"/>
                </a:lnTo>
                <a:lnTo>
                  <a:pt x="261543" y="103136"/>
                </a:lnTo>
                <a:lnTo>
                  <a:pt x="261543" y="89839"/>
                </a:lnTo>
                <a:lnTo>
                  <a:pt x="261543" y="82257"/>
                </a:lnTo>
                <a:close/>
              </a:path>
              <a:path w="1412875" h="180975">
                <a:moveTo>
                  <a:pt x="500100" y="73240"/>
                </a:moveTo>
                <a:lnTo>
                  <a:pt x="497840" y="66179"/>
                </a:lnTo>
                <a:lnTo>
                  <a:pt x="490753" y="62865"/>
                </a:lnTo>
                <a:lnTo>
                  <a:pt x="476694" y="60896"/>
                </a:lnTo>
                <a:lnTo>
                  <a:pt x="409130" y="60896"/>
                </a:lnTo>
                <a:lnTo>
                  <a:pt x="401828" y="65405"/>
                </a:lnTo>
                <a:lnTo>
                  <a:pt x="388086" y="60236"/>
                </a:lnTo>
                <a:lnTo>
                  <a:pt x="329057" y="60236"/>
                </a:lnTo>
                <a:lnTo>
                  <a:pt x="320522" y="65493"/>
                </a:lnTo>
                <a:lnTo>
                  <a:pt x="320522" y="56299"/>
                </a:lnTo>
                <a:lnTo>
                  <a:pt x="279793" y="56299"/>
                </a:lnTo>
                <a:lnTo>
                  <a:pt x="279793" y="60236"/>
                </a:lnTo>
                <a:lnTo>
                  <a:pt x="279793" y="180378"/>
                </a:lnTo>
                <a:lnTo>
                  <a:pt x="317220" y="180378"/>
                </a:lnTo>
                <a:lnTo>
                  <a:pt x="317220" y="88493"/>
                </a:lnTo>
                <a:lnTo>
                  <a:pt x="367728" y="88493"/>
                </a:lnTo>
                <a:lnTo>
                  <a:pt x="367728" y="180378"/>
                </a:lnTo>
                <a:lnTo>
                  <a:pt x="409130" y="180378"/>
                </a:lnTo>
                <a:lnTo>
                  <a:pt x="409130" y="89801"/>
                </a:lnTo>
                <a:lnTo>
                  <a:pt x="459600" y="89801"/>
                </a:lnTo>
                <a:lnTo>
                  <a:pt x="459600" y="180378"/>
                </a:lnTo>
                <a:lnTo>
                  <a:pt x="499681" y="180378"/>
                </a:lnTo>
                <a:lnTo>
                  <a:pt x="499681" y="86423"/>
                </a:lnTo>
                <a:lnTo>
                  <a:pt x="500100" y="73240"/>
                </a:lnTo>
                <a:close/>
              </a:path>
              <a:path w="1412875" h="180975">
                <a:moveTo>
                  <a:pt x="641692" y="59334"/>
                </a:moveTo>
                <a:lnTo>
                  <a:pt x="540143" y="59334"/>
                </a:lnTo>
                <a:lnTo>
                  <a:pt x="527761" y="62039"/>
                </a:lnTo>
                <a:lnTo>
                  <a:pt x="521411" y="65379"/>
                </a:lnTo>
                <a:lnTo>
                  <a:pt x="519099" y="71564"/>
                </a:lnTo>
                <a:lnTo>
                  <a:pt x="518833" y="82778"/>
                </a:lnTo>
                <a:lnTo>
                  <a:pt x="518833" y="155028"/>
                </a:lnTo>
                <a:lnTo>
                  <a:pt x="519214" y="169125"/>
                </a:lnTo>
                <a:lnTo>
                  <a:pt x="521881" y="176428"/>
                </a:lnTo>
                <a:lnTo>
                  <a:pt x="529094" y="179260"/>
                </a:lnTo>
                <a:lnTo>
                  <a:pt x="543140" y="179971"/>
                </a:lnTo>
                <a:lnTo>
                  <a:pt x="641045" y="179971"/>
                </a:lnTo>
                <a:lnTo>
                  <a:pt x="641045" y="153682"/>
                </a:lnTo>
                <a:lnTo>
                  <a:pt x="562864" y="153682"/>
                </a:lnTo>
                <a:lnTo>
                  <a:pt x="562864" y="82334"/>
                </a:lnTo>
                <a:lnTo>
                  <a:pt x="641692" y="82334"/>
                </a:lnTo>
                <a:lnTo>
                  <a:pt x="641692" y="59334"/>
                </a:lnTo>
                <a:close/>
              </a:path>
              <a:path w="1412875" h="180975">
                <a:moveTo>
                  <a:pt x="799719" y="83058"/>
                </a:moveTo>
                <a:lnTo>
                  <a:pt x="795858" y="69989"/>
                </a:lnTo>
                <a:lnTo>
                  <a:pt x="787374" y="62801"/>
                </a:lnTo>
                <a:lnTo>
                  <a:pt x="778878" y="59766"/>
                </a:lnTo>
                <a:lnTo>
                  <a:pt x="775017" y="59143"/>
                </a:lnTo>
                <a:lnTo>
                  <a:pt x="756907" y="59156"/>
                </a:lnTo>
                <a:lnTo>
                  <a:pt x="756907" y="87083"/>
                </a:lnTo>
                <a:lnTo>
                  <a:pt x="756907" y="153162"/>
                </a:lnTo>
                <a:lnTo>
                  <a:pt x="695744" y="153162"/>
                </a:lnTo>
                <a:lnTo>
                  <a:pt x="695744" y="87083"/>
                </a:lnTo>
                <a:lnTo>
                  <a:pt x="756907" y="87083"/>
                </a:lnTo>
                <a:lnTo>
                  <a:pt x="756907" y="59156"/>
                </a:lnTo>
                <a:lnTo>
                  <a:pt x="679691" y="59156"/>
                </a:lnTo>
                <a:lnTo>
                  <a:pt x="666064" y="63474"/>
                </a:lnTo>
                <a:lnTo>
                  <a:pt x="658799" y="71678"/>
                </a:lnTo>
                <a:lnTo>
                  <a:pt x="655904" y="79641"/>
                </a:lnTo>
                <a:lnTo>
                  <a:pt x="655408" y="83058"/>
                </a:lnTo>
                <a:lnTo>
                  <a:pt x="655281" y="156159"/>
                </a:lnTo>
                <a:lnTo>
                  <a:pt x="659091" y="168414"/>
                </a:lnTo>
                <a:lnTo>
                  <a:pt x="665454" y="175564"/>
                </a:lnTo>
                <a:lnTo>
                  <a:pt x="671423" y="178904"/>
                </a:lnTo>
                <a:lnTo>
                  <a:pt x="674065" y="179730"/>
                </a:lnTo>
                <a:lnTo>
                  <a:pt x="779106" y="179692"/>
                </a:lnTo>
                <a:lnTo>
                  <a:pt x="799719" y="87083"/>
                </a:lnTo>
                <a:lnTo>
                  <a:pt x="799719" y="83058"/>
                </a:lnTo>
                <a:close/>
              </a:path>
              <a:path w="1412875" h="180975">
                <a:moveTo>
                  <a:pt x="952487" y="140995"/>
                </a:moveTo>
                <a:lnTo>
                  <a:pt x="857211" y="140995"/>
                </a:lnTo>
                <a:lnTo>
                  <a:pt x="857211" y="2565"/>
                </a:lnTo>
                <a:lnTo>
                  <a:pt x="815162" y="2565"/>
                </a:lnTo>
                <a:lnTo>
                  <a:pt x="815162" y="140995"/>
                </a:lnTo>
                <a:lnTo>
                  <a:pt x="815162" y="179095"/>
                </a:lnTo>
                <a:lnTo>
                  <a:pt x="952487" y="179095"/>
                </a:lnTo>
                <a:lnTo>
                  <a:pt x="952487" y="140995"/>
                </a:lnTo>
                <a:close/>
              </a:path>
              <a:path w="1412875" h="180975">
                <a:moveTo>
                  <a:pt x="1008481" y="51892"/>
                </a:moveTo>
                <a:lnTo>
                  <a:pt x="969581" y="51892"/>
                </a:lnTo>
                <a:lnTo>
                  <a:pt x="969581" y="179146"/>
                </a:lnTo>
                <a:lnTo>
                  <a:pt x="1008481" y="179146"/>
                </a:lnTo>
                <a:lnTo>
                  <a:pt x="1008481" y="51892"/>
                </a:lnTo>
                <a:close/>
              </a:path>
              <a:path w="1412875" h="180975">
                <a:moveTo>
                  <a:pt x="1008481" y="0"/>
                </a:moveTo>
                <a:lnTo>
                  <a:pt x="969581" y="0"/>
                </a:lnTo>
                <a:lnTo>
                  <a:pt x="969581" y="32600"/>
                </a:lnTo>
                <a:lnTo>
                  <a:pt x="1008481" y="32600"/>
                </a:lnTo>
                <a:lnTo>
                  <a:pt x="1008481" y="0"/>
                </a:lnTo>
                <a:close/>
              </a:path>
              <a:path w="1412875" h="180975">
                <a:moveTo>
                  <a:pt x="1170800" y="67691"/>
                </a:moveTo>
                <a:lnTo>
                  <a:pt x="1167917" y="59702"/>
                </a:lnTo>
                <a:lnTo>
                  <a:pt x="1159306" y="57010"/>
                </a:lnTo>
                <a:lnTo>
                  <a:pt x="1079919" y="57137"/>
                </a:lnTo>
                <a:lnTo>
                  <a:pt x="1070076" y="60426"/>
                </a:lnTo>
                <a:lnTo>
                  <a:pt x="1070076" y="51879"/>
                </a:lnTo>
                <a:lnTo>
                  <a:pt x="1026045" y="51879"/>
                </a:lnTo>
                <a:lnTo>
                  <a:pt x="1026020" y="179197"/>
                </a:lnTo>
                <a:lnTo>
                  <a:pt x="1066800" y="179197"/>
                </a:lnTo>
                <a:lnTo>
                  <a:pt x="1066800" y="85394"/>
                </a:lnTo>
                <a:lnTo>
                  <a:pt x="1125905" y="85394"/>
                </a:lnTo>
                <a:lnTo>
                  <a:pt x="1125905" y="179197"/>
                </a:lnTo>
                <a:lnTo>
                  <a:pt x="1170609" y="179197"/>
                </a:lnTo>
                <a:lnTo>
                  <a:pt x="1170609" y="83426"/>
                </a:lnTo>
                <a:lnTo>
                  <a:pt x="1170800" y="67691"/>
                </a:lnTo>
                <a:close/>
              </a:path>
              <a:path w="1412875" h="180975">
                <a:moveTo>
                  <a:pt x="1329931" y="82257"/>
                </a:moveTo>
                <a:lnTo>
                  <a:pt x="1329220" y="71221"/>
                </a:lnTo>
                <a:lnTo>
                  <a:pt x="1326667" y="65176"/>
                </a:lnTo>
                <a:lnTo>
                  <a:pt x="1320215" y="61963"/>
                </a:lnTo>
                <a:lnTo>
                  <a:pt x="1307782" y="59474"/>
                </a:lnTo>
                <a:lnTo>
                  <a:pt x="1287564" y="59474"/>
                </a:lnTo>
                <a:lnTo>
                  <a:pt x="1287564" y="89839"/>
                </a:lnTo>
                <a:lnTo>
                  <a:pt x="1287564" y="103136"/>
                </a:lnTo>
                <a:lnTo>
                  <a:pt x="1229918" y="103136"/>
                </a:lnTo>
                <a:lnTo>
                  <a:pt x="1229918" y="89839"/>
                </a:lnTo>
                <a:lnTo>
                  <a:pt x="1287564" y="89839"/>
                </a:lnTo>
                <a:lnTo>
                  <a:pt x="1287564" y="59474"/>
                </a:lnTo>
                <a:lnTo>
                  <a:pt x="1210945" y="59474"/>
                </a:lnTo>
                <a:lnTo>
                  <a:pt x="1197025" y="60375"/>
                </a:lnTo>
                <a:lnTo>
                  <a:pt x="1189888" y="63360"/>
                </a:lnTo>
                <a:lnTo>
                  <a:pt x="1187246" y="70840"/>
                </a:lnTo>
                <a:lnTo>
                  <a:pt x="1186954" y="82257"/>
                </a:lnTo>
                <a:lnTo>
                  <a:pt x="1186878" y="158445"/>
                </a:lnTo>
                <a:lnTo>
                  <a:pt x="1189164" y="170891"/>
                </a:lnTo>
                <a:lnTo>
                  <a:pt x="1192441" y="177279"/>
                </a:lnTo>
                <a:lnTo>
                  <a:pt x="1198943" y="179641"/>
                </a:lnTo>
                <a:lnTo>
                  <a:pt x="1210945" y="179971"/>
                </a:lnTo>
                <a:lnTo>
                  <a:pt x="1329880" y="179971"/>
                </a:lnTo>
                <a:lnTo>
                  <a:pt x="1329880" y="154012"/>
                </a:lnTo>
                <a:lnTo>
                  <a:pt x="1229741" y="154012"/>
                </a:lnTo>
                <a:lnTo>
                  <a:pt x="1229741" y="130149"/>
                </a:lnTo>
                <a:lnTo>
                  <a:pt x="1329931" y="129997"/>
                </a:lnTo>
                <a:lnTo>
                  <a:pt x="1329931" y="103136"/>
                </a:lnTo>
                <a:lnTo>
                  <a:pt x="1329931" y="89839"/>
                </a:lnTo>
                <a:lnTo>
                  <a:pt x="1329931" y="82257"/>
                </a:lnTo>
                <a:close/>
              </a:path>
              <a:path w="1412875" h="180975">
                <a:moveTo>
                  <a:pt x="1371396" y="18846"/>
                </a:moveTo>
                <a:lnTo>
                  <a:pt x="1338757" y="18846"/>
                </a:lnTo>
                <a:lnTo>
                  <a:pt x="1338757" y="26936"/>
                </a:lnTo>
                <a:lnTo>
                  <a:pt x="1351013" y="26936"/>
                </a:lnTo>
                <a:lnTo>
                  <a:pt x="1351013" y="51282"/>
                </a:lnTo>
                <a:lnTo>
                  <a:pt x="1358900" y="51282"/>
                </a:lnTo>
                <a:lnTo>
                  <a:pt x="1358900" y="26949"/>
                </a:lnTo>
                <a:lnTo>
                  <a:pt x="1371396" y="26936"/>
                </a:lnTo>
                <a:lnTo>
                  <a:pt x="1371396" y="18846"/>
                </a:lnTo>
                <a:close/>
              </a:path>
              <a:path w="1412875" h="180975">
                <a:moveTo>
                  <a:pt x="1412506" y="22720"/>
                </a:moveTo>
                <a:lnTo>
                  <a:pt x="1412455" y="20523"/>
                </a:lnTo>
                <a:lnTo>
                  <a:pt x="1410665" y="18757"/>
                </a:lnTo>
                <a:lnTo>
                  <a:pt x="1399184" y="18745"/>
                </a:lnTo>
                <a:lnTo>
                  <a:pt x="1397406" y="20510"/>
                </a:lnTo>
                <a:lnTo>
                  <a:pt x="1397355" y="22694"/>
                </a:lnTo>
                <a:lnTo>
                  <a:pt x="1397355" y="18745"/>
                </a:lnTo>
                <a:lnTo>
                  <a:pt x="1384007" y="18745"/>
                </a:lnTo>
                <a:lnTo>
                  <a:pt x="1382242" y="20485"/>
                </a:lnTo>
                <a:lnTo>
                  <a:pt x="1382166" y="22656"/>
                </a:lnTo>
                <a:lnTo>
                  <a:pt x="1382166" y="18732"/>
                </a:lnTo>
                <a:lnTo>
                  <a:pt x="1374089" y="18732"/>
                </a:lnTo>
                <a:lnTo>
                  <a:pt x="1374089" y="51231"/>
                </a:lnTo>
                <a:lnTo>
                  <a:pt x="1382166" y="51231"/>
                </a:lnTo>
                <a:lnTo>
                  <a:pt x="1382166" y="23507"/>
                </a:lnTo>
                <a:lnTo>
                  <a:pt x="1389265" y="23507"/>
                </a:lnTo>
                <a:lnTo>
                  <a:pt x="1389265" y="51231"/>
                </a:lnTo>
                <a:lnTo>
                  <a:pt x="1397355" y="51231"/>
                </a:lnTo>
                <a:lnTo>
                  <a:pt x="1397355" y="23507"/>
                </a:lnTo>
                <a:lnTo>
                  <a:pt x="1404391" y="23507"/>
                </a:lnTo>
                <a:lnTo>
                  <a:pt x="1404391" y="51219"/>
                </a:lnTo>
                <a:lnTo>
                  <a:pt x="1412506" y="51219"/>
                </a:lnTo>
                <a:lnTo>
                  <a:pt x="1412506" y="2272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54183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04767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35941" y="6350"/>
                </a:lnTo>
                <a:lnTo>
                  <a:pt x="35941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79531" y="4248358"/>
            <a:ext cx="5492750" cy="85788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100" spc="75" dirty="0">
                <a:solidFill>
                  <a:srgbClr val="231F20"/>
                </a:solidFill>
                <a:latin typeface="Malgun Gothic"/>
                <a:cs typeface="Malgun Gothic"/>
              </a:rPr>
              <a:t>1.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20" dirty="0">
                <a:solidFill>
                  <a:srgbClr val="231F20"/>
                </a:solidFill>
                <a:latin typeface="Malgun Gothic"/>
                <a:cs typeface="Malgun Gothic"/>
              </a:rPr>
              <a:t>Data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70" dirty="0">
                <a:solidFill>
                  <a:srgbClr val="231F20"/>
                </a:solidFill>
                <a:latin typeface="Malgun Gothic"/>
                <a:cs typeface="Malgun Gothic"/>
              </a:rPr>
              <a:t>의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구</a:t>
            </a:r>
            <a:r>
              <a:rPr sz="1100" spc="-70" dirty="0">
                <a:solidFill>
                  <a:srgbClr val="231F20"/>
                </a:solidFill>
                <a:latin typeface="Malgun Gothic"/>
                <a:cs typeface="Malgun Gothic"/>
              </a:rPr>
              <a:t>성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40" dirty="0">
                <a:solidFill>
                  <a:srgbClr val="231F20"/>
                </a:solidFill>
                <a:latin typeface="Malgun Gothic"/>
                <a:cs typeface="Malgun Gothic"/>
              </a:rPr>
              <a:t>(HSUM,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" dirty="0">
                <a:solidFill>
                  <a:srgbClr val="231F20"/>
                </a:solidFill>
                <a:latin typeface="Malgun Gothic"/>
                <a:cs typeface="Malgun Gothic"/>
              </a:rPr>
              <a:t>HTL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" dirty="0">
                <a:solidFill>
                  <a:srgbClr val="231F20"/>
                </a:solidFill>
                <a:latin typeface="Malgun Gothic"/>
                <a:cs typeface="Malgun Gothic"/>
              </a:rPr>
              <a:t>Pr</a:t>
            </a:r>
            <a:r>
              <a:rPr sz="1100" spc="-5" dirty="0">
                <a:solidFill>
                  <a:srgbClr val="231F20"/>
                </a:solidFill>
                <a:latin typeface="Malgun Gothic"/>
                <a:cs typeface="Malgun Gothic"/>
              </a:rPr>
              <a:t>o</a:t>
            </a:r>
            <a:r>
              <a:rPr sz="1100" spc="5" dirty="0">
                <a:solidFill>
                  <a:srgbClr val="231F20"/>
                </a:solidFill>
                <a:latin typeface="Malgun Gothic"/>
                <a:cs typeface="Malgun Gothic"/>
              </a:rPr>
              <a:t>tocol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)</a:t>
            </a:r>
            <a:endParaRPr sz="1100">
              <a:latin typeface="Malgun Gothic"/>
              <a:cs typeface="Malgun Gothic"/>
            </a:endParaRPr>
          </a:p>
          <a:p>
            <a:pPr marL="191135" marR="5080">
              <a:lnSpc>
                <a:spcPct val="116700"/>
              </a:lnSpc>
              <a:spcBef>
                <a:spcPts val="385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프레임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중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16진수(H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e</a:t>
            </a:r>
            <a:r>
              <a:rPr sz="1000" spc="45" dirty="0">
                <a:solidFill>
                  <a:srgbClr val="231F20"/>
                </a:solidFill>
                <a:latin typeface="Malgun Gothic"/>
                <a:cs typeface="Malgun Gothic"/>
              </a:rPr>
              <a:t>x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adecimal)로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31F20"/>
                </a:solidFill>
                <a:latin typeface="Malgun Gothic"/>
                <a:cs typeface="Malgun Gothic"/>
              </a:rPr>
              <a:t>표현합니다.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이때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표현하고자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하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소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수</a:t>
            </a:r>
            <a:r>
              <a:rPr sz="1000" spc="-55" dirty="0">
                <a:solidFill>
                  <a:srgbClr val="231F20"/>
                </a:solidFill>
                <a:latin typeface="Malgun Gothic"/>
                <a:cs typeface="Malgun Gothic"/>
              </a:rPr>
              <a:t>점이  포함되어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있으면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소수점의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자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릿수만큼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0" dirty="0">
                <a:solidFill>
                  <a:srgbClr val="231F20"/>
                </a:solidFill>
                <a:latin typeface="Malgun Gothic"/>
                <a:cs typeface="Malgun Gothic"/>
              </a:rPr>
              <a:t>‘</a:t>
            </a:r>
            <a:r>
              <a:rPr sz="1000" spc="-120" dirty="0">
                <a:solidFill>
                  <a:srgbClr val="231F20"/>
                </a:solidFill>
                <a:latin typeface="Malgun Gothic"/>
                <a:cs typeface="Malgun Gothic"/>
              </a:rPr>
              <a:t>×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10^n’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계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산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하여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31F20"/>
                </a:solidFill>
                <a:latin typeface="Malgun Gothic"/>
                <a:cs typeface="Malgun Gothic"/>
              </a:rPr>
              <a:t>표현합니다.</a:t>
            </a:r>
            <a:endParaRPr sz="1000">
              <a:latin typeface="Malgun Gothic"/>
              <a:cs typeface="Malgun Gothic"/>
            </a:endParaRPr>
          </a:p>
          <a:p>
            <a:pPr marL="191135">
              <a:lnSpc>
                <a:spcPct val="100000"/>
              </a:lnSpc>
              <a:spcBef>
                <a:spcPts val="2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읽을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경우에도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읽고자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하는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소수점에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따라서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‘÷10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^</a:t>
            </a:r>
            <a:r>
              <a:rPr sz="1000" spc="-10" dirty="0">
                <a:solidFill>
                  <a:srgbClr val="231F20"/>
                </a:solidFill>
                <a:latin typeface="Malgun Gothic"/>
                <a:cs typeface="Malgun Gothic"/>
              </a:rPr>
              <a:t>n’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계산하여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31F20"/>
                </a:solidFill>
                <a:latin typeface="Malgun Gothic"/>
                <a:cs typeface="Malgun Gothic"/>
              </a:rPr>
              <a:t>사용합니다.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1932" y="1233336"/>
            <a:ext cx="5451475" cy="128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0" dirty="0">
                <a:solidFill>
                  <a:srgbClr val="261D1A"/>
                </a:solidFill>
                <a:latin typeface="Malgun Gothic"/>
                <a:cs typeface="Malgun Gothic"/>
              </a:rPr>
              <a:t>PC-Link</a:t>
            </a:r>
            <a:r>
              <a:rPr sz="1200" b="1" spc="-155" dirty="0">
                <a:solidFill>
                  <a:srgbClr val="261D1A"/>
                </a:solidFill>
                <a:latin typeface="Malgun Gothic"/>
                <a:cs typeface="Malgun Gothic"/>
              </a:rPr>
              <a:t> </a:t>
            </a:r>
            <a:r>
              <a:rPr sz="1200" b="1" spc="-5" dirty="0">
                <a:solidFill>
                  <a:srgbClr val="261D1A"/>
                </a:solidFill>
                <a:latin typeface="Malgun Gothic"/>
                <a:cs typeface="Malgun Gothic"/>
              </a:rPr>
              <a:t>(HSUM,</a:t>
            </a:r>
            <a:r>
              <a:rPr sz="1200" b="1" spc="-155" dirty="0">
                <a:solidFill>
                  <a:srgbClr val="261D1A"/>
                </a:solidFill>
                <a:latin typeface="Malgun Gothic"/>
                <a:cs typeface="Malgun Gothic"/>
              </a:rPr>
              <a:t> </a:t>
            </a:r>
            <a:r>
              <a:rPr sz="1200" b="1" spc="25" dirty="0">
                <a:solidFill>
                  <a:srgbClr val="261D1A"/>
                </a:solidFill>
                <a:latin typeface="Malgun Gothic"/>
                <a:cs typeface="Malgun Gothic"/>
              </a:rPr>
              <a:t>HTL)</a:t>
            </a:r>
            <a:endParaRPr sz="1200">
              <a:latin typeface="Malgun Gothic"/>
              <a:cs typeface="Malgun Gothic"/>
            </a:endParaRPr>
          </a:p>
          <a:p>
            <a:pPr marL="45720" marR="5080">
              <a:lnSpc>
                <a:spcPct val="116700"/>
              </a:lnSpc>
              <a:spcBef>
                <a:spcPts val="8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ASCII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문자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코드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안에서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수행되며,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제품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내부의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정의된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D-REGISTER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40" dirty="0">
                <a:solidFill>
                  <a:srgbClr val="231F20"/>
                </a:solidFill>
                <a:latin typeface="Malgun Gothic"/>
                <a:cs typeface="Malgun Gothic"/>
              </a:rPr>
              <a:t>MAP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에서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5" dirty="0">
                <a:solidFill>
                  <a:srgbClr val="231F20"/>
                </a:solidFill>
                <a:latin typeface="Malgun Gothic"/>
                <a:cs typeface="Malgun Gothic"/>
              </a:rPr>
              <a:t>기능별  각각의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정보를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읽거나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Malgun Gothic"/>
                <a:cs typeface="Malgun Gothic"/>
              </a:rPr>
              <a:t>쓸(설정)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있습니다.</a:t>
            </a:r>
            <a:endParaRPr sz="1000">
              <a:latin typeface="Malgun Gothic"/>
              <a:cs typeface="Malgun Gothic"/>
            </a:endParaRPr>
          </a:p>
          <a:p>
            <a:pPr marL="45720">
              <a:lnSpc>
                <a:spcPct val="100000"/>
              </a:lnSpc>
              <a:spcBef>
                <a:spcPts val="2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기본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사용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프로토콜은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HSUM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Malgun Gothic"/>
                <a:cs typeface="Malgun Gothic"/>
              </a:rPr>
              <a:t>이며,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HTL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사용자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편의에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따라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선택할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있습니다.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Malgun Gothic"/>
              <a:cs typeface="Malgun Gothic"/>
            </a:endParaRPr>
          </a:p>
          <a:p>
            <a:pPr marL="255904">
              <a:lnSpc>
                <a:spcPct val="100000"/>
              </a:lnSpc>
            </a:pP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◈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기본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프레임(Frame)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구성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0429" y="3123491"/>
            <a:ext cx="419354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sz="800" spc="15" dirty="0">
                <a:solidFill>
                  <a:srgbClr val="231F20"/>
                </a:solidFill>
                <a:latin typeface="Malgun Gothic"/>
                <a:cs typeface="Malgun Gothic"/>
              </a:rPr>
              <a:t>Check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15" dirty="0">
                <a:solidFill>
                  <a:srgbClr val="231F20"/>
                </a:solidFill>
                <a:latin typeface="Malgun Gothic"/>
                <a:cs typeface="Malgun Gothic"/>
              </a:rPr>
              <a:t>Sum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연산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Malgun Gothic"/>
                <a:cs typeface="Malgun Gothic"/>
              </a:rPr>
              <a:t>구간..</a:t>
            </a:r>
            <a:endParaRPr sz="8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◈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15" dirty="0">
                <a:solidFill>
                  <a:srgbClr val="231F20"/>
                </a:solidFill>
                <a:latin typeface="Malgun Gothic"/>
                <a:cs typeface="Malgun Gothic"/>
              </a:rPr>
              <a:t>Error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검출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코드</a:t>
            </a:r>
            <a:endParaRPr sz="800">
              <a:latin typeface="Malgun Gothic"/>
              <a:cs typeface="Malgun Gothic"/>
            </a:endParaRPr>
          </a:p>
          <a:p>
            <a:pPr marL="139700" marR="5080">
              <a:lnSpc>
                <a:spcPts val="1260"/>
              </a:lnSpc>
              <a:spcBef>
                <a:spcPts val="10"/>
              </a:spcBef>
            </a:pPr>
            <a:r>
              <a:rPr sz="800" spc="15" dirty="0">
                <a:solidFill>
                  <a:srgbClr val="231F20"/>
                </a:solidFill>
                <a:latin typeface="Malgun Gothic"/>
                <a:cs typeface="Malgun Gothic"/>
              </a:rPr>
              <a:t>Check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15" dirty="0">
                <a:solidFill>
                  <a:srgbClr val="231F20"/>
                </a:solidFill>
                <a:latin typeface="Malgun Gothic"/>
                <a:cs typeface="Malgun Gothic"/>
              </a:rPr>
              <a:t>Sum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은</a:t>
            </a:r>
            <a:r>
              <a:rPr sz="800" spc="-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1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중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30" dirty="0">
                <a:solidFill>
                  <a:srgbClr val="231F20"/>
                </a:solidFill>
                <a:latin typeface="Malgun Gothic"/>
                <a:cs typeface="Malgun Gothic"/>
              </a:rPr>
              <a:t>STX(02)</a:t>
            </a:r>
            <a:r>
              <a:rPr sz="800" spc="-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다음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문자로</a:t>
            </a:r>
            <a:r>
              <a:rPr sz="800" spc="-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부터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15" dirty="0">
                <a:solidFill>
                  <a:srgbClr val="231F20"/>
                </a:solidFill>
                <a:latin typeface="Malgun Gothic"/>
                <a:cs typeface="Malgun Gothic"/>
              </a:rPr>
              <a:t>Error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Malgun Gothic"/>
                <a:cs typeface="Malgun Gothic"/>
              </a:rPr>
              <a:t>code</a:t>
            </a:r>
            <a:r>
              <a:rPr sz="800" spc="-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전까지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문자의</a:t>
            </a:r>
            <a:r>
              <a:rPr sz="800" spc="-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Malgun Gothic"/>
                <a:cs typeface="Malgun Gothic"/>
              </a:rPr>
              <a:t>ASCII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algun Gothic"/>
                <a:cs typeface="Malgun Gothic"/>
              </a:rPr>
              <a:t>Code를 </a:t>
            </a:r>
            <a:r>
              <a:rPr sz="800" spc="-2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40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231F20"/>
                </a:solidFill>
                <a:latin typeface="Malgun Gothic"/>
                <a:cs typeface="Malgun Gothic"/>
              </a:rPr>
              <a:t>Byte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씩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더하여</a:t>
            </a:r>
            <a:r>
              <a:rPr sz="800" spc="-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그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중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dirty="0">
                <a:solidFill>
                  <a:srgbClr val="231F20"/>
                </a:solidFill>
                <a:latin typeface="Malgun Gothic"/>
                <a:cs typeface="Malgun Gothic"/>
              </a:rPr>
              <a:t>1Byte를</a:t>
            </a:r>
            <a:r>
              <a:rPr sz="800" spc="-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15" dirty="0">
                <a:solidFill>
                  <a:srgbClr val="231F20"/>
                </a:solidFill>
                <a:latin typeface="Malgun Gothic"/>
                <a:cs typeface="Malgun Gothic"/>
              </a:rPr>
              <a:t>16진수로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algun Gothic"/>
                <a:cs typeface="Malgun Gothic"/>
              </a:rPr>
              <a:t>하는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15" dirty="0">
                <a:solidFill>
                  <a:srgbClr val="231F20"/>
                </a:solidFill>
                <a:latin typeface="Malgun Gothic"/>
                <a:cs typeface="Malgun Gothic"/>
              </a:rPr>
              <a:t>문자열(2문자,</a:t>
            </a:r>
            <a:r>
              <a:rPr sz="800" spc="-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5" dirty="0">
                <a:solidFill>
                  <a:srgbClr val="231F20"/>
                </a:solidFill>
                <a:latin typeface="Malgun Gothic"/>
                <a:cs typeface="Malgun Gothic"/>
              </a:rPr>
              <a:t>2Byte)로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30" dirty="0">
                <a:solidFill>
                  <a:srgbClr val="231F20"/>
                </a:solidFill>
                <a:latin typeface="Malgun Gothic"/>
                <a:cs typeface="Malgun Gothic"/>
              </a:rPr>
              <a:t>작성합니다.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9531" y="6641664"/>
            <a:ext cx="5820410" cy="62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75" dirty="0">
                <a:solidFill>
                  <a:srgbClr val="231F20"/>
                </a:solidFill>
                <a:latin typeface="Malgun Gothic"/>
                <a:cs typeface="Malgun Gothic"/>
              </a:rPr>
              <a:t>2.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7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20" dirty="0">
                <a:solidFill>
                  <a:srgbClr val="231F20"/>
                </a:solidFill>
                <a:latin typeface="Malgun Gothic"/>
                <a:cs typeface="Malgun Gothic"/>
              </a:rPr>
              <a:t>Command</a:t>
            </a:r>
            <a:endParaRPr sz="1100">
              <a:latin typeface="Malgun Gothic"/>
              <a:cs typeface="Malgun Gothic"/>
            </a:endParaRPr>
          </a:p>
          <a:p>
            <a:pPr marL="191135" marR="5080">
              <a:lnSpc>
                <a:spcPct val="116700"/>
              </a:lnSpc>
              <a:spcBef>
                <a:spcPts val="595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명령(Command)은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D-Register의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내용을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Read/Write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있는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일반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Command와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제품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5" dirty="0">
                <a:solidFill>
                  <a:srgbClr val="231F20"/>
                </a:solidFill>
                <a:latin typeface="Malgun Gothic"/>
                <a:cs typeface="Malgun Gothic"/>
              </a:rPr>
              <a:t>정보만을  확인할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있는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정보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Command가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있습니다.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1242" y="5272675"/>
            <a:ext cx="123698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231F20"/>
                </a:solidFill>
                <a:latin typeface="Malgun Gothic"/>
                <a:cs typeface="Malgun Gothic"/>
              </a:rPr>
              <a:t>예제)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데이터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의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표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현</a:t>
            </a:r>
            <a:endParaRPr sz="1000">
              <a:latin typeface="Malgun Gothic"/>
              <a:cs typeface="Malgun Gothic"/>
            </a:endParaRPr>
          </a:p>
          <a:p>
            <a:pPr marL="353060">
              <a:lnSpc>
                <a:spcPct val="100000"/>
              </a:lnSpc>
              <a:spcBef>
                <a:spcPts val="9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① 소수점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없음</a:t>
            </a:r>
            <a:r>
              <a:rPr sz="10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endParaRPr sz="1000">
              <a:latin typeface="Malgun Gothic"/>
              <a:cs typeface="Malgun Gothic"/>
            </a:endParaRPr>
          </a:p>
          <a:p>
            <a:pPr marL="353060">
              <a:lnSpc>
                <a:spcPct val="100000"/>
              </a:lnSpc>
              <a:spcBef>
                <a:spcPts val="605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②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소수점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한개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endParaRPr sz="1000">
              <a:latin typeface="Malgun Gothic"/>
              <a:cs typeface="Malgun Gothic"/>
            </a:endParaRPr>
          </a:p>
          <a:p>
            <a:pPr marL="353060">
              <a:lnSpc>
                <a:spcPct val="100000"/>
              </a:lnSpc>
              <a:spcBef>
                <a:spcPts val="605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③ 소수점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두개</a:t>
            </a:r>
            <a:r>
              <a:rPr sz="10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83792" y="5462540"/>
            <a:ext cx="2250440" cy="71374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450215" algn="l"/>
                <a:tab pos="1743710" algn="l"/>
              </a:tabLst>
            </a:pP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10	</a:t>
            </a:r>
            <a:r>
              <a:rPr sz="10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000" spc="21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10</a:t>
            </a:r>
            <a:r>
              <a:rPr sz="10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231F20"/>
                </a:solidFill>
                <a:latin typeface="Malgun Gothic"/>
                <a:cs typeface="Malgun Gothic"/>
              </a:rPr>
              <a:t>×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5" dirty="0">
                <a:solidFill>
                  <a:srgbClr val="231F20"/>
                </a:solidFill>
                <a:latin typeface="Malgun Gothic"/>
                <a:cs typeface="Malgun Gothic"/>
              </a:rPr>
              <a:t>10^0</a:t>
            </a:r>
            <a:r>
              <a:rPr sz="10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0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0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10	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(000Ah)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450215" algn="l"/>
              </a:tabLst>
            </a:pPr>
            <a:r>
              <a:rPr sz="1000" spc="60" dirty="0">
                <a:solidFill>
                  <a:srgbClr val="231F20"/>
                </a:solidFill>
                <a:latin typeface="Malgun Gothic"/>
                <a:cs typeface="Malgun Gothic"/>
              </a:rPr>
              <a:t>10.0	</a:t>
            </a:r>
            <a:r>
              <a:rPr sz="1000" spc="-15" dirty="0">
                <a:solidFill>
                  <a:srgbClr val="231F20"/>
                </a:solidFill>
                <a:latin typeface="Malgun Gothic"/>
                <a:cs typeface="Malgun Gothic"/>
              </a:rPr>
              <a:t>→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10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231F20"/>
                </a:solidFill>
                <a:latin typeface="Malgun Gothic"/>
                <a:cs typeface="Malgun Gothic"/>
              </a:rPr>
              <a:t>×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5" dirty="0">
                <a:solidFill>
                  <a:srgbClr val="231F20"/>
                </a:solidFill>
                <a:latin typeface="Malgun Gothic"/>
                <a:cs typeface="Malgun Gothic"/>
              </a:rPr>
              <a:t>10^1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0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100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4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(0064h)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000" spc="60" dirty="0">
                <a:solidFill>
                  <a:srgbClr val="231F20"/>
                </a:solidFill>
                <a:latin typeface="Malgun Gothic"/>
                <a:cs typeface="Malgun Gothic"/>
              </a:rPr>
              <a:t>10.00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10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231F20"/>
                </a:solidFill>
                <a:latin typeface="Malgun Gothic"/>
                <a:cs typeface="Malgun Gothic"/>
              </a:rPr>
              <a:t>×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5" dirty="0">
                <a:solidFill>
                  <a:srgbClr val="231F20"/>
                </a:solidFill>
                <a:latin typeface="Malgun Gothic"/>
                <a:cs typeface="Malgun Gothic"/>
              </a:rPr>
              <a:t>10^2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0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1000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(03E8h)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5226" y="1259116"/>
            <a:ext cx="171450" cy="157480"/>
            <a:chOff x="665226" y="1259116"/>
            <a:chExt cx="171450" cy="157480"/>
          </a:xfrm>
        </p:grpSpPr>
        <p:sp>
          <p:nvSpPr>
            <p:cNvPr id="17" name="object 17"/>
            <p:cNvSpPr/>
            <p:nvPr/>
          </p:nvSpPr>
          <p:spPr>
            <a:xfrm>
              <a:off x="665226" y="1259205"/>
              <a:ext cx="59055" cy="157480"/>
            </a:xfrm>
            <a:custGeom>
              <a:avLst/>
              <a:gdLst/>
              <a:ahLst/>
              <a:cxnLst/>
              <a:rect l="l" t="t" r="r" b="b"/>
              <a:pathLst>
                <a:path w="59054" h="157480">
                  <a:moveTo>
                    <a:pt x="58788" y="0"/>
                  </a:moveTo>
                  <a:lnTo>
                    <a:pt x="0" y="0"/>
                  </a:lnTo>
                  <a:lnTo>
                    <a:pt x="0" y="157264"/>
                  </a:lnTo>
                  <a:lnTo>
                    <a:pt x="58788" y="157264"/>
                  </a:lnTo>
                  <a:lnTo>
                    <a:pt x="58788" y="0"/>
                  </a:lnTo>
                  <a:close/>
                </a:path>
              </a:pathLst>
            </a:custGeom>
            <a:solidFill>
              <a:srgbClr val="647E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6008" y="1259116"/>
              <a:ext cx="110489" cy="157480"/>
            </a:xfrm>
            <a:custGeom>
              <a:avLst/>
              <a:gdLst/>
              <a:ahLst/>
              <a:cxnLst/>
              <a:rect l="l" t="t" r="r" b="b"/>
              <a:pathLst>
                <a:path w="110490" h="157480">
                  <a:moveTo>
                    <a:pt x="110236" y="0"/>
                  </a:moveTo>
                  <a:lnTo>
                    <a:pt x="0" y="0"/>
                  </a:lnTo>
                  <a:lnTo>
                    <a:pt x="0" y="157264"/>
                  </a:lnTo>
                  <a:lnTo>
                    <a:pt x="110236" y="157264"/>
                  </a:lnTo>
                  <a:lnTo>
                    <a:pt x="110236" y="0"/>
                  </a:lnTo>
                  <a:close/>
                </a:path>
              </a:pathLst>
            </a:custGeom>
            <a:solidFill>
              <a:srgbClr val="3661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668778" y="3115014"/>
            <a:ext cx="2414905" cy="373380"/>
            <a:chOff x="1668778" y="3115014"/>
            <a:chExt cx="2414905" cy="373380"/>
          </a:xfrm>
        </p:grpSpPr>
        <p:sp>
          <p:nvSpPr>
            <p:cNvPr id="20" name="object 20"/>
            <p:cNvSpPr/>
            <p:nvPr/>
          </p:nvSpPr>
          <p:spPr>
            <a:xfrm>
              <a:off x="1671953" y="3115014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0"/>
                  </a:moveTo>
                  <a:lnTo>
                    <a:pt x="0" y="203200"/>
                  </a:lnTo>
                </a:path>
              </a:pathLst>
            </a:custGeom>
            <a:ln w="6350">
              <a:solidFill>
                <a:srgbClr val="05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51347" y="3272722"/>
              <a:ext cx="1782445" cy="0"/>
            </a:xfrm>
            <a:custGeom>
              <a:avLst/>
              <a:gdLst/>
              <a:ahLst/>
              <a:cxnLst/>
              <a:rect l="l" t="t" r="r" b="b"/>
              <a:pathLst>
                <a:path w="1782445">
                  <a:moveTo>
                    <a:pt x="0" y="0"/>
                  </a:moveTo>
                  <a:lnTo>
                    <a:pt x="1781898" y="0"/>
                  </a:lnTo>
                </a:path>
              </a:pathLst>
            </a:custGeom>
            <a:ln w="6350">
              <a:solidFill>
                <a:srgbClr val="05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5095" y="3254277"/>
              <a:ext cx="69215" cy="37465"/>
            </a:xfrm>
            <a:custGeom>
              <a:avLst/>
              <a:gdLst/>
              <a:ahLst/>
              <a:cxnLst/>
              <a:rect l="l" t="t" r="r" b="b"/>
              <a:pathLst>
                <a:path w="69214" h="37464">
                  <a:moveTo>
                    <a:pt x="68833" y="0"/>
                  </a:moveTo>
                  <a:lnTo>
                    <a:pt x="0" y="18440"/>
                  </a:lnTo>
                  <a:lnTo>
                    <a:pt x="68833" y="36893"/>
                  </a:lnTo>
                  <a:lnTo>
                    <a:pt x="68833" y="0"/>
                  </a:lnTo>
                  <a:close/>
                </a:path>
              </a:pathLst>
            </a:custGeom>
            <a:solidFill>
              <a:srgbClr val="05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15952" y="3115014"/>
              <a:ext cx="0" cy="203200"/>
            </a:xfrm>
            <a:custGeom>
              <a:avLst/>
              <a:gdLst/>
              <a:ahLst/>
              <a:cxnLst/>
              <a:rect l="l" t="t" r="r" b="b"/>
              <a:pathLst>
                <a:path h="203200">
                  <a:moveTo>
                    <a:pt x="0" y="0"/>
                  </a:moveTo>
                  <a:lnTo>
                    <a:pt x="0" y="203200"/>
                  </a:lnTo>
                </a:path>
              </a:pathLst>
            </a:custGeom>
            <a:ln w="6350">
              <a:solidFill>
                <a:srgbClr val="05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20666" y="3254277"/>
              <a:ext cx="69215" cy="37465"/>
            </a:xfrm>
            <a:custGeom>
              <a:avLst/>
              <a:gdLst/>
              <a:ahLst/>
              <a:cxnLst/>
              <a:rect l="l" t="t" r="r" b="b"/>
              <a:pathLst>
                <a:path w="69214" h="37464">
                  <a:moveTo>
                    <a:pt x="0" y="0"/>
                  </a:moveTo>
                  <a:lnTo>
                    <a:pt x="0" y="36893"/>
                  </a:lnTo>
                  <a:lnTo>
                    <a:pt x="68834" y="18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86280" y="3183949"/>
              <a:ext cx="880744" cy="300990"/>
            </a:xfrm>
            <a:custGeom>
              <a:avLst/>
              <a:gdLst/>
              <a:ahLst/>
              <a:cxnLst/>
              <a:rect l="l" t="t" r="r" b="b"/>
              <a:pathLst>
                <a:path w="880745" h="300989">
                  <a:moveTo>
                    <a:pt x="0" y="122656"/>
                  </a:moveTo>
                  <a:lnTo>
                    <a:pt x="41425" y="149802"/>
                  </a:lnTo>
                  <a:lnTo>
                    <a:pt x="72855" y="172716"/>
                  </a:lnTo>
                  <a:lnTo>
                    <a:pt x="97667" y="191940"/>
                  </a:lnTo>
                  <a:lnTo>
                    <a:pt x="119240" y="208013"/>
                  </a:lnTo>
                  <a:lnTo>
                    <a:pt x="156302" y="228711"/>
                  </a:lnTo>
                  <a:lnTo>
                    <a:pt x="200932" y="245080"/>
                  </a:lnTo>
                  <a:lnTo>
                    <a:pt x="249052" y="255259"/>
                  </a:lnTo>
                  <a:lnTo>
                    <a:pt x="296586" y="257388"/>
                  </a:lnTo>
                  <a:lnTo>
                    <a:pt x="339458" y="249605"/>
                  </a:lnTo>
                  <a:lnTo>
                    <a:pt x="379731" y="218101"/>
                  </a:lnTo>
                  <a:lnTo>
                    <a:pt x="371932" y="161213"/>
                  </a:lnTo>
                  <a:lnTo>
                    <a:pt x="327115" y="156805"/>
                  </a:lnTo>
                  <a:lnTo>
                    <a:pt x="325818" y="223253"/>
                  </a:lnTo>
                  <a:lnTo>
                    <a:pt x="351468" y="251988"/>
                  </a:lnTo>
                  <a:lnTo>
                    <a:pt x="388269" y="269837"/>
                  </a:lnTo>
                  <a:lnTo>
                    <a:pt x="432463" y="278118"/>
                  </a:lnTo>
                  <a:lnTo>
                    <a:pt x="480291" y="278152"/>
                  </a:lnTo>
                  <a:lnTo>
                    <a:pt x="527994" y="271257"/>
                  </a:lnTo>
                  <a:lnTo>
                    <a:pt x="571813" y="258754"/>
                  </a:lnTo>
                  <a:lnTo>
                    <a:pt x="607989" y="241961"/>
                  </a:lnTo>
                  <a:lnTo>
                    <a:pt x="651196" y="190399"/>
                  </a:lnTo>
                  <a:lnTo>
                    <a:pt x="640024" y="134606"/>
                  </a:lnTo>
                  <a:lnTo>
                    <a:pt x="568660" y="122314"/>
                  </a:lnTo>
                  <a:lnTo>
                    <a:pt x="526986" y="172899"/>
                  </a:lnTo>
                  <a:lnTo>
                    <a:pt x="532752" y="212674"/>
                  </a:lnTo>
                  <a:lnTo>
                    <a:pt x="559804" y="256815"/>
                  </a:lnTo>
                  <a:lnTo>
                    <a:pt x="594779" y="280358"/>
                  </a:lnTo>
                  <a:lnTo>
                    <a:pt x="634154" y="291262"/>
                  </a:lnTo>
                  <a:lnTo>
                    <a:pt x="674408" y="297484"/>
                  </a:lnTo>
                  <a:lnTo>
                    <a:pt x="711322" y="300964"/>
                  </a:lnTo>
                  <a:lnTo>
                    <a:pt x="753156" y="297238"/>
                  </a:lnTo>
                  <a:lnTo>
                    <a:pt x="793610" y="281123"/>
                  </a:lnTo>
                  <a:lnTo>
                    <a:pt x="826388" y="247434"/>
                  </a:lnTo>
                  <a:lnTo>
                    <a:pt x="853668" y="165108"/>
                  </a:lnTo>
                  <a:lnTo>
                    <a:pt x="864278" y="109931"/>
                  </a:lnTo>
                  <a:lnTo>
                    <a:pt x="873142" y="52998"/>
                  </a:lnTo>
                  <a:lnTo>
                    <a:pt x="880465" y="0"/>
                  </a:lnTo>
                </a:path>
              </a:pathLst>
            </a:custGeom>
            <a:ln w="6350">
              <a:solidFill>
                <a:srgbClr val="05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46567" y="3128264"/>
              <a:ext cx="36830" cy="71120"/>
            </a:xfrm>
            <a:custGeom>
              <a:avLst/>
              <a:gdLst/>
              <a:ahLst/>
              <a:cxnLst/>
              <a:rect l="l" t="t" r="r" b="b"/>
              <a:pathLst>
                <a:path w="36829" h="71119">
                  <a:moveTo>
                    <a:pt x="28066" y="0"/>
                  </a:moveTo>
                  <a:lnTo>
                    <a:pt x="0" y="65506"/>
                  </a:lnTo>
                  <a:lnTo>
                    <a:pt x="36525" y="70764"/>
                  </a:lnTo>
                  <a:lnTo>
                    <a:pt x="28066" y="0"/>
                  </a:lnTo>
                  <a:close/>
                </a:path>
              </a:pathLst>
            </a:custGeom>
            <a:solidFill>
              <a:srgbClr val="05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773887" y="8603488"/>
          <a:ext cx="2955925" cy="898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109">
                <a:tc gridSpan="2"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ea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Comm</a:t>
                      </a: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nd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Command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R="154940" algn="ctr">
                        <a:lnSpc>
                          <a:spcPct val="100000"/>
                        </a:lnSpc>
                        <a:spcBef>
                          <a:spcPts val="345"/>
                        </a:spcBef>
                        <a:tabLst>
                          <a:tab pos="395605" algn="l"/>
                        </a:tabLst>
                      </a:pPr>
                      <a:r>
                        <a:rPr sz="900" b="1" spc="-5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내	용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b="1" spc="-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DRS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D-Register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연속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Read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40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b="1" spc="-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DRR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D-Register</a:t>
                      </a:r>
                      <a:r>
                        <a:rPr sz="900" b="1" spc="15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Ran</a:t>
                      </a: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om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Read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3</a:t>
            </a: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3946080" y="8603488"/>
          <a:ext cx="2972435" cy="898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109">
                <a:tc gridSpan="2"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Wr</a:t>
                      </a: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i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te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Comm</a:t>
                      </a: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nd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Command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345"/>
                        </a:spcBef>
                        <a:tabLst>
                          <a:tab pos="331470" algn="l"/>
                        </a:tabLst>
                      </a:pPr>
                      <a:r>
                        <a:rPr sz="900" b="1" spc="-5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내	용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b="1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DWS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D-Register</a:t>
                      </a:r>
                      <a:r>
                        <a:rPr sz="900" b="1" spc="-7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연속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Write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409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b="1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DWR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D-</a:t>
                      </a: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egister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andom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Write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768540" y="7660361"/>
          <a:ext cx="2962275" cy="671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08">
                <a:tc gridSpan="2"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정보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Command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46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Command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299085" algn="l"/>
                        </a:tabLst>
                      </a:pPr>
                      <a:r>
                        <a:rPr sz="900" b="1" spc="-5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내	용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3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9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WHO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D5D5D7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자기정보</a:t>
                      </a:r>
                      <a:r>
                        <a:rPr sz="900" b="1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표</a:t>
                      </a:r>
                      <a:r>
                        <a:rPr sz="9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725" y="553852"/>
            <a:ext cx="6741795" cy="336550"/>
            <a:chOff x="411725" y="553852"/>
            <a:chExt cx="6741795" cy="336550"/>
          </a:xfrm>
        </p:grpSpPr>
        <p:sp>
          <p:nvSpPr>
            <p:cNvPr id="3" name="object 3"/>
            <p:cNvSpPr/>
            <p:nvPr/>
          </p:nvSpPr>
          <p:spPr>
            <a:xfrm>
              <a:off x="419823" y="564299"/>
              <a:ext cx="6730365" cy="315595"/>
            </a:xfrm>
            <a:custGeom>
              <a:avLst/>
              <a:gdLst/>
              <a:ahLst/>
              <a:cxnLst/>
              <a:rect l="l" t="t" r="r" b="b"/>
              <a:pathLst>
                <a:path w="6730365" h="315594">
                  <a:moveTo>
                    <a:pt x="6730199" y="0"/>
                  </a:moveTo>
                  <a:lnTo>
                    <a:pt x="0" y="0"/>
                  </a:lnTo>
                  <a:lnTo>
                    <a:pt x="0" y="314998"/>
                  </a:lnTo>
                  <a:lnTo>
                    <a:pt x="6730199" y="314998"/>
                  </a:lnTo>
                  <a:lnTo>
                    <a:pt x="6730199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1721" y="553859"/>
              <a:ext cx="6741795" cy="336550"/>
            </a:xfrm>
            <a:custGeom>
              <a:avLst/>
              <a:gdLst/>
              <a:ahLst/>
              <a:cxnLst/>
              <a:rect l="l" t="t" r="r" b="b"/>
              <a:pathLst>
                <a:path w="6741795" h="336550">
                  <a:moveTo>
                    <a:pt x="1422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20040"/>
                  </a:lnTo>
                  <a:lnTo>
                    <a:pt x="0" y="336550"/>
                  </a:lnTo>
                  <a:lnTo>
                    <a:pt x="142201" y="336550"/>
                  </a:lnTo>
                  <a:lnTo>
                    <a:pt x="142201" y="320040"/>
                  </a:lnTo>
                  <a:lnTo>
                    <a:pt x="16205" y="320040"/>
                  </a:lnTo>
                  <a:lnTo>
                    <a:pt x="16205" y="15240"/>
                  </a:lnTo>
                  <a:lnTo>
                    <a:pt x="142201" y="15240"/>
                  </a:lnTo>
                  <a:lnTo>
                    <a:pt x="142201" y="0"/>
                  </a:lnTo>
                  <a:close/>
                </a:path>
                <a:path w="6741795" h="336550">
                  <a:moveTo>
                    <a:pt x="6741642" y="0"/>
                  </a:moveTo>
                  <a:lnTo>
                    <a:pt x="6599441" y="0"/>
                  </a:lnTo>
                  <a:lnTo>
                    <a:pt x="6599441" y="15240"/>
                  </a:lnTo>
                  <a:lnTo>
                    <a:pt x="6725425" y="15240"/>
                  </a:lnTo>
                  <a:lnTo>
                    <a:pt x="6725425" y="320040"/>
                  </a:lnTo>
                  <a:lnTo>
                    <a:pt x="6599441" y="320040"/>
                  </a:lnTo>
                  <a:lnTo>
                    <a:pt x="6599441" y="336550"/>
                  </a:lnTo>
                  <a:lnTo>
                    <a:pt x="6741642" y="336550"/>
                  </a:lnTo>
                  <a:lnTo>
                    <a:pt x="6741642" y="320040"/>
                  </a:lnTo>
                  <a:lnTo>
                    <a:pt x="6741642" y="15240"/>
                  </a:lnTo>
                  <a:lnTo>
                    <a:pt x="6741642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27930" y="609915"/>
            <a:ext cx="67094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Arial"/>
                <a:cs typeface="Arial"/>
              </a:rPr>
              <a:t>M74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Series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Communication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36679" y="627049"/>
            <a:ext cx="1412875" cy="180975"/>
          </a:xfrm>
          <a:custGeom>
            <a:avLst/>
            <a:gdLst/>
            <a:ahLst/>
            <a:cxnLst/>
            <a:rect l="l" t="t" r="r" b="b"/>
            <a:pathLst>
              <a:path w="1412875" h="180975">
                <a:moveTo>
                  <a:pt x="148475" y="355"/>
                </a:moveTo>
                <a:lnTo>
                  <a:pt x="0" y="355"/>
                </a:lnTo>
                <a:lnTo>
                  <a:pt x="0" y="35915"/>
                </a:lnTo>
                <a:lnTo>
                  <a:pt x="50723" y="35915"/>
                </a:lnTo>
                <a:lnTo>
                  <a:pt x="50723" y="179425"/>
                </a:lnTo>
                <a:lnTo>
                  <a:pt x="97332" y="179425"/>
                </a:lnTo>
                <a:lnTo>
                  <a:pt x="97332" y="35915"/>
                </a:lnTo>
                <a:lnTo>
                  <a:pt x="148475" y="35915"/>
                </a:lnTo>
                <a:lnTo>
                  <a:pt x="148475" y="355"/>
                </a:lnTo>
                <a:close/>
              </a:path>
              <a:path w="1412875" h="180975">
                <a:moveTo>
                  <a:pt x="261543" y="82257"/>
                </a:moveTo>
                <a:lnTo>
                  <a:pt x="260845" y="71221"/>
                </a:lnTo>
                <a:lnTo>
                  <a:pt x="258305" y="65176"/>
                </a:lnTo>
                <a:lnTo>
                  <a:pt x="251853" y="61963"/>
                </a:lnTo>
                <a:lnTo>
                  <a:pt x="239420" y="59474"/>
                </a:lnTo>
                <a:lnTo>
                  <a:pt x="219176" y="59474"/>
                </a:lnTo>
                <a:lnTo>
                  <a:pt x="219176" y="89839"/>
                </a:lnTo>
                <a:lnTo>
                  <a:pt x="219176" y="103136"/>
                </a:lnTo>
                <a:lnTo>
                  <a:pt x="161531" y="103136"/>
                </a:lnTo>
                <a:lnTo>
                  <a:pt x="161531" y="89839"/>
                </a:lnTo>
                <a:lnTo>
                  <a:pt x="219176" y="89839"/>
                </a:lnTo>
                <a:lnTo>
                  <a:pt x="219176" y="59474"/>
                </a:lnTo>
                <a:lnTo>
                  <a:pt x="142557" y="59474"/>
                </a:lnTo>
                <a:lnTo>
                  <a:pt x="128638" y="60375"/>
                </a:lnTo>
                <a:lnTo>
                  <a:pt x="121500" y="63360"/>
                </a:lnTo>
                <a:lnTo>
                  <a:pt x="118859" y="70840"/>
                </a:lnTo>
                <a:lnTo>
                  <a:pt x="118567" y="82257"/>
                </a:lnTo>
                <a:lnTo>
                  <a:pt x="118491" y="158445"/>
                </a:lnTo>
                <a:lnTo>
                  <a:pt x="120777" y="170891"/>
                </a:lnTo>
                <a:lnTo>
                  <a:pt x="124053" y="177279"/>
                </a:lnTo>
                <a:lnTo>
                  <a:pt x="130556" y="179641"/>
                </a:lnTo>
                <a:lnTo>
                  <a:pt x="142557" y="179971"/>
                </a:lnTo>
                <a:lnTo>
                  <a:pt x="261493" y="179971"/>
                </a:lnTo>
                <a:lnTo>
                  <a:pt x="261493" y="154012"/>
                </a:lnTo>
                <a:lnTo>
                  <a:pt x="161378" y="154012"/>
                </a:lnTo>
                <a:lnTo>
                  <a:pt x="161378" y="130149"/>
                </a:lnTo>
                <a:lnTo>
                  <a:pt x="261543" y="129997"/>
                </a:lnTo>
                <a:lnTo>
                  <a:pt x="261543" y="103136"/>
                </a:lnTo>
                <a:lnTo>
                  <a:pt x="261543" y="89839"/>
                </a:lnTo>
                <a:lnTo>
                  <a:pt x="261543" y="82257"/>
                </a:lnTo>
                <a:close/>
              </a:path>
              <a:path w="1412875" h="180975">
                <a:moveTo>
                  <a:pt x="500100" y="73240"/>
                </a:moveTo>
                <a:lnTo>
                  <a:pt x="497840" y="66179"/>
                </a:lnTo>
                <a:lnTo>
                  <a:pt x="490753" y="62865"/>
                </a:lnTo>
                <a:lnTo>
                  <a:pt x="476694" y="60896"/>
                </a:lnTo>
                <a:lnTo>
                  <a:pt x="409130" y="60896"/>
                </a:lnTo>
                <a:lnTo>
                  <a:pt x="401828" y="65405"/>
                </a:lnTo>
                <a:lnTo>
                  <a:pt x="388086" y="60236"/>
                </a:lnTo>
                <a:lnTo>
                  <a:pt x="329057" y="60236"/>
                </a:lnTo>
                <a:lnTo>
                  <a:pt x="320522" y="65493"/>
                </a:lnTo>
                <a:lnTo>
                  <a:pt x="320522" y="56299"/>
                </a:lnTo>
                <a:lnTo>
                  <a:pt x="279793" y="56299"/>
                </a:lnTo>
                <a:lnTo>
                  <a:pt x="279793" y="60236"/>
                </a:lnTo>
                <a:lnTo>
                  <a:pt x="279793" y="180378"/>
                </a:lnTo>
                <a:lnTo>
                  <a:pt x="317220" y="180378"/>
                </a:lnTo>
                <a:lnTo>
                  <a:pt x="317220" y="88493"/>
                </a:lnTo>
                <a:lnTo>
                  <a:pt x="367728" y="88493"/>
                </a:lnTo>
                <a:lnTo>
                  <a:pt x="367728" y="180378"/>
                </a:lnTo>
                <a:lnTo>
                  <a:pt x="409130" y="180378"/>
                </a:lnTo>
                <a:lnTo>
                  <a:pt x="409130" y="89801"/>
                </a:lnTo>
                <a:lnTo>
                  <a:pt x="459600" y="89801"/>
                </a:lnTo>
                <a:lnTo>
                  <a:pt x="459600" y="180378"/>
                </a:lnTo>
                <a:lnTo>
                  <a:pt x="499681" y="180378"/>
                </a:lnTo>
                <a:lnTo>
                  <a:pt x="499681" y="86423"/>
                </a:lnTo>
                <a:lnTo>
                  <a:pt x="500100" y="73240"/>
                </a:lnTo>
                <a:close/>
              </a:path>
              <a:path w="1412875" h="180975">
                <a:moveTo>
                  <a:pt x="641692" y="59334"/>
                </a:moveTo>
                <a:lnTo>
                  <a:pt x="540143" y="59334"/>
                </a:lnTo>
                <a:lnTo>
                  <a:pt x="527761" y="62039"/>
                </a:lnTo>
                <a:lnTo>
                  <a:pt x="521411" y="65379"/>
                </a:lnTo>
                <a:lnTo>
                  <a:pt x="519099" y="71564"/>
                </a:lnTo>
                <a:lnTo>
                  <a:pt x="518833" y="82778"/>
                </a:lnTo>
                <a:lnTo>
                  <a:pt x="518833" y="155028"/>
                </a:lnTo>
                <a:lnTo>
                  <a:pt x="519214" y="169125"/>
                </a:lnTo>
                <a:lnTo>
                  <a:pt x="521881" y="176428"/>
                </a:lnTo>
                <a:lnTo>
                  <a:pt x="529094" y="179260"/>
                </a:lnTo>
                <a:lnTo>
                  <a:pt x="543140" y="179971"/>
                </a:lnTo>
                <a:lnTo>
                  <a:pt x="641045" y="179971"/>
                </a:lnTo>
                <a:lnTo>
                  <a:pt x="641045" y="153682"/>
                </a:lnTo>
                <a:lnTo>
                  <a:pt x="562864" y="153682"/>
                </a:lnTo>
                <a:lnTo>
                  <a:pt x="562864" y="82334"/>
                </a:lnTo>
                <a:lnTo>
                  <a:pt x="641692" y="82334"/>
                </a:lnTo>
                <a:lnTo>
                  <a:pt x="641692" y="59334"/>
                </a:lnTo>
                <a:close/>
              </a:path>
              <a:path w="1412875" h="180975">
                <a:moveTo>
                  <a:pt x="799719" y="83058"/>
                </a:moveTo>
                <a:lnTo>
                  <a:pt x="795858" y="69989"/>
                </a:lnTo>
                <a:lnTo>
                  <a:pt x="787374" y="62801"/>
                </a:lnTo>
                <a:lnTo>
                  <a:pt x="778878" y="59766"/>
                </a:lnTo>
                <a:lnTo>
                  <a:pt x="775017" y="59143"/>
                </a:lnTo>
                <a:lnTo>
                  <a:pt x="756907" y="59156"/>
                </a:lnTo>
                <a:lnTo>
                  <a:pt x="756907" y="87083"/>
                </a:lnTo>
                <a:lnTo>
                  <a:pt x="756907" y="153162"/>
                </a:lnTo>
                <a:lnTo>
                  <a:pt x="695744" y="153162"/>
                </a:lnTo>
                <a:lnTo>
                  <a:pt x="695744" y="87083"/>
                </a:lnTo>
                <a:lnTo>
                  <a:pt x="756907" y="87083"/>
                </a:lnTo>
                <a:lnTo>
                  <a:pt x="756907" y="59156"/>
                </a:lnTo>
                <a:lnTo>
                  <a:pt x="679691" y="59156"/>
                </a:lnTo>
                <a:lnTo>
                  <a:pt x="666064" y="63474"/>
                </a:lnTo>
                <a:lnTo>
                  <a:pt x="658799" y="71678"/>
                </a:lnTo>
                <a:lnTo>
                  <a:pt x="655904" y="79641"/>
                </a:lnTo>
                <a:lnTo>
                  <a:pt x="655408" y="83058"/>
                </a:lnTo>
                <a:lnTo>
                  <a:pt x="655281" y="156159"/>
                </a:lnTo>
                <a:lnTo>
                  <a:pt x="659091" y="168414"/>
                </a:lnTo>
                <a:lnTo>
                  <a:pt x="665454" y="175564"/>
                </a:lnTo>
                <a:lnTo>
                  <a:pt x="671423" y="178904"/>
                </a:lnTo>
                <a:lnTo>
                  <a:pt x="674065" y="179730"/>
                </a:lnTo>
                <a:lnTo>
                  <a:pt x="779106" y="179692"/>
                </a:lnTo>
                <a:lnTo>
                  <a:pt x="799719" y="87083"/>
                </a:lnTo>
                <a:lnTo>
                  <a:pt x="799719" y="83058"/>
                </a:lnTo>
                <a:close/>
              </a:path>
              <a:path w="1412875" h="180975">
                <a:moveTo>
                  <a:pt x="952487" y="140995"/>
                </a:moveTo>
                <a:lnTo>
                  <a:pt x="857211" y="140995"/>
                </a:lnTo>
                <a:lnTo>
                  <a:pt x="857211" y="2565"/>
                </a:lnTo>
                <a:lnTo>
                  <a:pt x="815162" y="2565"/>
                </a:lnTo>
                <a:lnTo>
                  <a:pt x="815162" y="140995"/>
                </a:lnTo>
                <a:lnTo>
                  <a:pt x="815162" y="179095"/>
                </a:lnTo>
                <a:lnTo>
                  <a:pt x="952487" y="179095"/>
                </a:lnTo>
                <a:lnTo>
                  <a:pt x="952487" y="140995"/>
                </a:lnTo>
                <a:close/>
              </a:path>
              <a:path w="1412875" h="180975">
                <a:moveTo>
                  <a:pt x="1008481" y="51892"/>
                </a:moveTo>
                <a:lnTo>
                  <a:pt x="969581" y="51892"/>
                </a:lnTo>
                <a:lnTo>
                  <a:pt x="969581" y="179146"/>
                </a:lnTo>
                <a:lnTo>
                  <a:pt x="1008481" y="179146"/>
                </a:lnTo>
                <a:lnTo>
                  <a:pt x="1008481" y="51892"/>
                </a:lnTo>
                <a:close/>
              </a:path>
              <a:path w="1412875" h="180975">
                <a:moveTo>
                  <a:pt x="1008481" y="0"/>
                </a:moveTo>
                <a:lnTo>
                  <a:pt x="969581" y="0"/>
                </a:lnTo>
                <a:lnTo>
                  <a:pt x="969581" y="32600"/>
                </a:lnTo>
                <a:lnTo>
                  <a:pt x="1008481" y="32600"/>
                </a:lnTo>
                <a:lnTo>
                  <a:pt x="1008481" y="0"/>
                </a:lnTo>
                <a:close/>
              </a:path>
              <a:path w="1412875" h="180975">
                <a:moveTo>
                  <a:pt x="1170800" y="67691"/>
                </a:moveTo>
                <a:lnTo>
                  <a:pt x="1167917" y="59702"/>
                </a:lnTo>
                <a:lnTo>
                  <a:pt x="1159306" y="57010"/>
                </a:lnTo>
                <a:lnTo>
                  <a:pt x="1079919" y="57137"/>
                </a:lnTo>
                <a:lnTo>
                  <a:pt x="1070076" y="60426"/>
                </a:lnTo>
                <a:lnTo>
                  <a:pt x="1070076" y="51879"/>
                </a:lnTo>
                <a:lnTo>
                  <a:pt x="1026045" y="51879"/>
                </a:lnTo>
                <a:lnTo>
                  <a:pt x="1026020" y="179197"/>
                </a:lnTo>
                <a:lnTo>
                  <a:pt x="1066800" y="179197"/>
                </a:lnTo>
                <a:lnTo>
                  <a:pt x="1066800" y="85394"/>
                </a:lnTo>
                <a:lnTo>
                  <a:pt x="1125905" y="85394"/>
                </a:lnTo>
                <a:lnTo>
                  <a:pt x="1125905" y="179197"/>
                </a:lnTo>
                <a:lnTo>
                  <a:pt x="1170609" y="179197"/>
                </a:lnTo>
                <a:lnTo>
                  <a:pt x="1170609" y="83426"/>
                </a:lnTo>
                <a:lnTo>
                  <a:pt x="1170800" y="67691"/>
                </a:lnTo>
                <a:close/>
              </a:path>
              <a:path w="1412875" h="180975">
                <a:moveTo>
                  <a:pt x="1329931" y="82257"/>
                </a:moveTo>
                <a:lnTo>
                  <a:pt x="1329220" y="71221"/>
                </a:lnTo>
                <a:lnTo>
                  <a:pt x="1326667" y="65176"/>
                </a:lnTo>
                <a:lnTo>
                  <a:pt x="1320215" y="61963"/>
                </a:lnTo>
                <a:lnTo>
                  <a:pt x="1307782" y="59474"/>
                </a:lnTo>
                <a:lnTo>
                  <a:pt x="1287564" y="59474"/>
                </a:lnTo>
                <a:lnTo>
                  <a:pt x="1287564" y="89839"/>
                </a:lnTo>
                <a:lnTo>
                  <a:pt x="1287564" y="103136"/>
                </a:lnTo>
                <a:lnTo>
                  <a:pt x="1229918" y="103136"/>
                </a:lnTo>
                <a:lnTo>
                  <a:pt x="1229918" y="89839"/>
                </a:lnTo>
                <a:lnTo>
                  <a:pt x="1287564" y="89839"/>
                </a:lnTo>
                <a:lnTo>
                  <a:pt x="1287564" y="59474"/>
                </a:lnTo>
                <a:lnTo>
                  <a:pt x="1210945" y="59474"/>
                </a:lnTo>
                <a:lnTo>
                  <a:pt x="1197025" y="60375"/>
                </a:lnTo>
                <a:lnTo>
                  <a:pt x="1189888" y="63360"/>
                </a:lnTo>
                <a:lnTo>
                  <a:pt x="1187246" y="70840"/>
                </a:lnTo>
                <a:lnTo>
                  <a:pt x="1186954" y="82257"/>
                </a:lnTo>
                <a:lnTo>
                  <a:pt x="1186878" y="158445"/>
                </a:lnTo>
                <a:lnTo>
                  <a:pt x="1189164" y="170891"/>
                </a:lnTo>
                <a:lnTo>
                  <a:pt x="1192441" y="177279"/>
                </a:lnTo>
                <a:lnTo>
                  <a:pt x="1198943" y="179641"/>
                </a:lnTo>
                <a:lnTo>
                  <a:pt x="1210945" y="179971"/>
                </a:lnTo>
                <a:lnTo>
                  <a:pt x="1329880" y="179971"/>
                </a:lnTo>
                <a:lnTo>
                  <a:pt x="1329880" y="154012"/>
                </a:lnTo>
                <a:lnTo>
                  <a:pt x="1229741" y="154012"/>
                </a:lnTo>
                <a:lnTo>
                  <a:pt x="1229741" y="130149"/>
                </a:lnTo>
                <a:lnTo>
                  <a:pt x="1329931" y="129997"/>
                </a:lnTo>
                <a:lnTo>
                  <a:pt x="1329931" y="103136"/>
                </a:lnTo>
                <a:lnTo>
                  <a:pt x="1329931" y="89839"/>
                </a:lnTo>
                <a:lnTo>
                  <a:pt x="1329931" y="82257"/>
                </a:lnTo>
                <a:close/>
              </a:path>
              <a:path w="1412875" h="180975">
                <a:moveTo>
                  <a:pt x="1371396" y="18846"/>
                </a:moveTo>
                <a:lnTo>
                  <a:pt x="1338757" y="18846"/>
                </a:lnTo>
                <a:lnTo>
                  <a:pt x="1338757" y="26936"/>
                </a:lnTo>
                <a:lnTo>
                  <a:pt x="1351013" y="26936"/>
                </a:lnTo>
                <a:lnTo>
                  <a:pt x="1351013" y="51282"/>
                </a:lnTo>
                <a:lnTo>
                  <a:pt x="1358900" y="51282"/>
                </a:lnTo>
                <a:lnTo>
                  <a:pt x="1358900" y="26949"/>
                </a:lnTo>
                <a:lnTo>
                  <a:pt x="1371396" y="26936"/>
                </a:lnTo>
                <a:lnTo>
                  <a:pt x="1371396" y="18846"/>
                </a:lnTo>
                <a:close/>
              </a:path>
              <a:path w="1412875" h="180975">
                <a:moveTo>
                  <a:pt x="1412506" y="22720"/>
                </a:moveTo>
                <a:lnTo>
                  <a:pt x="1412455" y="20523"/>
                </a:lnTo>
                <a:lnTo>
                  <a:pt x="1410665" y="18757"/>
                </a:lnTo>
                <a:lnTo>
                  <a:pt x="1399184" y="18745"/>
                </a:lnTo>
                <a:lnTo>
                  <a:pt x="1397406" y="20510"/>
                </a:lnTo>
                <a:lnTo>
                  <a:pt x="1397355" y="22694"/>
                </a:lnTo>
                <a:lnTo>
                  <a:pt x="1397355" y="18745"/>
                </a:lnTo>
                <a:lnTo>
                  <a:pt x="1384007" y="18745"/>
                </a:lnTo>
                <a:lnTo>
                  <a:pt x="1382242" y="20485"/>
                </a:lnTo>
                <a:lnTo>
                  <a:pt x="1382166" y="22656"/>
                </a:lnTo>
                <a:lnTo>
                  <a:pt x="1382166" y="18732"/>
                </a:lnTo>
                <a:lnTo>
                  <a:pt x="1374089" y="18732"/>
                </a:lnTo>
                <a:lnTo>
                  <a:pt x="1374089" y="51231"/>
                </a:lnTo>
                <a:lnTo>
                  <a:pt x="1382166" y="51231"/>
                </a:lnTo>
                <a:lnTo>
                  <a:pt x="1382166" y="23507"/>
                </a:lnTo>
                <a:lnTo>
                  <a:pt x="1389265" y="23507"/>
                </a:lnTo>
                <a:lnTo>
                  <a:pt x="1389265" y="51231"/>
                </a:lnTo>
                <a:lnTo>
                  <a:pt x="1397355" y="51231"/>
                </a:lnTo>
                <a:lnTo>
                  <a:pt x="1397355" y="23507"/>
                </a:lnTo>
                <a:lnTo>
                  <a:pt x="1404391" y="23507"/>
                </a:lnTo>
                <a:lnTo>
                  <a:pt x="1404391" y="51219"/>
                </a:lnTo>
                <a:lnTo>
                  <a:pt x="1412506" y="51219"/>
                </a:lnTo>
                <a:lnTo>
                  <a:pt x="1412506" y="2272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54183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04767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35941" y="6350"/>
                </a:lnTo>
                <a:lnTo>
                  <a:pt x="35941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2209" y="1722120"/>
            <a:ext cx="440817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solidFill>
                  <a:srgbClr val="2C292A"/>
                </a:solidFill>
                <a:latin typeface="Malgun Gothic"/>
                <a:cs typeface="Malgun Gothic"/>
              </a:rPr>
              <a:t>(</a:t>
            </a:r>
            <a:r>
              <a:rPr sz="1200" spc="65" dirty="0">
                <a:solidFill>
                  <a:srgbClr val="2C292A"/>
                </a:solidFill>
                <a:latin typeface="Malgun Gothic"/>
                <a:cs typeface="Malgun Gothic"/>
              </a:rPr>
              <a:t>1</a:t>
            </a:r>
            <a:r>
              <a:rPr sz="1200" spc="70" dirty="0">
                <a:solidFill>
                  <a:srgbClr val="2C292A"/>
                </a:solidFill>
                <a:latin typeface="Malgun Gothic"/>
                <a:cs typeface="Malgun Gothic"/>
              </a:rPr>
              <a:t>)</a:t>
            </a:r>
            <a:r>
              <a:rPr sz="1200" spc="-90" dirty="0">
                <a:solidFill>
                  <a:srgbClr val="2C292A"/>
                </a:solidFill>
                <a:latin typeface="Malgun Gothic"/>
                <a:cs typeface="Malgun Gothic"/>
              </a:rPr>
              <a:t> </a:t>
            </a:r>
            <a:r>
              <a:rPr sz="1200" spc="10" dirty="0">
                <a:solidFill>
                  <a:srgbClr val="2C292A"/>
                </a:solidFill>
                <a:latin typeface="Malgun Gothic"/>
                <a:cs typeface="Malgun Gothic"/>
              </a:rPr>
              <a:t>D</a:t>
            </a:r>
            <a:r>
              <a:rPr sz="1200" dirty="0">
                <a:solidFill>
                  <a:srgbClr val="2C292A"/>
                </a:solidFill>
                <a:latin typeface="Malgun Gothic"/>
                <a:cs typeface="Malgun Gothic"/>
              </a:rPr>
              <a:t>RS</a:t>
            </a:r>
            <a:r>
              <a:rPr sz="1200" spc="-90" dirty="0">
                <a:solidFill>
                  <a:srgbClr val="2C292A"/>
                </a:solidFill>
                <a:latin typeface="Malgun Gothic"/>
                <a:cs typeface="Malgun Gothic"/>
              </a:rPr>
              <a:t> </a:t>
            </a:r>
            <a:r>
              <a:rPr sz="1200" spc="40" dirty="0">
                <a:solidFill>
                  <a:srgbClr val="2C292A"/>
                </a:solidFill>
                <a:latin typeface="Malgun Gothic"/>
                <a:cs typeface="Malgun Gothic"/>
              </a:rPr>
              <a:t>C</a:t>
            </a:r>
            <a:r>
              <a:rPr sz="1200" spc="-5" dirty="0">
                <a:solidFill>
                  <a:srgbClr val="2C292A"/>
                </a:solidFill>
                <a:latin typeface="Malgun Gothic"/>
                <a:cs typeface="Malgun Gothic"/>
              </a:rPr>
              <a:t>o</a:t>
            </a:r>
            <a:r>
              <a:rPr sz="1200" spc="30" dirty="0">
                <a:solidFill>
                  <a:srgbClr val="2C292A"/>
                </a:solidFill>
                <a:latin typeface="Malgun Gothic"/>
                <a:cs typeface="Malgun Gothic"/>
              </a:rPr>
              <a:t>mma</a:t>
            </a:r>
            <a:r>
              <a:rPr sz="1200" spc="10" dirty="0">
                <a:solidFill>
                  <a:srgbClr val="2C292A"/>
                </a:solidFill>
                <a:latin typeface="Malgun Gothic"/>
                <a:cs typeface="Malgun Gothic"/>
              </a:rPr>
              <a:t>nd</a:t>
            </a:r>
            <a:endParaRPr sz="1200">
              <a:latin typeface="Malgun Gothic"/>
              <a:cs typeface="Malgun Gothic"/>
            </a:endParaRPr>
          </a:p>
          <a:p>
            <a:pPr marL="276860" marR="5080" indent="-3175">
              <a:lnSpc>
                <a:spcPct val="134500"/>
              </a:lnSpc>
              <a:spcBef>
                <a:spcPts val="500"/>
              </a:spcBef>
            </a:pP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DRS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Command는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연속되는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Malgun Gothic"/>
                <a:cs typeface="Malgun Gothic"/>
              </a:rPr>
              <a:t>Register값을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Read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있는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Command로, </a:t>
            </a:r>
            <a:r>
              <a:rPr sz="1000" spc="-33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상에는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Read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하고자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하는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갯수와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Register의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번호를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31F20"/>
                </a:solidFill>
                <a:latin typeface="Malgun Gothic"/>
                <a:cs typeface="Malgun Gothic"/>
              </a:rPr>
              <a:t>설정합니다.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50">
              <a:latin typeface="Malgun Gothic"/>
              <a:cs typeface="Malgun Gothic"/>
            </a:endParaRPr>
          </a:p>
          <a:p>
            <a:pPr marL="279400">
              <a:lnSpc>
                <a:spcPct val="100000"/>
              </a:lnSpc>
              <a:spcBef>
                <a:spcPts val="5"/>
              </a:spcBef>
            </a:pP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Forma</a:t>
            </a:r>
            <a:r>
              <a:rPr sz="900" spc="15" dirty="0">
                <a:solidFill>
                  <a:srgbClr val="231F20"/>
                </a:solidFill>
                <a:latin typeface="Malgun Gothic"/>
                <a:cs typeface="Malgun Gothic"/>
              </a:rPr>
              <a:t>t</a:t>
            </a:r>
            <a:endParaRPr sz="900">
              <a:latin typeface="Malgun Gothic"/>
              <a:cs typeface="Malgun Gothic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08811" y="2751582"/>
          <a:ext cx="5109210" cy="1373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2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68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45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19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748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042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Bytes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3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9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Frame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71755" indent="2540" algn="just">
                        <a:lnSpc>
                          <a:spcPct val="13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  T  X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9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DRS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0477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573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900" spc="-5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갯수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gister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9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CheckSUM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71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945">
                <a:tc rowSpan="2"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09245">
                        <a:lnSpc>
                          <a:spcPts val="600"/>
                        </a:lnSpc>
                        <a:spcBef>
                          <a:spcPts val="819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시작</a:t>
                      </a:r>
                      <a:r>
                        <a:rPr sz="1000" spc="-7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</a:t>
                      </a:r>
                      <a:r>
                        <a:rPr sz="1000" spc="-7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Register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48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589445" y="4021587"/>
            <a:ext cx="3759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1～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32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3255" y="456006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응답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Fo</a:t>
            </a:r>
            <a:r>
              <a:rPr sz="900" spc="15" dirty="0">
                <a:solidFill>
                  <a:srgbClr val="231F20"/>
                </a:solidFill>
                <a:latin typeface="Malgun Gothic"/>
                <a:cs typeface="Malgun Gothic"/>
              </a:rPr>
              <a:t>rmat</a:t>
            </a:r>
            <a:endParaRPr sz="900">
              <a:latin typeface="Malgun Gothic"/>
              <a:cs typeface="Malgun Gothic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86713" y="4750308"/>
          <a:ext cx="5771515" cy="1181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2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55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36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00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24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24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41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9786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4984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Bytes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3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R="18859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8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...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4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Frame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66675" indent="3810" algn="just">
                        <a:lnSpc>
                          <a:spcPct val="130500"/>
                        </a:lnSpc>
                        <a:spcBef>
                          <a:spcPts val="9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  T  X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DRS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27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140970" algn="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90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OK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R="85090" algn="r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127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74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Data-1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000" spc="8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...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9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Data-n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905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90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CheckSUM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4445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427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106415" y="8669784"/>
            <a:ext cx="4660265" cy="103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sz="1000" spc="-60" dirty="0">
                <a:solidFill>
                  <a:srgbClr val="503996"/>
                </a:solidFill>
                <a:latin typeface="Malgun Gothic"/>
                <a:cs typeface="Malgun Gothic"/>
              </a:rPr>
              <a:t>☞</a:t>
            </a:r>
            <a:r>
              <a:rPr sz="1000" spc="17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503996"/>
                </a:solidFill>
                <a:latin typeface="Malgun Gothic"/>
                <a:cs typeface="Malgun Gothic"/>
              </a:rPr>
              <a:t>1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503996"/>
                </a:solidFill>
                <a:latin typeface="Malgun Gothic"/>
                <a:cs typeface="Malgun Gothic"/>
              </a:rPr>
              <a:t>Byte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35" dirty="0">
                <a:solidFill>
                  <a:srgbClr val="503996"/>
                </a:solidFill>
                <a:latin typeface="Malgun Gothic"/>
                <a:cs typeface="Malgun Gothic"/>
              </a:rPr>
              <a:t>C</a:t>
            </a:r>
            <a:r>
              <a:rPr sz="1000" spc="25" dirty="0">
                <a:solidFill>
                  <a:srgbClr val="503996"/>
                </a:solidFill>
                <a:latin typeface="Malgun Gothic"/>
                <a:cs typeface="Malgun Gothic"/>
              </a:rPr>
              <a:t>h</a:t>
            </a:r>
            <a:r>
              <a:rPr sz="1000" spc="5" dirty="0">
                <a:solidFill>
                  <a:srgbClr val="503996"/>
                </a:solidFill>
                <a:latin typeface="Malgun Gothic"/>
                <a:cs typeface="Malgun Gothic"/>
              </a:rPr>
              <a:t>e</a:t>
            </a:r>
            <a:r>
              <a:rPr sz="1000" spc="10" dirty="0">
                <a:solidFill>
                  <a:srgbClr val="503996"/>
                </a:solidFill>
                <a:latin typeface="Malgun Gothic"/>
                <a:cs typeface="Malgun Gothic"/>
              </a:rPr>
              <a:t>ck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503996"/>
                </a:solidFill>
                <a:latin typeface="Malgun Gothic"/>
                <a:cs typeface="Malgun Gothic"/>
              </a:rPr>
              <a:t>S</a:t>
            </a:r>
            <a:r>
              <a:rPr sz="1000" spc="20" dirty="0">
                <a:solidFill>
                  <a:srgbClr val="503996"/>
                </a:solidFill>
                <a:latin typeface="Malgun Gothic"/>
                <a:cs typeface="Malgun Gothic"/>
              </a:rPr>
              <a:t>U</a:t>
            </a:r>
            <a:r>
              <a:rPr sz="1000" spc="-5" dirty="0">
                <a:solidFill>
                  <a:srgbClr val="503996"/>
                </a:solidFill>
                <a:latin typeface="Malgun Gothic"/>
                <a:cs typeface="Malgun Gothic"/>
              </a:rPr>
              <a:t>M을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503996"/>
                </a:solidFill>
                <a:latin typeface="Malgun Gothic"/>
                <a:cs typeface="Malgun Gothic"/>
              </a:rPr>
              <a:t>사용하므로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25" dirty="0">
                <a:solidFill>
                  <a:srgbClr val="503996"/>
                </a:solidFill>
                <a:latin typeface="Malgun Gothic"/>
                <a:cs typeface="Malgun Gothic"/>
              </a:rPr>
              <a:t>“16h”,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503996"/>
                </a:solidFill>
                <a:latin typeface="Malgun Gothic"/>
                <a:cs typeface="Malgun Gothic"/>
              </a:rPr>
              <a:t>ASCII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-10" dirty="0">
                <a:solidFill>
                  <a:srgbClr val="503996"/>
                </a:solidFill>
                <a:latin typeface="Malgun Gothic"/>
                <a:cs typeface="Malgun Gothic"/>
              </a:rPr>
              <a:t>code로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503996"/>
                </a:solidFill>
                <a:latin typeface="Malgun Gothic"/>
                <a:cs typeface="Malgun Gothic"/>
              </a:rPr>
              <a:t>변환하면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-15" dirty="0">
                <a:solidFill>
                  <a:srgbClr val="503996"/>
                </a:solidFill>
                <a:latin typeface="Malgun Gothic"/>
                <a:cs typeface="Malgun Gothic"/>
              </a:rPr>
              <a:t>→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45" dirty="0">
                <a:solidFill>
                  <a:srgbClr val="503996"/>
                </a:solidFill>
                <a:latin typeface="Malgun Gothic"/>
                <a:cs typeface="Malgun Gothic"/>
              </a:rPr>
              <a:t>"31</a:t>
            </a:r>
            <a:r>
              <a:rPr sz="1000" spc="25" dirty="0">
                <a:solidFill>
                  <a:srgbClr val="503996"/>
                </a:solidFill>
                <a:latin typeface="Malgun Gothic"/>
                <a:cs typeface="Malgun Gothic"/>
              </a:rPr>
              <a:t>h</a:t>
            </a:r>
            <a:r>
              <a:rPr sz="1000" spc="35" dirty="0">
                <a:solidFill>
                  <a:srgbClr val="503996"/>
                </a:solidFill>
                <a:latin typeface="Malgun Gothic"/>
                <a:cs typeface="Malgun Gothic"/>
              </a:rPr>
              <a:t>"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45" dirty="0">
                <a:solidFill>
                  <a:srgbClr val="503996"/>
                </a:solidFill>
                <a:latin typeface="Malgun Gothic"/>
                <a:cs typeface="Malgun Gothic"/>
              </a:rPr>
              <a:t>"36</a:t>
            </a:r>
            <a:r>
              <a:rPr sz="1000" spc="25" dirty="0">
                <a:solidFill>
                  <a:srgbClr val="503996"/>
                </a:solidFill>
                <a:latin typeface="Malgun Gothic"/>
                <a:cs typeface="Malgun Gothic"/>
              </a:rPr>
              <a:t>h</a:t>
            </a:r>
            <a:r>
              <a:rPr sz="1000" spc="35" dirty="0">
                <a:solidFill>
                  <a:srgbClr val="503996"/>
                </a:solidFill>
                <a:latin typeface="Malgun Gothic"/>
                <a:cs typeface="Malgun Gothic"/>
              </a:rPr>
              <a:t>"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100" b="1" spc="-5" dirty="0">
                <a:solidFill>
                  <a:srgbClr val="231F20"/>
                </a:solidFill>
                <a:latin typeface="Malgun Gothic"/>
                <a:cs typeface="Malgun Gothic"/>
              </a:rPr>
              <a:t>#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응답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분석</a:t>
            </a:r>
            <a:endParaRPr sz="1100">
              <a:latin typeface="Malgun Gothic"/>
              <a:cs typeface="Malgun Gothic"/>
            </a:endParaRPr>
          </a:p>
          <a:p>
            <a:pPr marL="133350">
              <a:lnSpc>
                <a:spcPct val="100000"/>
              </a:lnSpc>
              <a:spcBef>
                <a:spcPts val="705"/>
              </a:spcBef>
            </a:pPr>
            <a:r>
              <a:rPr sz="1100" b="1" spc="5" dirty="0">
                <a:solidFill>
                  <a:srgbClr val="723724"/>
                </a:solidFill>
                <a:latin typeface="Malgun Gothic"/>
                <a:cs typeface="Malgun Gothic"/>
              </a:rPr>
              <a:t>CH1</a:t>
            </a:r>
            <a:r>
              <a:rPr sz="1100" b="1" spc="-80" dirty="0">
                <a:solidFill>
                  <a:srgbClr val="723724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723724"/>
                </a:solidFill>
                <a:latin typeface="Malgun Gothic"/>
                <a:cs typeface="Malgun Gothic"/>
              </a:rPr>
              <a:t>PV</a:t>
            </a:r>
            <a:r>
              <a:rPr sz="1100" b="1" spc="-80" dirty="0">
                <a:solidFill>
                  <a:srgbClr val="723724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723724"/>
                </a:solidFill>
                <a:latin typeface="Malgun Gothic"/>
                <a:cs typeface="Malgun Gothic"/>
              </a:rPr>
              <a:t>=</a:t>
            </a:r>
            <a:r>
              <a:rPr sz="1100" b="1" spc="-80" dirty="0">
                <a:solidFill>
                  <a:srgbClr val="723724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723724"/>
                </a:solidFill>
                <a:latin typeface="Malgun Gothic"/>
                <a:cs typeface="Malgun Gothic"/>
              </a:rPr>
              <a:t>04D2H</a:t>
            </a:r>
            <a:r>
              <a:rPr sz="1100" b="1" spc="-80" dirty="0">
                <a:solidFill>
                  <a:srgbClr val="723724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723724"/>
                </a:solidFill>
                <a:latin typeface="Malgun Gothic"/>
                <a:cs typeface="Malgun Gothic"/>
              </a:rPr>
              <a:t>→</a:t>
            </a:r>
            <a:r>
              <a:rPr sz="1100" b="1" spc="-80" dirty="0">
                <a:solidFill>
                  <a:srgbClr val="723724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723724"/>
                </a:solidFill>
                <a:latin typeface="Malgun Gothic"/>
                <a:cs typeface="Malgun Gothic"/>
              </a:rPr>
              <a:t>1234</a:t>
            </a:r>
            <a:r>
              <a:rPr sz="1100" b="1" spc="-80" dirty="0">
                <a:solidFill>
                  <a:srgbClr val="723724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723724"/>
                </a:solidFill>
                <a:latin typeface="Malgun Gothic"/>
                <a:cs typeface="Malgun Gothic"/>
              </a:rPr>
              <a:t>→</a:t>
            </a:r>
            <a:r>
              <a:rPr sz="1100" b="1" spc="-80" dirty="0">
                <a:solidFill>
                  <a:srgbClr val="723724"/>
                </a:solidFill>
                <a:latin typeface="Malgun Gothic"/>
                <a:cs typeface="Malgun Gothic"/>
              </a:rPr>
              <a:t> </a:t>
            </a:r>
            <a:r>
              <a:rPr sz="1100" b="1" spc="30" dirty="0">
                <a:solidFill>
                  <a:srgbClr val="723724"/>
                </a:solidFill>
                <a:latin typeface="Malgun Gothic"/>
                <a:cs typeface="Malgun Gothic"/>
              </a:rPr>
              <a:t>123.4</a:t>
            </a:r>
            <a:endParaRPr sz="1100">
              <a:latin typeface="Malgun Gothic"/>
              <a:cs typeface="Malgun Gothic"/>
            </a:endParaRPr>
          </a:p>
          <a:p>
            <a:pPr marL="133350">
              <a:lnSpc>
                <a:spcPct val="100000"/>
              </a:lnSpc>
              <a:spcBef>
                <a:spcPts val="250"/>
              </a:spcBef>
            </a:pPr>
            <a:r>
              <a:rPr sz="1100" b="1" spc="5" dirty="0">
                <a:solidFill>
                  <a:srgbClr val="503996"/>
                </a:solidFill>
                <a:latin typeface="Malgun Gothic"/>
                <a:cs typeface="Malgun Gothic"/>
              </a:rPr>
              <a:t>CH2</a:t>
            </a:r>
            <a:r>
              <a:rPr sz="1100" b="1" spc="-8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503996"/>
                </a:solidFill>
                <a:latin typeface="Malgun Gothic"/>
                <a:cs typeface="Malgun Gothic"/>
              </a:rPr>
              <a:t>PV</a:t>
            </a:r>
            <a:r>
              <a:rPr sz="1100" b="1" spc="-8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503996"/>
                </a:solidFill>
                <a:latin typeface="Malgun Gothic"/>
                <a:cs typeface="Malgun Gothic"/>
              </a:rPr>
              <a:t>=</a:t>
            </a:r>
            <a:r>
              <a:rPr sz="1100" b="1" spc="-8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10" dirty="0">
                <a:solidFill>
                  <a:srgbClr val="503996"/>
                </a:solidFill>
                <a:latin typeface="Malgun Gothic"/>
                <a:cs typeface="Malgun Gothic"/>
              </a:rPr>
              <a:t>0929H</a:t>
            </a:r>
            <a:r>
              <a:rPr sz="1100" b="1" spc="4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503996"/>
                </a:solidFill>
                <a:latin typeface="Malgun Gothic"/>
                <a:cs typeface="Malgun Gothic"/>
              </a:rPr>
              <a:t>→</a:t>
            </a:r>
            <a:r>
              <a:rPr sz="1100" b="1" spc="-8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503996"/>
                </a:solidFill>
                <a:latin typeface="Malgun Gothic"/>
                <a:cs typeface="Malgun Gothic"/>
              </a:rPr>
              <a:t>2345</a:t>
            </a:r>
            <a:r>
              <a:rPr sz="1100" b="1" spc="-8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503996"/>
                </a:solidFill>
                <a:latin typeface="Malgun Gothic"/>
                <a:cs typeface="Malgun Gothic"/>
              </a:rPr>
              <a:t>→</a:t>
            </a:r>
            <a:r>
              <a:rPr sz="1100" b="1" spc="-8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30" dirty="0">
                <a:solidFill>
                  <a:srgbClr val="503996"/>
                </a:solidFill>
                <a:latin typeface="Malgun Gothic"/>
                <a:cs typeface="Malgun Gothic"/>
              </a:rPr>
              <a:t>234.5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03578" y="6995076"/>
            <a:ext cx="34620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5015" algn="l"/>
                <a:tab pos="1925320" algn="l"/>
                <a:tab pos="3171825" algn="l"/>
              </a:tabLst>
            </a:pPr>
            <a:r>
              <a:rPr sz="900" spc="4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	</a:t>
            </a:r>
            <a:r>
              <a:rPr sz="900" spc="5" dirty="0">
                <a:solidFill>
                  <a:srgbClr val="753825"/>
                </a:solidFill>
                <a:latin typeface="Malgun Gothic"/>
                <a:cs typeface="Malgun Gothic"/>
              </a:rPr>
              <a:t>DRS</a:t>
            </a:r>
            <a:r>
              <a:rPr sz="900" dirty="0">
                <a:solidFill>
                  <a:srgbClr val="753825"/>
                </a:solidFill>
                <a:latin typeface="Malgun Gothic"/>
                <a:cs typeface="Malgun Gothic"/>
              </a:rPr>
              <a:t>	</a:t>
            </a:r>
            <a:r>
              <a:rPr sz="900" spc="45" dirty="0">
                <a:solidFill>
                  <a:srgbClr val="EE2E2A"/>
                </a:solidFill>
                <a:latin typeface="Malgun Gothic"/>
                <a:cs typeface="Malgun Gothic"/>
              </a:rPr>
              <a:t>02</a:t>
            </a:r>
            <a:r>
              <a:rPr sz="900" dirty="0">
                <a:solidFill>
                  <a:srgbClr val="EE2E2A"/>
                </a:solidFill>
                <a:latin typeface="Malgun Gothic"/>
                <a:cs typeface="Malgun Gothic"/>
              </a:rPr>
              <a:t>	</a:t>
            </a:r>
            <a:r>
              <a:rPr sz="900" spc="45" dirty="0">
                <a:solidFill>
                  <a:srgbClr val="38AD5B"/>
                </a:solidFill>
                <a:latin typeface="Malgun Gothic"/>
                <a:cs typeface="Malgun Gothic"/>
              </a:rPr>
              <a:t>0001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0278" y="5781364"/>
            <a:ext cx="5497830" cy="121729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250565">
              <a:lnSpc>
                <a:spcPct val="100000"/>
              </a:lnSpc>
              <a:spcBef>
                <a:spcPts val="450"/>
              </a:spcBef>
            </a:pP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16진수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Word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문자열</a:t>
            </a:r>
            <a:endParaRPr sz="1000">
              <a:latin typeface="Malgun Gothic"/>
              <a:cs typeface="Malgun Gothic"/>
            </a:endParaRPr>
          </a:p>
          <a:p>
            <a:pPr marL="253365" marR="2984500" indent="-241300">
              <a:lnSpc>
                <a:spcPts val="1730"/>
              </a:lnSpc>
              <a:spcBef>
                <a:spcPts val="100"/>
              </a:spcBef>
            </a:pPr>
            <a:r>
              <a:rPr sz="1100" b="1" spc="-35" dirty="0">
                <a:solidFill>
                  <a:srgbClr val="231F20"/>
                </a:solidFill>
                <a:latin typeface="Malgun Gothic"/>
                <a:cs typeface="Malgun Gothic"/>
              </a:rPr>
              <a:t>예)</a:t>
            </a:r>
            <a:r>
              <a:rPr sz="1100" b="1" spc="5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5" dirty="0">
                <a:solidFill>
                  <a:srgbClr val="231F20"/>
                </a:solidFill>
                <a:latin typeface="Malgun Gothic"/>
                <a:cs typeface="Malgun Gothic"/>
              </a:rPr>
              <a:t>CH1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31F20"/>
                </a:solidFill>
                <a:latin typeface="Malgun Gothic"/>
                <a:cs typeface="Malgun Gothic"/>
              </a:rPr>
              <a:t>~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Malgun Gothic"/>
                <a:cs typeface="Malgun Gothic"/>
              </a:rPr>
              <a:t>PV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값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Malgun Gothic"/>
                <a:cs typeface="Malgun Gothic"/>
              </a:rPr>
              <a:t>Re</a:t>
            </a:r>
            <a:r>
              <a:rPr sz="1100" b="1" spc="-10" dirty="0">
                <a:solidFill>
                  <a:srgbClr val="231F20"/>
                </a:solidFill>
                <a:latin typeface="Malgun Gothic"/>
                <a:cs typeface="Malgun Gothic"/>
              </a:rPr>
              <a:t>ad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(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소수점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1100" b="1" spc="5" dirty="0">
                <a:solidFill>
                  <a:srgbClr val="231F20"/>
                </a:solidFill>
                <a:latin typeface="Malgun Gothic"/>
                <a:cs typeface="Malgun Gothic"/>
              </a:rPr>
              <a:t>)  </a:t>
            </a:r>
            <a:r>
              <a:rPr sz="1100" b="1" spc="-20" dirty="0">
                <a:solidFill>
                  <a:srgbClr val="231F20"/>
                </a:solidFill>
                <a:latin typeface="Malgun Gothic"/>
                <a:cs typeface="Malgun Gothic"/>
              </a:rPr>
              <a:t>N.PV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231F20"/>
                </a:solidFill>
                <a:latin typeface="Malgun Gothic"/>
                <a:cs typeface="Malgun Gothic"/>
              </a:rPr>
              <a:t>000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1(CH1</a:t>
            </a:r>
            <a:r>
              <a:rPr sz="1100" b="1" spc="5" dirty="0">
                <a:solidFill>
                  <a:srgbClr val="231F20"/>
                </a:solidFill>
                <a:latin typeface="Malgun Gothic"/>
                <a:cs typeface="Malgun Gothic"/>
              </a:rPr>
              <a:t>)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1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31F20"/>
                </a:solidFill>
                <a:latin typeface="Malgun Gothic"/>
                <a:cs typeface="Malgun Gothic"/>
              </a:rPr>
              <a:t>~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1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5" dirty="0">
                <a:solidFill>
                  <a:srgbClr val="231F20"/>
                </a:solidFill>
                <a:latin typeface="Malgun Gothic"/>
                <a:cs typeface="Malgun Gothic"/>
              </a:rPr>
              <a:t>0002(CH2)</a:t>
            </a:r>
            <a:endParaRPr sz="11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Malgun Gothic"/>
              <a:cs typeface="Malgun Gothic"/>
            </a:endParaRPr>
          </a:p>
          <a:p>
            <a:pPr marL="88265">
              <a:lnSpc>
                <a:spcPct val="100000"/>
              </a:lnSpc>
            </a:pP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송신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→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856A7"/>
                </a:solidFill>
                <a:latin typeface="Malgun Gothic"/>
                <a:cs typeface="Malgun Gothic"/>
              </a:rPr>
              <a:t>STX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 +</a:t>
            </a:r>
            <a:r>
              <a:rPr sz="1100" b="1" spc="-18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"01</a:t>
            </a:r>
            <a:r>
              <a:rPr sz="1100" b="1" dirty="0">
                <a:solidFill>
                  <a:srgbClr val="753825"/>
                </a:solidFill>
                <a:latin typeface="Malgun Gothic"/>
                <a:cs typeface="Malgun Gothic"/>
              </a:rPr>
              <a:t>DRS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9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20" dirty="0">
                <a:solidFill>
                  <a:srgbClr val="EE2E2A"/>
                </a:solidFill>
                <a:latin typeface="Malgun Gothic"/>
                <a:cs typeface="Malgun Gothic"/>
              </a:rPr>
              <a:t>02</a:t>
            </a:r>
            <a:r>
              <a:rPr sz="1100" b="1" spc="2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20" dirty="0">
                <a:solidFill>
                  <a:srgbClr val="38AD5B"/>
                </a:solidFill>
                <a:latin typeface="Malgun Gothic"/>
                <a:cs typeface="Malgun Gothic"/>
              </a:rPr>
              <a:t>0001</a:t>
            </a:r>
            <a:r>
              <a:rPr sz="1100" b="1" spc="20" dirty="0">
                <a:solidFill>
                  <a:srgbClr val="231F20"/>
                </a:solidFill>
                <a:latin typeface="Malgun Gothic"/>
                <a:cs typeface="Malgun Gothic"/>
              </a:rPr>
              <a:t>"</a:t>
            </a:r>
            <a:r>
              <a:rPr sz="1100" b="1" spc="-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13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503996"/>
                </a:solidFill>
                <a:latin typeface="Malgun Gothic"/>
                <a:cs typeface="Malgun Gothic"/>
              </a:rPr>
              <a:t>CheckSUM(C5)</a:t>
            </a:r>
            <a:r>
              <a:rPr sz="1100" b="1" spc="-1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 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CR</a:t>
            </a:r>
            <a:r>
              <a:rPr sz="1100" b="1" spc="-9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 </a:t>
            </a:r>
            <a:r>
              <a:rPr sz="1100" b="1" spc="-30" dirty="0">
                <a:solidFill>
                  <a:srgbClr val="2856A7"/>
                </a:solidFill>
                <a:latin typeface="Malgun Gothic"/>
                <a:cs typeface="Malgun Gothic"/>
              </a:rPr>
              <a:t>LF</a:t>
            </a:r>
            <a:endParaRPr sz="1100">
              <a:latin typeface="Malgun Gothic"/>
              <a:cs typeface="Malgun Gothic"/>
            </a:endParaRPr>
          </a:p>
          <a:p>
            <a:pPr marL="88265">
              <a:lnSpc>
                <a:spcPct val="100000"/>
              </a:lnSpc>
              <a:spcBef>
                <a:spcPts val="425"/>
              </a:spcBef>
            </a:pPr>
            <a:r>
              <a:rPr sz="900" spc="15" dirty="0">
                <a:solidFill>
                  <a:srgbClr val="503996"/>
                </a:solidFill>
                <a:latin typeface="Malgun Gothic"/>
                <a:cs typeface="Malgun Gothic"/>
              </a:rPr>
              <a:t>Check</a:t>
            </a:r>
            <a:r>
              <a:rPr sz="900" spc="-7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900" spc="20" dirty="0">
                <a:solidFill>
                  <a:srgbClr val="503996"/>
                </a:solidFill>
                <a:latin typeface="Malgun Gothic"/>
                <a:cs typeface="Malgun Gothic"/>
              </a:rPr>
              <a:t>SUM</a:t>
            </a:r>
            <a:r>
              <a:rPr sz="900" spc="9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=</a:t>
            </a:r>
            <a:r>
              <a:rPr sz="900" spc="-65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35" dirty="0">
                <a:solidFill>
                  <a:srgbClr val="32507C"/>
                </a:solidFill>
                <a:latin typeface="Malgun Gothic"/>
                <a:cs typeface="Malgun Gothic"/>
              </a:rPr>
              <a:t>(</a:t>
            </a:r>
            <a:r>
              <a:rPr sz="900" spc="35" dirty="0">
                <a:solidFill>
                  <a:srgbClr val="231F20"/>
                </a:solidFill>
                <a:latin typeface="Malgun Gothic"/>
                <a:cs typeface="Malgun Gothic"/>
              </a:rPr>
              <a:t>30h+31h</a:t>
            </a:r>
            <a:r>
              <a:rPr sz="900" spc="-1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r>
              <a:rPr sz="900" spc="-15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20" dirty="0">
                <a:solidFill>
                  <a:srgbClr val="753825"/>
                </a:solidFill>
                <a:latin typeface="Malgun Gothic"/>
                <a:cs typeface="Malgun Gothic"/>
              </a:rPr>
              <a:t>44h+52h+53h</a:t>
            </a:r>
            <a:r>
              <a:rPr sz="900" spc="-70" dirty="0">
                <a:solidFill>
                  <a:srgbClr val="753825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r>
              <a:rPr sz="900" spc="-15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30" dirty="0">
                <a:solidFill>
                  <a:srgbClr val="2856A7"/>
                </a:solidFill>
                <a:latin typeface="Malgun Gothic"/>
                <a:cs typeface="Malgun Gothic"/>
              </a:rPr>
              <a:t>2Ch</a:t>
            </a:r>
            <a:r>
              <a:rPr sz="900" spc="-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r>
              <a:rPr sz="900" spc="-10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25" dirty="0">
                <a:solidFill>
                  <a:srgbClr val="EE2E2A"/>
                </a:solidFill>
                <a:latin typeface="Malgun Gothic"/>
                <a:cs typeface="Malgun Gothic"/>
              </a:rPr>
              <a:t>30h+32h</a:t>
            </a:r>
            <a:r>
              <a:rPr sz="900" spc="-20" dirty="0">
                <a:solidFill>
                  <a:srgbClr val="EE2E2A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r>
              <a:rPr sz="900" spc="-15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30" dirty="0">
                <a:solidFill>
                  <a:srgbClr val="2856A7"/>
                </a:solidFill>
                <a:latin typeface="Malgun Gothic"/>
                <a:cs typeface="Malgun Gothic"/>
              </a:rPr>
              <a:t>2Ch</a:t>
            </a:r>
            <a:r>
              <a:rPr sz="900" spc="2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r>
              <a:rPr sz="900" spc="-10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20" dirty="0">
                <a:solidFill>
                  <a:srgbClr val="38AD5B"/>
                </a:solidFill>
                <a:latin typeface="Malgun Gothic"/>
                <a:cs typeface="Malgun Gothic"/>
              </a:rPr>
              <a:t>30h+30h+30h+31h</a:t>
            </a:r>
            <a:r>
              <a:rPr sz="900" spc="-225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900" spc="50" dirty="0">
                <a:solidFill>
                  <a:srgbClr val="32507C"/>
                </a:solidFill>
                <a:latin typeface="Malgun Gothic"/>
                <a:cs typeface="Malgun Gothic"/>
              </a:rPr>
              <a:t>)</a:t>
            </a:r>
            <a:r>
              <a:rPr sz="900" spc="180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=</a:t>
            </a:r>
            <a:r>
              <a:rPr sz="900" spc="110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1000" b="1" spc="25" dirty="0">
                <a:solidFill>
                  <a:srgbClr val="503996"/>
                </a:solidFill>
                <a:latin typeface="Malgun Gothic"/>
                <a:cs typeface="Malgun Gothic"/>
              </a:rPr>
              <a:t>2</a:t>
            </a:r>
            <a:r>
              <a:rPr sz="1000" b="1" spc="-8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b="1" spc="15" dirty="0">
                <a:solidFill>
                  <a:srgbClr val="503996"/>
                </a:solidFill>
                <a:latin typeface="Malgun Gothic"/>
                <a:cs typeface="Malgun Gothic"/>
              </a:rPr>
              <a:t>C5h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09840" y="8240765"/>
            <a:ext cx="205041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40" dirty="0">
                <a:solidFill>
                  <a:srgbClr val="2856A7"/>
                </a:solidFill>
                <a:latin typeface="Malgun Gothic"/>
                <a:cs typeface="Malgun Gothic"/>
              </a:rPr>
              <a:t>2</a:t>
            </a:r>
            <a:r>
              <a:rPr sz="900" spc="20" dirty="0">
                <a:solidFill>
                  <a:srgbClr val="2856A7"/>
                </a:solidFill>
                <a:latin typeface="Malgun Gothic"/>
                <a:cs typeface="Malgun Gothic"/>
              </a:rPr>
              <a:t>Ch</a:t>
            </a:r>
            <a:r>
              <a:rPr sz="900" spc="4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r>
              <a:rPr sz="900" spc="-114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40" dirty="0">
                <a:solidFill>
                  <a:srgbClr val="38AD5B"/>
                </a:solidFill>
                <a:latin typeface="Malgun Gothic"/>
                <a:cs typeface="Malgun Gothic"/>
              </a:rPr>
              <a:t>30</a:t>
            </a:r>
            <a:r>
              <a:rPr sz="900" spc="20" dirty="0">
                <a:solidFill>
                  <a:srgbClr val="38AD5B"/>
                </a:solidFill>
                <a:latin typeface="Malgun Gothic"/>
                <a:cs typeface="Malgun Gothic"/>
              </a:rPr>
              <a:t>h</a:t>
            </a:r>
            <a:r>
              <a:rPr sz="900" spc="10" dirty="0">
                <a:solidFill>
                  <a:srgbClr val="38AD5B"/>
                </a:solidFill>
                <a:latin typeface="Malgun Gothic"/>
                <a:cs typeface="Malgun Gothic"/>
              </a:rPr>
              <a:t>+39</a:t>
            </a:r>
            <a:r>
              <a:rPr sz="900" spc="20" dirty="0">
                <a:solidFill>
                  <a:srgbClr val="38AD5B"/>
                </a:solidFill>
                <a:latin typeface="Malgun Gothic"/>
                <a:cs typeface="Malgun Gothic"/>
              </a:rPr>
              <a:t>h</a:t>
            </a:r>
            <a:r>
              <a:rPr sz="900" spc="10" dirty="0">
                <a:solidFill>
                  <a:srgbClr val="38AD5B"/>
                </a:solidFill>
                <a:latin typeface="Malgun Gothic"/>
                <a:cs typeface="Malgun Gothic"/>
              </a:rPr>
              <a:t>+32h+39</a:t>
            </a:r>
            <a:r>
              <a:rPr sz="900" spc="20" dirty="0">
                <a:solidFill>
                  <a:srgbClr val="38AD5B"/>
                </a:solidFill>
                <a:latin typeface="Malgun Gothic"/>
                <a:cs typeface="Malgun Gothic"/>
              </a:rPr>
              <a:t>h</a:t>
            </a:r>
            <a:r>
              <a:rPr sz="900" spc="-65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900" spc="50" dirty="0">
                <a:solidFill>
                  <a:srgbClr val="32507C"/>
                </a:solidFill>
                <a:latin typeface="Malgun Gothic"/>
                <a:cs typeface="Malgun Gothic"/>
              </a:rPr>
              <a:t>)</a:t>
            </a:r>
            <a:r>
              <a:rPr sz="900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-145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=</a:t>
            </a:r>
            <a:r>
              <a:rPr sz="900" spc="140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1000" b="1" spc="25" dirty="0">
                <a:solidFill>
                  <a:srgbClr val="503996"/>
                </a:solidFill>
                <a:latin typeface="Malgun Gothic"/>
                <a:cs typeface="Malgun Gothic"/>
              </a:rPr>
              <a:t>4</a:t>
            </a:r>
            <a:r>
              <a:rPr sz="1000" b="1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b="1" spc="10" dirty="0">
                <a:solidFill>
                  <a:srgbClr val="503996"/>
                </a:solidFill>
                <a:latin typeface="Malgun Gothic"/>
                <a:cs typeface="Malgun Gothic"/>
              </a:rPr>
              <a:t>16h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6425" y="7240306"/>
            <a:ext cx="491045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sz="1000" spc="-60" dirty="0">
                <a:solidFill>
                  <a:srgbClr val="503996"/>
                </a:solidFill>
                <a:latin typeface="Malgun Gothic"/>
                <a:cs typeface="Malgun Gothic"/>
              </a:rPr>
              <a:t>☞</a:t>
            </a:r>
            <a:r>
              <a:rPr sz="1000" spc="16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503996"/>
                </a:solidFill>
                <a:latin typeface="Malgun Gothic"/>
                <a:cs typeface="Malgun Gothic"/>
              </a:rPr>
              <a:t>1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503996"/>
                </a:solidFill>
                <a:latin typeface="Malgun Gothic"/>
                <a:cs typeface="Malgun Gothic"/>
              </a:rPr>
              <a:t>Byte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503996"/>
                </a:solidFill>
                <a:latin typeface="Malgun Gothic"/>
                <a:cs typeface="Malgun Gothic"/>
              </a:rPr>
              <a:t>Check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25" dirty="0">
                <a:solidFill>
                  <a:srgbClr val="503996"/>
                </a:solidFill>
                <a:latin typeface="Malgun Gothic"/>
                <a:cs typeface="Malgun Gothic"/>
              </a:rPr>
              <a:t>SUM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503996"/>
                </a:solidFill>
                <a:latin typeface="Malgun Gothic"/>
                <a:cs typeface="Malgun Gothic"/>
              </a:rPr>
              <a:t>을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503996"/>
                </a:solidFill>
                <a:latin typeface="Malgun Gothic"/>
                <a:cs typeface="Malgun Gothic"/>
              </a:rPr>
              <a:t>사용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503996"/>
                </a:solidFill>
                <a:latin typeface="Malgun Gothic"/>
                <a:cs typeface="Malgun Gothic"/>
              </a:rPr>
              <a:t>하므로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503996"/>
                </a:solidFill>
                <a:latin typeface="Malgun Gothic"/>
                <a:cs typeface="Malgun Gothic"/>
              </a:rPr>
              <a:t>“C5h”,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503996"/>
                </a:solidFill>
                <a:latin typeface="Malgun Gothic"/>
                <a:cs typeface="Malgun Gothic"/>
              </a:rPr>
              <a:t>ASCII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503996"/>
                </a:solidFill>
                <a:latin typeface="Malgun Gothic"/>
                <a:cs typeface="Malgun Gothic"/>
              </a:rPr>
              <a:t>code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503996"/>
                </a:solidFill>
                <a:latin typeface="Malgun Gothic"/>
                <a:cs typeface="Malgun Gothic"/>
              </a:rPr>
              <a:t>로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503996"/>
                </a:solidFill>
                <a:latin typeface="Malgun Gothic"/>
                <a:cs typeface="Malgun Gothic"/>
              </a:rPr>
              <a:t>변환하면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-15" dirty="0">
                <a:solidFill>
                  <a:srgbClr val="503996"/>
                </a:solidFill>
                <a:latin typeface="Malgun Gothic"/>
                <a:cs typeface="Malgun Gothic"/>
              </a:rPr>
              <a:t>→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503996"/>
                </a:solidFill>
                <a:latin typeface="Malgun Gothic"/>
                <a:cs typeface="Malgun Gothic"/>
              </a:rPr>
              <a:t>“43h”</a:t>
            </a:r>
            <a:r>
              <a:rPr sz="1000" spc="-7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503996"/>
                </a:solidFill>
                <a:latin typeface="Malgun Gothic"/>
                <a:cs typeface="Malgun Gothic"/>
              </a:rPr>
              <a:t>“3</a:t>
            </a:r>
            <a:r>
              <a:rPr sz="1000" spc="15" dirty="0">
                <a:solidFill>
                  <a:srgbClr val="503996"/>
                </a:solidFill>
                <a:latin typeface="Malgun Gothic"/>
                <a:cs typeface="Malgun Gothic"/>
              </a:rPr>
              <a:t>5h”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수신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←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856A7"/>
                </a:solidFill>
                <a:latin typeface="Malgun Gothic"/>
                <a:cs typeface="Malgun Gothic"/>
              </a:rPr>
              <a:t>STX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 +</a:t>
            </a:r>
            <a:r>
              <a:rPr sz="1100" b="1" spc="-8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"01</a:t>
            </a:r>
            <a:r>
              <a:rPr sz="1100" b="1" dirty="0">
                <a:solidFill>
                  <a:srgbClr val="753825"/>
                </a:solidFill>
                <a:latin typeface="Malgun Gothic"/>
                <a:cs typeface="Malgun Gothic"/>
              </a:rPr>
              <a:t>DRS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9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50" dirty="0">
                <a:solidFill>
                  <a:srgbClr val="EE2E2A"/>
                </a:solidFill>
                <a:latin typeface="Malgun Gothic"/>
                <a:cs typeface="Malgun Gothic"/>
              </a:rPr>
              <a:t>OK</a:t>
            </a:r>
            <a:r>
              <a:rPr sz="1100" b="1" spc="5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8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38AD5B"/>
                </a:solidFill>
                <a:latin typeface="Malgun Gothic"/>
                <a:cs typeface="Malgun Gothic"/>
              </a:rPr>
              <a:t>04D2</a:t>
            </a:r>
            <a:r>
              <a:rPr sz="1100" b="1" spc="25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9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15" dirty="0">
                <a:solidFill>
                  <a:srgbClr val="38AD5B"/>
                </a:solidFill>
                <a:latin typeface="Malgun Gothic"/>
                <a:cs typeface="Malgun Gothic"/>
              </a:rPr>
              <a:t>0929</a:t>
            </a:r>
            <a:r>
              <a:rPr sz="1100" b="1" spc="15" dirty="0">
                <a:solidFill>
                  <a:srgbClr val="231F20"/>
                </a:solidFill>
                <a:latin typeface="Malgun Gothic"/>
                <a:cs typeface="Malgun Gothic"/>
              </a:rPr>
              <a:t>"</a:t>
            </a:r>
            <a:r>
              <a:rPr sz="1100" b="1" spc="-12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13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503996"/>
                </a:solidFill>
                <a:latin typeface="Malgun Gothic"/>
                <a:cs typeface="Malgun Gothic"/>
              </a:rPr>
              <a:t>CheckSUM(16)</a:t>
            </a:r>
            <a:r>
              <a:rPr sz="1100" b="1" spc="-10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CR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 +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35" dirty="0">
                <a:solidFill>
                  <a:srgbClr val="2856A7"/>
                </a:solidFill>
                <a:latin typeface="Malgun Gothic"/>
                <a:cs typeface="Malgun Gothic"/>
              </a:rPr>
              <a:t>LF</a:t>
            </a:r>
            <a:endParaRPr sz="11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900" spc="15" dirty="0">
                <a:solidFill>
                  <a:srgbClr val="503996"/>
                </a:solidFill>
                <a:latin typeface="Malgun Gothic"/>
                <a:cs typeface="Malgun Gothic"/>
              </a:rPr>
              <a:t>Check</a:t>
            </a:r>
            <a:r>
              <a:rPr sz="900" spc="-7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900" spc="20" dirty="0">
                <a:solidFill>
                  <a:srgbClr val="503996"/>
                </a:solidFill>
                <a:latin typeface="Malgun Gothic"/>
                <a:cs typeface="Malgun Gothic"/>
              </a:rPr>
              <a:t>SUM</a:t>
            </a:r>
            <a:r>
              <a:rPr sz="900" spc="-1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=</a:t>
            </a:r>
            <a:r>
              <a:rPr sz="900" spc="-60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35" dirty="0">
                <a:solidFill>
                  <a:srgbClr val="32507C"/>
                </a:solidFill>
                <a:latin typeface="Malgun Gothic"/>
                <a:cs typeface="Malgun Gothic"/>
              </a:rPr>
              <a:t>(</a:t>
            </a:r>
            <a:r>
              <a:rPr sz="900" spc="35" dirty="0">
                <a:solidFill>
                  <a:srgbClr val="231F20"/>
                </a:solidFill>
                <a:latin typeface="Malgun Gothic"/>
                <a:cs typeface="Malgun Gothic"/>
              </a:rPr>
              <a:t>30h+31h</a:t>
            </a:r>
            <a:r>
              <a:rPr sz="900" spc="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r>
              <a:rPr sz="900" spc="-114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20" dirty="0">
                <a:solidFill>
                  <a:srgbClr val="753825"/>
                </a:solidFill>
                <a:latin typeface="Malgun Gothic"/>
                <a:cs typeface="Malgun Gothic"/>
              </a:rPr>
              <a:t>44h+52h+53h</a:t>
            </a:r>
            <a:r>
              <a:rPr sz="900" spc="235" dirty="0">
                <a:solidFill>
                  <a:srgbClr val="753825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r>
              <a:rPr sz="900" spc="-215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30" dirty="0">
                <a:solidFill>
                  <a:srgbClr val="2856A7"/>
                </a:solidFill>
                <a:latin typeface="Malgun Gothic"/>
                <a:cs typeface="Malgun Gothic"/>
              </a:rPr>
              <a:t>2Ch</a:t>
            </a:r>
            <a:r>
              <a:rPr sz="900" spc="-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r>
              <a:rPr sz="900" spc="-114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EE2E2A"/>
                </a:solidFill>
                <a:latin typeface="Malgun Gothic"/>
                <a:cs typeface="Malgun Gothic"/>
              </a:rPr>
              <a:t>4Fh+4Bh</a:t>
            </a:r>
            <a:r>
              <a:rPr sz="900" spc="60" dirty="0">
                <a:solidFill>
                  <a:srgbClr val="EE2E2A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r>
              <a:rPr sz="900" spc="-215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30" dirty="0">
                <a:solidFill>
                  <a:srgbClr val="2856A7"/>
                </a:solidFill>
                <a:latin typeface="Malgun Gothic"/>
                <a:cs typeface="Malgun Gothic"/>
              </a:rPr>
              <a:t>2Ch</a:t>
            </a:r>
            <a:r>
              <a:rPr sz="900" spc="2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r>
              <a:rPr sz="900" spc="-110" dirty="0">
                <a:solidFill>
                  <a:srgbClr val="32507C"/>
                </a:solidFill>
                <a:latin typeface="Malgun Gothic"/>
                <a:cs typeface="Malgun Gothic"/>
              </a:rPr>
              <a:t> </a:t>
            </a:r>
            <a:r>
              <a:rPr sz="900" spc="20" dirty="0">
                <a:solidFill>
                  <a:srgbClr val="38AD5B"/>
                </a:solidFill>
                <a:latin typeface="Malgun Gothic"/>
                <a:cs typeface="Malgun Gothic"/>
              </a:rPr>
              <a:t>30h+34h+44h+32h</a:t>
            </a:r>
            <a:r>
              <a:rPr sz="900" spc="180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900" spc="-45" dirty="0">
                <a:solidFill>
                  <a:srgbClr val="32507C"/>
                </a:solidFill>
                <a:latin typeface="Malgun Gothic"/>
                <a:cs typeface="Malgun Gothic"/>
              </a:rPr>
              <a:t>+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4083" y="1228979"/>
            <a:ext cx="1311910" cy="302260"/>
          </a:xfrm>
          <a:prstGeom prst="rect">
            <a:avLst/>
          </a:prstGeom>
          <a:ln w="16129">
            <a:solidFill>
              <a:srgbClr val="7A7472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370"/>
              </a:spcBef>
            </a:pPr>
            <a:r>
              <a:rPr sz="1200" b="1" spc="-40" dirty="0">
                <a:solidFill>
                  <a:srgbClr val="231F20"/>
                </a:solidFill>
                <a:latin typeface="Arial"/>
                <a:cs typeface="Arial"/>
              </a:rPr>
              <a:t>Read</a:t>
            </a:r>
            <a:r>
              <a:rPr sz="1200" b="1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31F20"/>
                </a:solidFill>
                <a:latin typeface="Arial"/>
                <a:cs typeface="Arial"/>
              </a:rPr>
              <a:t>Command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751" y="3874008"/>
            <a:ext cx="220980" cy="76200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3315213" y="4085083"/>
            <a:ext cx="1192530" cy="76200"/>
          </a:xfrm>
          <a:custGeom>
            <a:avLst/>
            <a:gdLst/>
            <a:ahLst/>
            <a:cxnLst/>
            <a:rect l="l" t="t" r="r" b="b"/>
            <a:pathLst>
              <a:path w="1192529" h="76200">
                <a:moveTo>
                  <a:pt x="1116330" y="0"/>
                </a:moveTo>
                <a:lnTo>
                  <a:pt x="1116330" y="76200"/>
                </a:lnTo>
                <a:lnTo>
                  <a:pt x="1183386" y="42672"/>
                </a:lnTo>
                <a:lnTo>
                  <a:pt x="1129271" y="42672"/>
                </a:lnTo>
                <a:lnTo>
                  <a:pt x="1132319" y="41148"/>
                </a:lnTo>
                <a:lnTo>
                  <a:pt x="1133856" y="38100"/>
                </a:lnTo>
                <a:lnTo>
                  <a:pt x="1132319" y="34290"/>
                </a:lnTo>
                <a:lnTo>
                  <a:pt x="1129271" y="32766"/>
                </a:lnTo>
                <a:lnTo>
                  <a:pt x="1181862" y="32766"/>
                </a:lnTo>
                <a:lnTo>
                  <a:pt x="1116330" y="0"/>
                </a:lnTo>
                <a:close/>
              </a:path>
              <a:path w="1192529" h="76200">
                <a:moveTo>
                  <a:pt x="1116330" y="32766"/>
                </a:moveTo>
                <a:lnTo>
                  <a:pt x="4572" y="32766"/>
                </a:lnTo>
                <a:lnTo>
                  <a:pt x="762" y="34290"/>
                </a:lnTo>
                <a:lnTo>
                  <a:pt x="0" y="38100"/>
                </a:lnTo>
                <a:lnTo>
                  <a:pt x="762" y="41148"/>
                </a:lnTo>
                <a:lnTo>
                  <a:pt x="4572" y="42672"/>
                </a:lnTo>
                <a:lnTo>
                  <a:pt x="1116330" y="42672"/>
                </a:lnTo>
                <a:lnTo>
                  <a:pt x="1116330" y="32766"/>
                </a:lnTo>
                <a:close/>
              </a:path>
              <a:path w="1192529" h="76200">
                <a:moveTo>
                  <a:pt x="1181862" y="32766"/>
                </a:moveTo>
                <a:lnTo>
                  <a:pt x="1129271" y="32766"/>
                </a:lnTo>
                <a:lnTo>
                  <a:pt x="1132319" y="34290"/>
                </a:lnTo>
                <a:lnTo>
                  <a:pt x="1133856" y="38100"/>
                </a:lnTo>
                <a:lnTo>
                  <a:pt x="1132319" y="41148"/>
                </a:lnTo>
                <a:lnTo>
                  <a:pt x="1129271" y="42672"/>
                </a:lnTo>
                <a:lnTo>
                  <a:pt x="1183386" y="42672"/>
                </a:lnTo>
                <a:lnTo>
                  <a:pt x="1192530" y="38100"/>
                </a:lnTo>
                <a:lnTo>
                  <a:pt x="1181862" y="32766"/>
                </a:lnTo>
                <a:close/>
              </a:path>
            </a:pathLst>
          </a:custGeom>
          <a:solidFill>
            <a:srgbClr val="050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4069" y="5889488"/>
            <a:ext cx="220967" cy="76200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1941054" y="7000172"/>
            <a:ext cx="488315" cy="0"/>
          </a:xfrm>
          <a:custGeom>
            <a:avLst/>
            <a:gdLst/>
            <a:ahLst/>
            <a:cxnLst/>
            <a:rect l="l" t="t" r="r" b="b"/>
            <a:pathLst>
              <a:path w="488314">
                <a:moveTo>
                  <a:pt x="0" y="0"/>
                </a:moveTo>
                <a:lnTo>
                  <a:pt x="487883" y="0"/>
                </a:lnTo>
              </a:path>
            </a:pathLst>
          </a:custGeom>
          <a:ln w="3175">
            <a:solidFill>
              <a:srgbClr val="05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580356" y="7000172"/>
            <a:ext cx="765810" cy="0"/>
          </a:xfrm>
          <a:custGeom>
            <a:avLst/>
            <a:gdLst/>
            <a:ahLst/>
            <a:cxnLst/>
            <a:rect l="l" t="t" r="r" b="b"/>
            <a:pathLst>
              <a:path w="765810">
                <a:moveTo>
                  <a:pt x="0" y="0"/>
                </a:moveTo>
                <a:lnTo>
                  <a:pt x="765365" y="0"/>
                </a:lnTo>
              </a:path>
            </a:pathLst>
          </a:custGeom>
          <a:ln w="3175">
            <a:solidFill>
              <a:srgbClr val="7237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82225" y="7000172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204" y="0"/>
                </a:lnTo>
              </a:path>
            </a:pathLst>
          </a:custGeom>
          <a:ln w="3175">
            <a:solidFill>
              <a:srgbClr val="38AD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95302" y="7000172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0" y="0"/>
                </a:moveTo>
                <a:lnTo>
                  <a:pt x="211582" y="0"/>
                </a:lnTo>
              </a:path>
            </a:pathLst>
          </a:custGeom>
          <a:ln w="3175">
            <a:solidFill>
              <a:srgbClr val="2856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72259" y="6969638"/>
            <a:ext cx="10591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0919" algn="l"/>
              </a:tabLst>
            </a:pPr>
            <a:r>
              <a:rPr sz="900" spc="75" dirty="0">
                <a:solidFill>
                  <a:srgbClr val="2856A7"/>
                </a:solidFill>
                <a:latin typeface="Malgun Gothic"/>
                <a:cs typeface="Malgun Gothic"/>
              </a:rPr>
              <a:t>,	,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494032" y="7000172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0" y="0"/>
                </a:moveTo>
                <a:lnTo>
                  <a:pt x="211582" y="0"/>
                </a:lnTo>
              </a:path>
            </a:pathLst>
          </a:custGeom>
          <a:ln w="3175">
            <a:solidFill>
              <a:srgbClr val="2856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854729" y="7000172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4">
                <a:moveTo>
                  <a:pt x="0" y="0"/>
                </a:moveTo>
                <a:lnTo>
                  <a:pt x="475462" y="0"/>
                </a:lnTo>
              </a:path>
            </a:pathLst>
          </a:custGeom>
          <a:ln w="3175">
            <a:solidFill>
              <a:srgbClr val="EE2E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103474" y="8011893"/>
            <a:ext cx="34124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5015" algn="l"/>
                <a:tab pos="1899920" algn="l"/>
                <a:tab pos="3108325" algn="l"/>
              </a:tabLst>
            </a:pPr>
            <a:r>
              <a:rPr sz="900" spc="4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	</a:t>
            </a:r>
            <a:r>
              <a:rPr sz="900" spc="5" dirty="0">
                <a:solidFill>
                  <a:srgbClr val="753825"/>
                </a:solidFill>
                <a:latin typeface="Malgun Gothic"/>
                <a:cs typeface="Malgun Gothic"/>
              </a:rPr>
              <a:t>DRS</a:t>
            </a:r>
            <a:r>
              <a:rPr sz="900" dirty="0">
                <a:solidFill>
                  <a:srgbClr val="753825"/>
                </a:solidFill>
                <a:latin typeface="Malgun Gothic"/>
                <a:cs typeface="Malgun Gothic"/>
              </a:rPr>
              <a:t>	</a:t>
            </a:r>
            <a:r>
              <a:rPr sz="900" spc="25" dirty="0">
                <a:solidFill>
                  <a:srgbClr val="EE2E2A"/>
                </a:solidFill>
                <a:latin typeface="Malgun Gothic"/>
                <a:cs typeface="Malgun Gothic"/>
              </a:rPr>
              <a:t>OK</a:t>
            </a:r>
            <a:r>
              <a:rPr sz="900" dirty="0">
                <a:solidFill>
                  <a:srgbClr val="EE2E2A"/>
                </a:solidFill>
                <a:latin typeface="Malgun Gothic"/>
                <a:cs typeface="Malgun Gothic"/>
              </a:rPr>
              <a:t>	</a:t>
            </a:r>
            <a:r>
              <a:rPr sz="900" spc="35" dirty="0">
                <a:solidFill>
                  <a:srgbClr val="38AD5B"/>
                </a:solidFill>
                <a:latin typeface="Malgun Gothic"/>
                <a:cs typeface="Malgun Gothic"/>
              </a:rPr>
              <a:t>04D2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40942" y="8017028"/>
            <a:ext cx="488315" cy="0"/>
          </a:xfrm>
          <a:custGeom>
            <a:avLst/>
            <a:gdLst/>
            <a:ahLst/>
            <a:cxnLst/>
            <a:rect l="l" t="t" r="r" b="b"/>
            <a:pathLst>
              <a:path w="488314">
                <a:moveTo>
                  <a:pt x="0" y="0"/>
                </a:moveTo>
                <a:lnTo>
                  <a:pt x="487883" y="0"/>
                </a:lnTo>
              </a:path>
            </a:pathLst>
          </a:custGeom>
          <a:ln w="3175">
            <a:solidFill>
              <a:srgbClr val="05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67656" y="8017028"/>
            <a:ext cx="808355" cy="0"/>
          </a:xfrm>
          <a:custGeom>
            <a:avLst/>
            <a:gdLst/>
            <a:ahLst/>
            <a:cxnLst/>
            <a:rect l="l" t="t" r="r" b="b"/>
            <a:pathLst>
              <a:path w="808354">
                <a:moveTo>
                  <a:pt x="0" y="0"/>
                </a:moveTo>
                <a:lnTo>
                  <a:pt x="808062" y="0"/>
                </a:lnTo>
              </a:path>
            </a:pathLst>
          </a:custGeom>
          <a:ln w="3175">
            <a:solidFill>
              <a:srgbClr val="7237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813839" y="8017028"/>
            <a:ext cx="1096645" cy="0"/>
          </a:xfrm>
          <a:custGeom>
            <a:avLst/>
            <a:gdLst/>
            <a:ahLst/>
            <a:cxnLst/>
            <a:rect l="l" t="t" r="r" b="b"/>
            <a:pathLst>
              <a:path w="1096645">
                <a:moveTo>
                  <a:pt x="0" y="0"/>
                </a:moveTo>
                <a:lnTo>
                  <a:pt x="1096479" y="0"/>
                </a:lnTo>
              </a:path>
            </a:pathLst>
          </a:custGeom>
          <a:ln w="3175">
            <a:solidFill>
              <a:srgbClr val="38AD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95191" y="8017028"/>
            <a:ext cx="221615" cy="0"/>
          </a:xfrm>
          <a:custGeom>
            <a:avLst/>
            <a:gdLst/>
            <a:ahLst/>
            <a:cxnLst/>
            <a:rect l="l" t="t" r="r" b="b"/>
            <a:pathLst>
              <a:path w="221614">
                <a:moveTo>
                  <a:pt x="0" y="0"/>
                </a:moveTo>
                <a:lnTo>
                  <a:pt x="221310" y="0"/>
                </a:lnTo>
              </a:path>
            </a:pathLst>
          </a:custGeom>
          <a:ln w="3175">
            <a:solidFill>
              <a:srgbClr val="2856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572229" y="7986519"/>
            <a:ext cx="10210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2819" algn="l"/>
              </a:tabLst>
            </a:pPr>
            <a:r>
              <a:rPr sz="900" spc="75" dirty="0">
                <a:solidFill>
                  <a:srgbClr val="2856A7"/>
                </a:solidFill>
                <a:latin typeface="Malgun Gothic"/>
                <a:cs typeface="Malgun Gothic"/>
              </a:rPr>
              <a:t>,	,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55821" y="8017028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0" y="0"/>
                </a:moveTo>
                <a:lnTo>
                  <a:pt x="211582" y="0"/>
                </a:lnTo>
              </a:path>
            </a:pathLst>
          </a:custGeom>
          <a:ln w="3175">
            <a:solidFill>
              <a:srgbClr val="2856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657128" y="8433288"/>
            <a:ext cx="3028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45" dirty="0">
                <a:solidFill>
                  <a:srgbClr val="38AD5B"/>
                </a:solidFill>
                <a:latin typeface="Malgun Gothic"/>
                <a:cs typeface="Malgun Gothic"/>
              </a:rPr>
              <a:t>0929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282583" y="8438422"/>
            <a:ext cx="1099820" cy="0"/>
          </a:xfrm>
          <a:custGeom>
            <a:avLst/>
            <a:gdLst/>
            <a:ahLst/>
            <a:cxnLst/>
            <a:rect l="l" t="t" r="r" b="b"/>
            <a:pathLst>
              <a:path w="1099820">
                <a:moveTo>
                  <a:pt x="0" y="0"/>
                </a:moveTo>
                <a:lnTo>
                  <a:pt x="1099426" y="0"/>
                </a:lnTo>
              </a:path>
            </a:pathLst>
          </a:custGeom>
          <a:ln w="3175">
            <a:solidFill>
              <a:srgbClr val="38AD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003344" y="8407888"/>
            <a:ext cx="603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75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26381" y="8438422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0" y="0"/>
                </a:moveTo>
                <a:lnTo>
                  <a:pt x="211582" y="0"/>
                </a:lnTo>
              </a:path>
            </a:pathLst>
          </a:custGeom>
          <a:ln w="3175">
            <a:solidFill>
              <a:srgbClr val="2856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841917" y="8017028"/>
            <a:ext cx="499109" cy="0"/>
          </a:xfrm>
          <a:custGeom>
            <a:avLst/>
            <a:gdLst/>
            <a:ahLst/>
            <a:cxnLst/>
            <a:rect l="l" t="t" r="r" b="b"/>
            <a:pathLst>
              <a:path w="499110">
                <a:moveTo>
                  <a:pt x="0" y="0"/>
                </a:moveTo>
                <a:lnTo>
                  <a:pt x="499008" y="0"/>
                </a:lnTo>
              </a:path>
            </a:pathLst>
          </a:custGeom>
          <a:ln w="3175">
            <a:solidFill>
              <a:srgbClr val="EE2E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4591" y="1228471"/>
            <a:ext cx="1311910" cy="302260"/>
          </a:xfrm>
          <a:prstGeom prst="rect">
            <a:avLst/>
          </a:prstGeom>
          <a:ln w="16141">
            <a:solidFill>
              <a:srgbClr val="7A7472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370"/>
              </a:spcBef>
            </a:pPr>
            <a:r>
              <a:rPr sz="1200" b="1" spc="-40" dirty="0">
                <a:solidFill>
                  <a:srgbClr val="231F20"/>
                </a:solidFill>
                <a:latin typeface="Arial"/>
                <a:cs typeface="Arial"/>
              </a:rPr>
              <a:t>Read </a:t>
            </a:r>
            <a:r>
              <a:rPr sz="1200" b="1" spc="-10" dirty="0">
                <a:solidFill>
                  <a:srgbClr val="231F20"/>
                </a:solidFill>
                <a:latin typeface="Arial"/>
                <a:cs typeface="Arial"/>
              </a:rPr>
              <a:t>Command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1725" y="553852"/>
            <a:ext cx="6741795" cy="336550"/>
            <a:chOff x="411725" y="553852"/>
            <a:chExt cx="6741795" cy="336550"/>
          </a:xfrm>
        </p:grpSpPr>
        <p:sp>
          <p:nvSpPr>
            <p:cNvPr id="4" name="object 4"/>
            <p:cNvSpPr/>
            <p:nvPr/>
          </p:nvSpPr>
          <p:spPr>
            <a:xfrm>
              <a:off x="419823" y="564299"/>
              <a:ext cx="6730365" cy="315595"/>
            </a:xfrm>
            <a:custGeom>
              <a:avLst/>
              <a:gdLst/>
              <a:ahLst/>
              <a:cxnLst/>
              <a:rect l="l" t="t" r="r" b="b"/>
              <a:pathLst>
                <a:path w="6730365" h="315594">
                  <a:moveTo>
                    <a:pt x="6730199" y="0"/>
                  </a:moveTo>
                  <a:lnTo>
                    <a:pt x="0" y="0"/>
                  </a:lnTo>
                  <a:lnTo>
                    <a:pt x="0" y="314998"/>
                  </a:lnTo>
                  <a:lnTo>
                    <a:pt x="6730199" y="314998"/>
                  </a:lnTo>
                  <a:lnTo>
                    <a:pt x="6730199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1721" y="553859"/>
              <a:ext cx="6741795" cy="336550"/>
            </a:xfrm>
            <a:custGeom>
              <a:avLst/>
              <a:gdLst/>
              <a:ahLst/>
              <a:cxnLst/>
              <a:rect l="l" t="t" r="r" b="b"/>
              <a:pathLst>
                <a:path w="6741795" h="336550">
                  <a:moveTo>
                    <a:pt x="1422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20040"/>
                  </a:lnTo>
                  <a:lnTo>
                    <a:pt x="0" y="336550"/>
                  </a:lnTo>
                  <a:lnTo>
                    <a:pt x="142201" y="336550"/>
                  </a:lnTo>
                  <a:lnTo>
                    <a:pt x="142201" y="320040"/>
                  </a:lnTo>
                  <a:lnTo>
                    <a:pt x="16205" y="320040"/>
                  </a:lnTo>
                  <a:lnTo>
                    <a:pt x="16205" y="15240"/>
                  </a:lnTo>
                  <a:lnTo>
                    <a:pt x="142201" y="15240"/>
                  </a:lnTo>
                  <a:lnTo>
                    <a:pt x="142201" y="0"/>
                  </a:lnTo>
                  <a:close/>
                </a:path>
                <a:path w="6741795" h="336550">
                  <a:moveTo>
                    <a:pt x="6741642" y="0"/>
                  </a:moveTo>
                  <a:lnTo>
                    <a:pt x="6599441" y="0"/>
                  </a:lnTo>
                  <a:lnTo>
                    <a:pt x="6599441" y="15240"/>
                  </a:lnTo>
                  <a:lnTo>
                    <a:pt x="6725425" y="15240"/>
                  </a:lnTo>
                  <a:lnTo>
                    <a:pt x="6725425" y="320040"/>
                  </a:lnTo>
                  <a:lnTo>
                    <a:pt x="6599441" y="320040"/>
                  </a:lnTo>
                  <a:lnTo>
                    <a:pt x="6599441" y="336550"/>
                  </a:lnTo>
                  <a:lnTo>
                    <a:pt x="6741642" y="336550"/>
                  </a:lnTo>
                  <a:lnTo>
                    <a:pt x="6741642" y="320040"/>
                  </a:lnTo>
                  <a:lnTo>
                    <a:pt x="6741642" y="15240"/>
                  </a:lnTo>
                  <a:lnTo>
                    <a:pt x="6741642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930" y="609915"/>
            <a:ext cx="67094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Arial"/>
                <a:cs typeface="Arial"/>
              </a:rPr>
              <a:t>M74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36679" y="627049"/>
            <a:ext cx="1412875" cy="180975"/>
          </a:xfrm>
          <a:custGeom>
            <a:avLst/>
            <a:gdLst/>
            <a:ahLst/>
            <a:cxnLst/>
            <a:rect l="l" t="t" r="r" b="b"/>
            <a:pathLst>
              <a:path w="1412875" h="180975">
                <a:moveTo>
                  <a:pt x="148475" y="355"/>
                </a:moveTo>
                <a:lnTo>
                  <a:pt x="0" y="355"/>
                </a:lnTo>
                <a:lnTo>
                  <a:pt x="0" y="35915"/>
                </a:lnTo>
                <a:lnTo>
                  <a:pt x="50723" y="35915"/>
                </a:lnTo>
                <a:lnTo>
                  <a:pt x="50723" y="179425"/>
                </a:lnTo>
                <a:lnTo>
                  <a:pt x="97332" y="179425"/>
                </a:lnTo>
                <a:lnTo>
                  <a:pt x="97332" y="35915"/>
                </a:lnTo>
                <a:lnTo>
                  <a:pt x="148475" y="35915"/>
                </a:lnTo>
                <a:lnTo>
                  <a:pt x="148475" y="355"/>
                </a:lnTo>
                <a:close/>
              </a:path>
              <a:path w="1412875" h="180975">
                <a:moveTo>
                  <a:pt x="261543" y="82257"/>
                </a:moveTo>
                <a:lnTo>
                  <a:pt x="260845" y="71221"/>
                </a:lnTo>
                <a:lnTo>
                  <a:pt x="258305" y="65176"/>
                </a:lnTo>
                <a:lnTo>
                  <a:pt x="251853" y="61963"/>
                </a:lnTo>
                <a:lnTo>
                  <a:pt x="239420" y="59474"/>
                </a:lnTo>
                <a:lnTo>
                  <a:pt x="219176" y="59474"/>
                </a:lnTo>
                <a:lnTo>
                  <a:pt x="219176" y="89839"/>
                </a:lnTo>
                <a:lnTo>
                  <a:pt x="219176" y="103136"/>
                </a:lnTo>
                <a:lnTo>
                  <a:pt x="161531" y="103136"/>
                </a:lnTo>
                <a:lnTo>
                  <a:pt x="161531" y="89839"/>
                </a:lnTo>
                <a:lnTo>
                  <a:pt x="219176" y="89839"/>
                </a:lnTo>
                <a:lnTo>
                  <a:pt x="219176" y="59474"/>
                </a:lnTo>
                <a:lnTo>
                  <a:pt x="142557" y="59474"/>
                </a:lnTo>
                <a:lnTo>
                  <a:pt x="128638" y="60375"/>
                </a:lnTo>
                <a:lnTo>
                  <a:pt x="121500" y="63360"/>
                </a:lnTo>
                <a:lnTo>
                  <a:pt x="118859" y="70840"/>
                </a:lnTo>
                <a:lnTo>
                  <a:pt x="118567" y="82257"/>
                </a:lnTo>
                <a:lnTo>
                  <a:pt x="118491" y="158445"/>
                </a:lnTo>
                <a:lnTo>
                  <a:pt x="120777" y="170891"/>
                </a:lnTo>
                <a:lnTo>
                  <a:pt x="124053" y="177279"/>
                </a:lnTo>
                <a:lnTo>
                  <a:pt x="130556" y="179641"/>
                </a:lnTo>
                <a:lnTo>
                  <a:pt x="142557" y="179971"/>
                </a:lnTo>
                <a:lnTo>
                  <a:pt x="261493" y="179971"/>
                </a:lnTo>
                <a:lnTo>
                  <a:pt x="261493" y="154012"/>
                </a:lnTo>
                <a:lnTo>
                  <a:pt x="161378" y="154012"/>
                </a:lnTo>
                <a:lnTo>
                  <a:pt x="161378" y="130149"/>
                </a:lnTo>
                <a:lnTo>
                  <a:pt x="261543" y="129997"/>
                </a:lnTo>
                <a:lnTo>
                  <a:pt x="261543" y="103136"/>
                </a:lnTo>
                <a:lnTo>
                  <a:pt x="261543" y="89839"/>
                </a:lnTo>
                <a:lnTo>
                  <a:pt x="261543" y="82257"/>
                </a:lnTo>
                <a:close/>
              </a:path>
              <a:path w="1412875" h="180975">
                <a:moveTo>
                  <a:pt x="500100" y="73240"/>
                </a:moveTo>
                <a:lnTo>
                  <a:pt x="497840" y="66179"/>
                </a:lnTo>
                <a:lnTo>
                  <a:pt x="490753" y="62865"/>
                </a:lnTo>
                <a:lnTo>
                  <a:pt x="476694" y="60896"/>
                </a:lnTo>
                <a:lnTo>
                  <a:pt x="409130" y="60896"/>
                </a:lnTo>
                <a:lnTo>
                  <a:pt x="401828" y="65405"/>
                </a:lnTo>
                <a:lnTo>
                  <a:pt x="388086" y="60236"/>
                </a:lnTo>
                <a:lnTo>
                  <a:pt x="329057" y="60236"/>
                </a:lnTo>
                <a:lnTo>
                  <a:pt x="320522" y="65493"/>
                </a:lnTo>
                <a:lnTo>
                  <a:pt x="320522" y="56299"/>
                </a:lnTo>
                <a:lnTo>
                  <a:pt x="279793" y="56299"/>
                </a:lnTo>
                <a:lnTo>
                  <a:pt x="279793" y="60236"/>
                </a:lnTo>
                <a:lnTo>
                  <a:pt x="279793" y="180378"/>
                </a:lnTo>
                <a:lnTo>
                  <a:pt x="317220" y="180378"/>
                </a:lnTo>
                <a:lnTo>
                  <a:pt x="317220" y="88493"/>
                </a:lnTo>
                <a:lnTo>
                  <a:pt x="367728" y="88493"/>
                </a:lnTo>
                <a:lnTo>
                  <a:pt x="367728" y="180378"/>
                </a:lnTo>
                <a:lnTo>
                  <a:pt x="409130" y="180378"/>
                </a:lnTo>
                <a:lnTo>
                  <a:pt x="409130" y="89801"/>
                </a:lnTo>
                <a:lnTo>
                  <a:pt x="459600" y="89801"/>
                </a:lnTo>
                <a:lnTo>
                  <a:pt x="459600" y="180378"/>
                </a:lnTo>
                <a:lnTo>
                  <a:pt x="499681" y="180378"/>
                </a:lnTo>
                <a:lnTo>
                  <a:pt x="499681" y="86423"/>
                </a:lnTo>
                <a:lnTo>
                  <a:pt x="500100" y="73240"/>
                </a:lnTo>
                <a:close/>
              </a:path>
              <a:path w="1412875" h="180975">
                <a:moveTo>
                  <a:pt x="641692" y="59334"/>
                </a:moveTo>
                <a:lnTo>
                  <a:pt x="540143" y="59334"/>
                </a:lnTo>
                <a:lnTo>
                  <a:pt x="527761" y="62039"/>
                </a:lnTo>
                <a:lnTo>
                  <a:pt x="521411" y="65379"/>
                </a:lnTo>
                <a:lnTo>
                  <a:pt x="519099" y="71564"/>
                </a:lnTo>
                <a:lnTo>
                  <a:pt x="518833" y="82778"/>
                </a:lnTo>
                <a:lnTo>
                  <a:pt x="518833" y="155028"/>
                </a:lnTo>
                <a:lnTo>
                  <a:pt x="519214" y="169125"/>
                </a:lnTo>
                <a:lnTo>
                  <a:pt x="521881" y="176428"/>
                </a:lnTo>
                <a:lnTo>
                  <a:pt x="529094" y="179260"/>
                </a:lnTo>
                <a:lnTo>
                  <a:pt x="543140" y="179971"/>
                </a:lnTo>
                <a:lnTo>
                  <a:pt x="641045" y="179971"/>
                </a:lnTo>
                <a:lnTo>
                  <a:pt x="641045" y="153682"/>
                </a:lnTo>
                <a:lnTo>
                  <a:pt x="562864" y="153682"/>
                </a:lnTo>
                <a:lnTo>
                  <a:pt x="562864" y="82334"/>
                </a:lnTo>
                <a:lnTo>
                  <a:pt x="641692" y="82334"/>
                </a:lnTo>
                <a:lnTo>
                  <a:pt x="641692" y="59334"/>
                </a:lnTo>
                <a:close/>
              </a:path>
              <a:path w="1412875" h="180975">
                <a:moveTo>
                  <a:pt x="799719" y="83058"/>
                </a:moveTo>
                <a:lnTo>
                  <a:pt x="795858" y="69989"/>
                </a:lnTo>
                <a:lnTo>
                  <a:pt x="787374" y="62801"/>
                </a:lnTo>
                <a:lnTo>
                  <a:pt x="778878" y="59766"/>
                </a:lnTo>
                <a:lnTo>
                  <a:pt x="775017" y="59143"/>
                </a:lnTo>
                <a:lnTo>
                  <a:pt x="756907" y="59156"/>
                </a:lnTo>
                <a:lnTo>
                  <a:pt x="756907" y="87083"/>
                </a:lnTo>
                <a:lnTo>
                  <a:pt x="756907" y="153162"/>
                </a:lnTo>
                <a:lnTo>
                  <a:pt x="695744" y="153162"/>
                </a:lnTo>
                <a:lnTo>
                  <a:pt x="695744" y="87083"/>
                </a:lnTo>
                <a:lnTo>
                  <a:pt x="756907" y="87083"/>
                </a:lnTo>
                <a:lnTo>
                  <a:pt x="756907" y="59156"/>
                </a:lnTo>
                <a:lnTo>
                  <a:pt x="679691" y="59156"/>
                </a:lnTo>
                <a:lnTo>
                  <a:pt x="666064" y="63474"/>
                </a:lnTo>
                <a:lnTo>
                  <a:pt x="658799" y="71678"/>
                </a:lnTo>
                <a:lnTo>
                  <a:pt x="655904" y="79641"/>
                </a:lnTo>
                <a:lnTo>
                  <a:pt x="655408" y="83058"/>
                </a:lnTo>
                <a:lnTo>
                  <a:pt x="655281" y="156159"/>
                </a:lnTo>
                <a:lnTo>
                  <a:pt x="659091" y="168414"/>
                </a:lnTo>
                <a:lnTo>
                  <a:pt x="665454" y="175564"/>
                </a:lnTo>
                <a:lnTo>
                  <a:pt x="671423" y="178904"/>
                </a:lnTo>
                <a:lnTo>
                  <a:pt x="674065" y="179730"/>
                </a:lnTo>
                <a:lnTo>
                  <a:pt x="779106" y="179692"/>
                </a:lnTo>
                <a:lnTo>
                  <a:pt x="799719" y="87083"/>
                </a:lnTo>
                <a:lnTo>
                  <a:pt x="799719" y="83058"/>
                </a:lnTo>
                <a:close/>
              </a:path>
              <a:path w="1412875" h="180975">
                <a:moveTo>
                  <a:pt x="952487" y="140995"/>
                </a:moveTo>
                <a:lnTo>
                  <a:pt x="857211" y="140995"/>
                </a:lnTo>
                <a:lnTo>
                  <a:pt x="857211" y="2565"/>
                </a:lnTo>
                <a:lnTo>
                  <a:pt x="815162" y="2565"/>
                </a:lnTo>
                <a:lnTo>
                  <a:pt x="815162" y="140995"/>
                </a:lnTo>
                <a:lnTo>
                  <a:pt x="815162" y="179095"/>
                </a:lnTo>
                <a:lnTo>
                  <a:pt x="952487" y="179095"/>
                </a:lnTo>
                <a:lnTo>
                  <a:pt x="952487" y="140995"/>
                </a:lnTo>
                <a:close/>
              </a:path>
              <a:path w="1412875" h="180975">
                <a:moveTo>
                  <a:pt x="1008481" y="51892"/>
                </a:moveTo>
                <a:lnTo>
                  <a:pt x="969581" y="51892"/>
                </a:lnTo>
                <a:lnTo>
                  <a:pt x="969581" y="179146"/>
                </a:lnTo>
                <a:lnTo>
                  <a:pt x="1008481" y="179146"/>
                </a:lnTo>
                <a:lnTo>
                  <a:pt x="1008481" y="51892"/>
                </a:lnTo>
                <a:close/>
              </a:path>
              <a:path w="1412875" h="180975">
                <a:moveTo>
                  <a:pt x="1008481" y="0"/>
                </a:moveTo>
                <a:lnTo>
                  <a:pt x="969581" y="0"/>
                </a:lnTo>
                <a:lnTo>
                  <a:pt x="969581" y="32600"/>
                </a:lnTo>
                <a:lnTo>
                  <a:pt x="1008481" y="32600"/>
                </a:lnTo>
                <a:lnTo>
                  <a:pt x="1008481" y="0"/>
                </a:lnTo>
                <a:close/>
              </a:path>
              <a:path w="1412875" h="180975">
                <a:moveTo>
                  <a:pt x="1170800" y="67691"/>
                </a:moveTo>
                <a:lnTo>
                  <a:pt x="1167917" y="59702"/>
                </a:lnTo>
                <a:lnTo>
                  <a:pt x="1159306" y="57010"/>
                </a:lnTo>
                <a:lnTo>
                  <a:pt x="1079919" y="57137"/>
                </a:lnTo>
                <a:lnTo>
                  <a:pt x="1070076" y="60426"/>
                </a:lnTo>
                <a:lnTo>
                  <a:pt x="1070076" y="51879"/>
                </a:lnTo>
                <a:lnTo>
                  <a:pt x="1026045" y="51879"/>
                </a:lnTo>
                <a:lnTo>
                  <a:pt x="1026020" y="179197"/>
                </a:lnTo>
                <a:lnTo>
                  <a:pt x="1066800" y="179197"/>
                </a:lnTo>
                <a:lnTo>
                  <a:pt x="1066800" y="85394"/>
                </a:lnTo>
                <a:lnTo>
                  <a:pt x="1125905" y="85394"/>
                </a:lnTo>
                <a:lnTo>
                  <a:pt x="1125905" y="179197"/>
                </a:lnTo>
                <a:lnTo>
                  <a:pt x="1170609" y="179197"/>
                </a:lnTo>
                <a:lnTo>
                  <a:pt x="1170609" y="83426"/>
                </a:lnTo>
                <a:lnTo>
                  <a:pt x="1170800" y="67691"/>
                </a:lnTo>
                <a:close/>
              </a:path>
              <a:path w="1412875" h="180975">
                <a:moveTo>
                  <a:pt x="1329931" y="82257"/>
                </a:moveTo>
                <a:lnTo>
                  <a:pt x="1329220" y="71221"/>
                </a:lnTo>
                <a:lnTo>
                  <a:pt x="1326667" y="65176"/>
                </a:lnTo>
                <a:lnTo>
                  <a:pt x="1320215" y="61963"/>
                </a:lnTo>
                <a:lnTo>
                  <a:pt x="1307782" y="59474"/>
                </a:lnTo>
                <a:lnTo>
                  <a:pt x="1287564" y="59474"/>
                </a:lnTo>
                <a:lnTo>
                  <a:pt x="1287564" y="89839"/>
                </a:lnTo>
                <a:lnTo>
                  <a:pt x="1287564" y="103136"/>
                </a:lnTo>
                <a:lnTo>
                  <a:pt x="1229918" y="103136"/>
                </a:lnTo>
                <a:lnTo>
                  <a:pt x="1229918" y="89839"/>
                </a:lnTo>
                <a:lnTo>
                  <a:pt x="1287564" y="89839"/>
                </a:lnTo>
                <a:lnTo>
                  <a:pt x="1287564" y="59474"/>
                </a:lnTo>
                <a:lnTo>
                  <a:pt x="1210945" y="59474"/>
                </a:lnTo>
                <a:lnTo>
                  <a:pt x="1197025" y="60375"/>
                </a:lnTo>
                <a:lnTo>
                  <a:pt x="1189888" y="63360"/>
                </a:lnTo>
                <a:lnTo>
                  <a:pt x="1187246" y="70840"/>
                </a:lnTo>
                <a:lnTo>
                  <a:pt x="1186954" y="82257"/>
                </a:lnTo>
                <a:lnTo>
                  <a:pt x="1186878" y="158445"/>
                </a:lnTo>
                <a:lnTo>
                  <a:pt x="1189164" y="170891"/>
                </a:lnTo>
                <a:lnTo>
                  <a:pt x="1192441" y="177279"/>
                </a:lnTo>
                <a:lnTo>
                  <a:pt x="1198943" y="179641"/>
                </a:lnTo>
                <a:lnTo>
                  <a:pt x="1210945" y="179971"/>
                </a:lnTo>
                <a:lnTo>
                  <a:pt x="1329880" y="179971"/>
                </a:lnTo>
                <a:lnTo>
                  <a:pt x="1329880" y="154012"/>
                </a:lnTo>
                <a:lnTo>
                  <a:pt x="1229741" y="154012"/>
                </a:lnTo>
                <a:lnTo>
                  <a:pt x="1229741" y="130149"/>
                </a:lnTo>
                <a:lnTo>
                  <a:pt x="1329931" y="129997"/>
                </a:lnTo>
                <a:lnTo>
                  <a:pt x="1329931" y="103136"/>
                </a:lnTo>
                <a:lnTo>
                  <a:pt x="1329931" y="89839"/>
                </a:lnTo>
                <a:lnTo>
                  <a:pt x="1329931" y="82257"/>
                </a:lnTo>
                <a:close/>
              </a:path>
              <a:path w="1412875" h="180975">
                <a:moveTo>
                  <a:pt x="1371396" y="18846"/>
                </a:moveTo>
                <a:lnTo>
                  <a:pt x="1338757" y="18846"/>
                </a:lnTo>
                <a:lnTo>
                  <a:pt x="1338757" y="26936"/>
                </a:lnTo>
                <a:lnTo>
                  <a:pt x="1351013" y="26936"/>
                </a:lnTo>
                <a:lnTo>
                  <a:pt x="1351013" y="51282"/>
                </a:lnTo>
                <a:lnTo>
                  <a:pt x="1358900" y="51282"/>
                </a:lnTo>
                <a:lnTo>
                  <a:pt x="1358900" y="26949"/>
                </a:lnTo>
                <a:lnTo>
                  <a:pt x="1371396" y="26936"/>
                </a:lnTo>
                <a:lnTo>
                  <a:pt x="1371396" y="18846"/>
                </a:lnTo>
                <a:close/>
              </a:path>
              <a:path w="1412875" h="180975">
                <a:moveTo>
                  <a:pt x="1412506" y="22720"/>
                </a:moveTo>
                <a:lnTo>
                  <a:pt x="1412455" y="20523"/>
                </a:lnTo>
                <a:lnTo>
                  <a:pt x="1410665" y="18757"/>
                </a:lnTo>
                <a:lnTo>
                  <a:pt x="1399184" y="18745"/>
                </a:lnTo>
                <a:lnTo>
                  <a:pt x="1397406" y="20510"/>
                </a:lnTo>
                <a:lnTo>
                  <a:pt x="1397355" y="22694"/>
                </a:lnTo>
                <a:lnTo>
                  <a:pt x="1397355" y="18745"/>
                </a:lnTo>
                <a:lnTo>
                  <a:pt x="1384007" y="18745"/>
                </a:lnTo>
                <a:lnTo>
                  <a:pt x="1382242" y="20485"/>
                </a:lnTo>
                <a:lnTo>
                  <a:pt x="1382166" y="22656"/>
                </a:lnTo>
                <a:lnTo>
                  <a:pt x="1382166" y="18732"/>
                </a:lnTo>
                <a:lnTo>
                  <a:pt x="1374089" y="18732"/>
                </a:lnTo>
                <a:lnTo>
                  <a:pt x="1374089" y="51231"/>
                </a:lnTo>
                <a:lnTo>
                  <a:pt x="1382166" y="51231"/>
                </a:lnTo>
                <a:lnTo>
                  <a:pt x="1382166" y="23507"/>
                </a:lnTo>
                <a:lnTo>
                  <a:pt x="1389265" y="23507"/>
                </a:lnTo>
                <a:lnTo>
                  <a:pt x="1389265" y="51231"/>
                </a:lnTo>
                <a:lnTo>
                  <a:pt x="1397355" y="51231"/>
                </a:lnTo>
                <a:lnTo>
                  <a:pt x="1397355" y="23507"/>
                </a:lnTo>
                <a:lnTo>
                  <a:pt x="1404391" y="23507"/>
                </a:lnTo>
                <a:lnTo>
                  <a:pt x="1404391" y="51219"/>
                </a:lnTo>
                <a:lnTo>
                  <a:pt x="1412506" y="51219"/>
                </a:lnTo>
                <a:lnTo>
                  <a:pt x="1412506" y="2272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54183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04767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35941" y="6350"/>
                </a:lnTo>
                <a:lnTo>
                  <a:pt x="35941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68425" y="3024124"/>
          <a:ext cx="5883910" cy="152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6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5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756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9024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17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1945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Bytes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3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100" spc="8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...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65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1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Frame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6360" marR="78740" indent="-635" algn="ctr">
                        <a:lnSpc>
                          <a:spcPts val="1670"/>
                        </a:lnSpc>
                        <a:spcBef>
                          <a:spcPts val="15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  T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X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968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DRR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900" spc="-5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갯수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</a:t>
                      </a: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G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-1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sz="1100" spc="8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...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</a:t>
                      </a: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G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-n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90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CheckSUM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749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R="6350"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749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1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68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49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49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805">
                <a:tc rowSpan="2"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17">
                <a:tc gridSpan="6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68425" y="4888738"/>
          <a:ext cx="5883910" cy="1283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55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908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62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241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19449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Bytes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3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100" spc="8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...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165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89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Frame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82550" marR="68580" indent="-6350" algn="ctr">
                        <a:lnSpc>
                          <a:spcPct val="166700"/>
                        </a:lnSpc>
                        <a:spcBef>
                          <a:spcPts val="30"/>
                        </a:spcBef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T </a:t>
                      </a:r>
                      <a:r>
                        <a:rPr sz="900" spc="-30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X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5244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DRR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57480">
                        <a:lnSpc>
                          <a:spcPct val="100000"/>
                        </a:lnSpc>
                      </a:pPr>
                      <a:r>
                        <a:rPr sz="90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OK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Data-1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8735">
                        <a:lnSpc>
                          <a:spcPct val="100000"/>
                        </a:lnSpc>
                      </a:pPr>
                      <a:r>
                        <a:rPr sz="1100" spc="8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...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R="13335" algn="ctr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60020">
                        <a:lnSpc>
                          <a:spcPct val="100000"/>
                        </a:lnSpc>
                      </a:pPr>
                      <a:r>
                        <a:rPr sz="9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Data-n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90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CheckSUM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5244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5715" algn="ctr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5244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9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5244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5244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5244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709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T w="9525">
                      <a:solidFill>
                        <a:srgbClr val="0501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3689036" y="8810772"/>
            <a:ext cx="144780" cy="133985"/>
            <a:chOff x="3689036" y="8810772"/>
            <a:chExt cx="144780" cy="133985"/>
          </a:xfrm>
        </p:grpSpPr>
        <p:sp>
          <p:nvSpPr>
            <p:cNvPr id="13" name="object 13"/>
            <p:cNvSpPr/>
            <p:nvPr/>
          </p:nvSpPr>
          <p:spPr>
            <a:xfrm>
              <a:off x="3689036" y="8810772"/>
              <a:ext cx="24765" cy="133985"/>
            </a:xfrm>
            <a:custGeom>
              <a:avLst/>
              <a:gdLst/>
              <a:ahLst/>
              <a:cxnLst/>
              <a:rect l="l" t="t" r="r" b="b"/>
              <a:pathLst>
                <a:path w="24764" h="133984">
                  <a:moveTo>
                    <a:pt x="23749" y="0"/>
                  </a:moveTo>
                  <a:lnTo>
                    <a:pt x="469" y="25"/>
                  </a:lnTo>
                  <a:lnTo>
                    <a:pt x="0" y="508"/>
                  </a:lnTo>
                  <a:lnTo>
                    <a:pt x="0" y="133146"/>
                  </a:lnTo>
                  <a:lnTo>
                    <a:pt x="469" y="133515"/>
                  </a:lnTo>
                  <a:lnTo>
                    <a:pt x="2527" y="133604"/>
                  </a:lnTo>
                  <a:lnTo>
                    <a:pt x="23749" y="133489"/>
                  </a:lnTo>
                  <a:lnTo>
                    <a:pt x="24206" y="133019"/>
                  </a:lnTo>
                  <a:lnTo>
                    <a:pt x="24333" y="132270"/>
                  </a:lnTo>
                  <a:lnTo>
                    <a:pt x="24206" y="127063"/>
                  </a:lnTo>
                  <a:lnTo>
                    <a:pt x="23749" y="126593"/>
                  </a:lnTo>
                  <a:lnTo>
                    <a:pt x="9601" y="126390"/>
                  </a:lnTo>
                  <a:lnTo>
                    <a:pt x="9309" y="126009"/>
                  </a:lnTo>
                  <a:lnTo>
                    <a:pt x="9334" y="7505"/>
                  </a:lnTo>
                  <a:lnTo>
                    <a:pt x="9702" y="7137"/>
                  </a:lnTo>
                  <a:lnTo>
                    <a:pt x="23749" y="6921"/>
                  </a:lnTo>
                  <a:lnTo>
                    <a:pt x="24206" y="6451"/>
                  </a:lnTo>
                  <a:lnTo>
                    <a:pt x="24333" y="5651"/>
                  </a:lnTo>
                  <a:lnTo>
                    <a:pt x="24206" y="381"/>
                  </a:lnTo>
                  <a:lnTo>
                    <a:pt x="23749" y="0"/>
                  </a:lnTo>
                  <a:close/>
                </a:path>
              </a:pathLst>
            </a:custGeom>
            <a:solidFill>
              <a:srgbClr val="7237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1986" y="8823119"/>
              <a:ext cx="91224" cy="103657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3880449" y="8810690"/>
            <a:ext cx="24765" cy="133985"/>
          </a:xfrm>
          <a:custGeom>
            <a:avLst/>
            <a:gdLst/>
            <a:ahLst/>
            <a:cxnLst/>
            <a:rect l="l" t="t" r="r" b="b"/>
            <a:pathLst>
              <a:path w="24764" h="133984">
                <a:moveTo>
                  <a:pt x="23875" y="88"/>
                </a:moveTo>
                <a:lnTo>
                  <a:pt x="21805" y="0"/>
                </a:lnTo>
                <a:lnTo>
                  <a:pt x="596" y="114"/>
                </a:lnTo>
                <a:lnTo>
                  <a:pt x="126" y="584"/>
                </a:lnTo>
                <a:lnTo>
                  <a:pt x="0" y="1346"/>
                </a:lnTo>
                <a:lnTo>
                  <a:pt x="126" y="6540"/>
                </a:lnTo>
                <a:lnTo>
                  <a:pt x="596" y="7010"/>
                </a:lnTo>
                <a:lnTo>
                  <a:pt x="14744" y="7213"/>
                </a:lnTo>
                <a:lnTo>
                  <a:pt x="15036" y="7594"/>
                </a:lnTo>
                <a:lnTo>
                  <a:pt x="15011" y="126098"/>
                </a:lnTo>
                <a:lnTo>
                  <a:pt x="14643" y="126466"/>
                </a:lnTo>
                <a:lnTo>
                  <a:pt x="596" y="126682"/>
                </a:lnTo>
                <a:lnTo>
                  <a:pt x="126" y="127152"/>
                </a:lnTo>
                <a:lnTo>
                  <a:pt x="0" y="127965"/>
                </a:lnTo>
                <a:lnTo>
                  <a:pt x="126" y="133223"/>
                </a:lnTo>
                <a:lnTo>
                  <a:pt x="596" y="133604"/>
                </a:lnTo>
                <a:lnTo>
                  <a:pt x="23875" y="133578"/>
                </a:lnTo>
                <a:lnTo>
                  <a:pt x="24333" y="133096"/>
                </a:lnTo>
                <a:lnTo>
                  <a:pt x="24333" y="457"/>
                </a:lnTo>
                <a:lnTo>
                  <a:pt x="23875" y="88"/>
                </a:lnTo>
                <a:close/>
              </a:path>
            </a:pathLst>
          </a:custGeom>
          <a:solidFill>
            <a:srgbClr val="723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3689036" y="9006282"/>
            <a:ext cx="144780" cy="133985"/>
            <a:chOff x="3689036" y="9006282"/>
            <a:chExt cx="144780" cy="133985"/>
          </a:xfrm>
        </p:grpSpPr>
        <p:sp>
          <p:nvSpPr>
            <p:cNvPr id="17" name="object 17"/>
            <p:cNvSpPr/>
            <p:nvPr/>
          </p:nvSpPr>
          <p:spPr>
            <a:xfrm>
              <a:off x="3689036" y="9006282"/>
              <a:ext cx="24765" cy="133985"/>
            </a:xfrm>
            <a:custGeom>
              <a:avLst/>
              <a:gdLst/>
              <a:ahLst/>
              <a:cxnLst/>
              <a:rect l="l" t="t" r="r" b="b"/>
              <a:pathLst>
                <a:path w="24764" h="133984">
                  <a:moveTo>
                    <a:pt x="23749" y="0"/>
                  </a:moveTo>
                  <a:lnTo>
                    <a:pt x="469" y="25"/>
                  </a:lnTo>
                  <a:lnTo>
                    <a:pt x="0" y="507"/>
                  </a:lnTo>
                  <a:lnTo>
                    <a:pt x="0" y="133146"/>
                  </a:lnTo>
                  <a:lnTo>
                    <a:pt x="469" y="133515"/>
                  </a:lnTo>
                  <a:lnTo>
                    <a:pt x="2527" y="133603"/>
                  </a:lnTo>
                  <a:lnTo>
                    <a:pt x="23749" y="133489"/>
                  </a:lnTo>
                  <a:lnTo>
                    <a:pt x="24206" y="133019"/>
                  </a:lnTo>
                  <a:lnTo>
                    <a:pt x="24333" y="132270"/>
                  </a:lnTo>
                  <a:lnTo>
                    <a:pt x="24206" y="127063"/>
                  </a:lnTo>
                  <a:lnTo>
                    <a:pt x="23749" y="126593"/>
                  </a:lnTo>
                  <a:lnTo>
                    <a:pt x="9601" y="126390"/>
                  </a:lnTo>
                  <a:lnTo>
                    <a:pt x="9309" y="126009"/>
                  </a:lnTo>
                  <a:lnTo>
                    <a:pt x="9334" y="7505"/>
                  </a:lnTo>
                  <a:lnTo>
                    <a:pt x="9702" y="7137"/>
                  </a:lnTo>
                  <a:lnTo>
                    <a:pt x="23749" y="6921"/>
                  </a:lnTo>
                  <a:lnTo>
                    <a:pt x="24206" y="6451"/>
                  </a:lnTo>
                  <a:lnTo>
                    <a:pt x="24333" y="5651"/>
                  </a:lnTo>
                  <a:lnTo>
                    <a:pt x="24206" y="380"/>
                  </a:lnTo>
                  <a:lnTo>
                    <a:pt x="23749" y="0"/>
                  </a:lnTo>
                  <a:close/>
                </a:path>
              </a:pathLst>
            </a:custGeom>
            <a:solidFill>
              <a:srgbClr val="7237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1986" y="9018629"/>
              <a:ext cx="91224" cy="103657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3880449" y="9006202"/>
            <a:ext cx="24765" cy="133985"/>
          </a:xfrm>
          <a:custGeom>
            <a:avLst/>
            <a:gdLst/>
            <a:ahLst/>
            <a:cxnLst/>
            <a:rect l="l" t="t" r="r" b="b"/>
            <a:pathLst>
              <a:path w="24764" h="133984">
                <a:moveTo>
                  <a:pt x="23875" y="88"/>
                </a:moveTo>
                <a:lnTo>
                  <a:pt x="21805" y="0"/>
                </a:lnTo>
                <a:lnTo>
                  <a:pt x="596" y="114"/>
                </a:lnTo>
                <a:lnTo>
                  <a:pt x="126" y="584"/>
                </a:lnTo>
                <a:lnTo>
                  <a:pt x="0" y="1346"/>
                </a:lnTo>
                <a:lnTo>
                  <a:pt x="126" y="6540"/>
                </a:lnTo>
                <a:lnTo>
                  <a:pt x="596" y="7010"/>
                </a:lnTo>
                <a:lnTo>
                  <a:pt x="14744" y="7213"/>
                </a:lnTo>
                <a:lnTo>
                  <a:pt x="15036" y="7594"/>
                </a:lnTo>
                <a:lnTo>
                  <a:pt x="15011" y="126098"/>
                </a:lnTo>
                <a:lnTo>
                  <a:pt x="14643" y="126466"/>
                </a:lnTo>
                <a:lnTo>
                  <a:pt x="596" y="126682"/>
                </a:lnTo>
                <a:lnTo>
                  <a:pt x="126" y="127152"/>
                </a:lnTo>
                <a:lnTo>
                  <a:pt x="0" y="127965"/>
                </a:lnTo>
                <a:lnTo>
                  <a:pt x="126" y="133222"/>
                </a:lnTo>
                <a:lnTo>
                  <a:pt x="596" y="133603"/>
                </a:lnTo>
                <a:lnTo>
                  <a:pt x="23875" y="133578"/>
                </a:lnTo>
                <a:lnTo>
                  <a:pt x="24333" y="133095"/>
                </a:lnTo>
                <a:lnTo>
                  <a:pt x="24333" y="457"/>
                </a:lnTo>
                <a:lnTo>
                  <a:pt x="23875" y="88"/>
                </a:lnTo>
                <a:close/>
              </a:path>
            </a:pathLst>
          </a:custGeom>
          <a:solidFill>
            <a:srgbClr val="723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3689042" y="9234813"/>
            <a:ext cx="215900" cy="133985"/>
            <a:chOff x="3689042" y="9234813"/>
            <a:chExt cx="215900" cy="133985"/>
          </a:xfrm>
        </p:grpSpPr>
        <p:sp>
          <p:nvSpPr>
            <p:cNvPr id="21" name="object 21"/>
            <p:cNvSpPr/>
            <p:nvPr/>
          </p:nvSpPr>
          <p:spPr>
            <a:xfrm>
              <a:off x="3689032" y="9235160"/>
              <a:ext cx="24765" cy="133350"/>
            </a:xfrm>
            <a:custGeom>
              <a:avLst/>
              <a:gdLst/>
              <a:ahLst/>
              <a:cxnLst/>
              <a:rect l="l" t="t" r="r" b="b"/>
              <a:pathLst>
                <a:path w="24764" h="133350">
                  <a:moveTo>
                    <a:pt x="24218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0" y="125730"/>
                  </a:lnTo>
                  <a:lnTo>
                    <a:pt x="0" y="127000"/>
                  </a:lnTo>
                  <a:lnTo>
                    <a:pt x="0" y="133350"/>
                  </a:lnTo>
                  <a:lnTo>
                    <a:pt x="24218" y="133350"/>
                  </a:lnTo>
                  <a:lnTo>
                    <a:pt x="24218" y="127000"/>
                  </a:lnTo>
                  <a:lnTo>
                    <a:pt x="23774" y="127000"/>
                  </a:lnTo>
                  <a:lnTo>
                    <a:pt x="23774" y="125730"/>
                  </a:lnTo>
                  <a:lnTo>
                    <a:pt x="9321" y="125730"/>
                  </a:lnTo>
                  <a:lnTo>
                    <a:pt x="9321" y="7620"/>
                  </a:lnTo>
                  <a:lnTo>
                    <a:pt x="9601" y="7620"/>
                  </a:lnTo>
                  <a:lnTo>
                    <a:pt x="9601" y="6350"/>
                  </a:lnTo>
                  <a:lnTo>
                    <a:pt x="24218" y="6350"/>
                  </a:lnTo>
                  <a:lnTo>
                    <a:pt x="24218" y="0"/>
                  </a:lnTo>
                  <a:close/>
                </a:path>
              </a:pathLst>
            </a:custGeom>
            <a:solidFill>
              <a:srgbClr val="7237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7441" y="9242224"/>
              <a:ext cx="117032" cy="11007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880436" y="9234813"/>
              <a:ext cx="24765" cy="133985"/>
            </a:xfrm>
            <a:custGeom>
              <a:avLst/>
              <a:gdLst/>
              <a:ahLst/>
              <a:cxnLst/>
              <a:rect l="l" t="t" r="r" b="b"/>
              <a:pathLst>
                <a:path w="24764" h="133984">
                  <a:moveTo>
                    <a:pt x="23888" y="88"/>
                  </a:moveTo>
                  <a:lnTo>
                    <a:pt x="21805" y="0"/>
                  </a:lnTo>
                  <a:lnTo>
                    <a:pt x="596" y="114"/>
                  </a:lnTo>
                  <a:lnTo>
                    <a:pt x="126" y="584"/>
                  </a:lnTo>
                  <a:lnTo>
                    <a:pt x="0" y="1346"/>
                  </a:lnTo>
                  <a:lnTo>
                    <a:pt x="126" y="6540"/>
                  </a:lnTo>
                  <a:lnTo>
                    <a:pt x="596" y="7010"/>
                  </a:lnTo>
                  <a:lnTo>
                    <a:pt x="14757" y="7213"/>
                  </a:lnTo>
                  <a:lnTo>
                    <a:pt x="15036" y="7594"/>
                  </a:lnTo>
                  <a:lnTo>
                    <a:pt x="15011" y="126098"/>
                  </a:lnTo>
                  <a:lnTo>
                    <a:pt x="14643" y="126466"/>
                  </a:lnTo>
                  <a:lnTo>
                    <a:pt x="596" y="126682"/>
                  </a:lnTo>
                  <a:lnTo>
                    <a:pt x="126" y="127152"/>
                  </a:lnTo>
                  <a:lnTo>
                    <a:pt x="0" y="127965"/>
                  </a:lnTo>
                  <a:lnTo>
                    <a:pt x="126" y="133222"/>
                  </a:lnTo>
                  <a:lnTo>
                    <a:pt x="596" y="133603"/>
                  </a:lnTo>
                  <a:lnTo>
                    <a:pt x="23888" y="133578"/>
                  </a:lnTo>
                  <a:lnTo>
                    <a:pt x="24333" y="133095"/>
                  </a:lnTo>
                  <a:lnTo>
                    <a:pt x="24333" y="457"/>
                  </a:lnTo>
                  <a:lnTo>
                    <a:pt x="23888" y="88"/>
                  </a:lnTo>
                  <a:close/>
                </a:path>
              </a:pathLst>
            </a:custGeom>
            <a:solidFill>
              <a:srgbClr val="7237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689042" y="9476102"/>
            <a:ext cx="215900" cy="133985"/>
            <a:chOff x="3689042" y="9476102"/>
            <a:chExt cx="215900" cy="133985"/>
          </a:xfrm>
        </p:grpSpPr>
        <p:sp>
          <p:nvSpPr>
            <p:cNvPr id="25" name="object 25"/>
            <p:cNvSpPr/>
            <p:nvPr/>
          </p:nvSpPr>
          <p:spPr>
            <a:xfrm>
              <a:off x="3689032" y="9476448"/>
              <a:ext cx="24765" cy="133350"/>
            </a:xfrm>
            <a:custGeom>
              <a:avLst/>
              <a:gdLst/>
              <a:ahLst/>
              <a:cxnLst/>
              <a:rect l="l" t="t" r="r" b="b"/>
              <a:pathLst>
                <a:path w="24764" h="133350">
                  <a:moveTo>
                    <a:pt x="24218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0" y="125730"/>
                  </a:lnTo>
                  <a:lnTo>
                    <a:pt x="0" y="127000"/>
                  </a:lnTo>
                  <a:lnTo>
                    <a:pt x="0" y="133350"/>
                  </a:lnTo>
                  <a:lnTo>
                    <a:pt x="24218" y="133350"/>
                  </a:lnTo>
                  <a:lnTo>
                    <a:pt x="24218" y="127000"/>
                  </a:lnTo>
                  <a:lnTo>
                    <a:pt x="23774" y="127000"/>
                  </a:lnTo>
                  <a:lnTo>
                    <a:pt x="23774" y="125730"/>
                  </a:lnTo>
                  <a:lnTo>
                    <a:pt x="9321" y="125730"/>
                  </a:lnTo>
                  <a:lnTo>
                    <a:pt x="9321" y="7620"/>
                  </a:lnTo>
                  <a:lnTo>
                    <a:pt x="9601" y="7620"/>
                  </a:lnTo>
                  <a:lnTo>
                    <a:pt x="9601" y="6350"/>
                  </a:lnTo>
                  <a:lnTo>
                    <a:pt x="24218" y="6350"/>
                  </a:lnTo>
                  <a:lnTo>
                    <a:pt x="24218" y="0"/>
                  </a:lnTo>
                  <a:close/>
                </a:path>
              </a:pathLst>
            </a:custGeom>
            <a:solidFill>
              <a:srgbClr val="7237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49041" y="9487553"/>
              <a:ext cx="94957" cy="10365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880561" y="9476105"/>
              <a:ext cx="24765" cy="133350"/>
            </a:xfrm>
            <a:custGeom>
              <a:avLst/>
              <a:gdLst/>
              <a:ahLst/>
              <a:cxnLst/>
              <a:rect l="l" t="t" r="r" b="b"/>
              <a:pathLst>
                <a:path w="24764" h="133350">
                  <a:moveTo>
                    <a:pt x="24231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444" y="6350"/>
                  </a:lnTo>
                  <a:lnTo>
                    <a:pt x="444" y="7620"/>
                  </a:lnTo>
                  <a:lnTo>
                    <a:pt x="14897" y="7620"/>
                  </a:lnTo>
                  <a:lnTo>
                    <a:pt x="14897" y="125730"/>
                  </a:lnTo>
                  <a:lnTo>
                    <a:pt x="14617" y="125730"/>
                  </a:lnTo>
                  <a:lnTo>
                    <a:pt x="14617" y="127000"/>
                  </a:lnTo>
                  <a:lnTo>
                    <a:pt x="0" y="127000"/>
                  </a:lnTo>
                  <a:lnTo>
                    <a:pt x="0" y="133350"/>
                  </a:lnTo>
                  <a:lnTo>
                    <a:pt x="24231" y="133350"/>
                  </a:lnTo>
                  <a:lnTo>
                    <a:pt x="24231" y="127000"/>
                  </a:lnTo>
                  <a:lnTo>
                    <a:pt x="24231" y="125730"/>
                  </a:lnTo>
                  <a:lnTo>
                    <a:pt x="24231" y="7620"/>
                  </a:lnTo>
                  <a:lnTo>
                    <a:pt x="24231" y="6350"/>
                  </a:lnTo>
                  <a:lnTo>
                    <a:pt x="24231" y="0"/>
                  </a:lnTo>
                  <a:close/>
                </a:path>
              </a:pathLst>
            </a:custGeom>
            <a:solidFill>
              <a:srgbClr val="7237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58657" y="6066710"/>
            <a:ext cx="5205730" cy="263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42335">
              <a:lnSpc>
                <a:spcPct val="100000"/>
              </a:lnSpc>
              <a:spcBef>
                <a:spcPts val="100"/>
              </a:spcBef>
            </a:pP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16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진수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75" dirty="0">
                <a:solidFill>
                  <a:srgbClr val="231F20"/>
                </a:solidFill>
                <a:latin typeface="Malgun Gothic"/>
                <a:cs typeface="Malgun Gothic"/>
              </a:rPr>
              <a:t>W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or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문자열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100" b="1" spc="-35" dirty="0">
                <a:solidFill>
                  <a:srgbClr val="231F20"/>
                </a:solidFill>
                <a:latin typeface="Malgun Gothic"/>
                <a:cs typeface="Malgun Gothic"/>
              </a:rPr>
              <a:t>예) </a:t>
            </a:r>
            <a:r>
              <a:rPr sz="1100" b="1" spc="-1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5" dirty="0">
                <a:solidFill>
                  <a:srgbClr val="231F20"/>
                </a:solidFill>
                <a:latin typeface="Malgun Gothic"/>
                <a:cs typeface="Malgun Gothic"/>
              </a:rPr>
              <a:t>CH3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Malgun Gothic"/>
                <a:cs typeface="Malgun Gothic"/>
              </a:rPr>
              <a:t>PV,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5" dirty="0">
                <a:solidFill>
                  <a:srgbClr val="231F20"/>
                </a:solidFill>
                <a:latin typeface="Malgun Gothic"/>
                <a:cs typeface="Malgun Gothic"/>
              </a:rPr>
              <a:t>SV,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15" dirty="0">
                <a:solidFill>
                  <a:srgbClr val="231F20"/>
                </a:solidFill>
                <a:latin typeface="Malgun Gothic"/>
                <a:cs typeface="Malgun Gothic"/>
              </a:rPr>
              <a:t>MV,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5" dirty="0">
                <a:solidFill>
                  <a:srgbClr val="231F20"/>
                </a:solidFill>
                <a:latin typeface="Malgun Gothic"/>
                <a:cs typeface="Malgun Gothic"/>
              </a:rPr>
              <a:t>CT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값을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확인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45" dirty="0">
                <a:solidFill>
                  <a:srgbClr val="231F20"/>
                </a:solidFill>
                <a:latin typeface="Malgun Gothic"/>
                <a:cs typeface="Malgun Gothic"/>
              </a:rPr>
              <a:t>(입력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모드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소숫점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Malgun Gothic"/>
                <a:cs typeface="Malgun Gothic"/>
              </a:rPr>
              <a:t>1자리)</a:t>
            </a:r>
            <a:endParaRPr sz="1100">
              <a:latin typeface="Malgun Gothic"/>
              <a:cs typeface="Malgun Gothic"/>
            </a:endParaRPr>
          </a:p>
          <a:p>
            <a:pPr marL="273050">
              <a:lnSpc>
                <a:spcPct val="100000"/>
              </a:lnSpc>
              <a:spcBef>
                <a:spcPts val="785"/>
              </a:spcBef>
            </a:pPr>
            <a:r>
              <a:rPr sz="1100" spc="30" dirty="0">
                <a:solidFill>
                  <a:srgbClr val="231F20"/>
                </a:solidFill>
                <a:latin typeface="Malgun Gothic"/>
                <a:cs typeface="Malgun Gothic"/>
              </a:rPr>
              <a:t>CH3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70" dirty="0">
                <a:solidFill>
                  <a:srgbClr val="231F20"/>
                </a:solidFill>
                <a:latin typeface="Malgun Gothic"/>
                <a:cs typeface="Malgun Gothic"/>
              </a:rPr>
              <a:t>의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D-Register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10" dirty="0">
                <a:solidFill>
                  <a:srgbClr val="231F20"/>
                </a:solidFill>
                <a:latin typeface="Malgun Gothic"/>
                <a:cs typeface="Malgun Gothic"/>
              </a:rPr>
              <a:t>Address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10" dirty="0">
                <a:solidFill>
                  <a:srgbClr val="231F20"/>
                </a:solidFill>
                <a:latin typeface="Malgun Gothic"/>
                <a:cs typeface="Malgun Gothic"/>
              </a:rPr>
              <a:t>는,</a:t>
            </a:r>
            <a:endParaRPr sz="1100">
              <a:latin typeface="Malgun Gothic"/>
              <a:cs typeface="Malgun Gothic"/>
            </a:endParaRPr>
          </a:p>
          <a:p>
            <a:pPr marL="273050">
              <a:lnSpc>
                <a:spcPct val="100000"/>
              </a:lnSpc>
              <a:spcBef>
                <a:spcPts val="305"/>
              </a:spcBef>
            </a:pPr>
            <a:r>
              <a:rPr sz="1100" spc="-70" dirty="0">
                <a:solidFill>
                  <a:srgbClr val="231F20"/>
                </a:solidFill>
                <a:latin typeface="Malgun Gothic"/>
                <a:cs typeface="Malgun Gothic"/>
              </a:rPr>
              <a:t>각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0" dirty="0">
                <a:solidFill>
                  <a:srgbClr val="231F20"/>
                </a:solidFill>
                <a:latin typeface="Malgun Gothic"/>
                <a:cs typeface="Malgun Gothic"/>
              </a:rPr>
              <a:t>N.PV(0003),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0" dirty="0">
                <a:solidFill>
                  <a:srgbClr val="231F20"/>
                </a:solidFill>
                <a:latin typeface="Malgun Gothic"/>
                <a:cs typeface="Malgun Gothic"/>
              </a:rPr>
              <a:t>N.SV(0007),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MV(0011),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CT.A(0015)</a:t>
            </a:r>
            <a:endParaRPr sz="11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50">
              <a:latin typeface="Malgun Gothic"/>
              <a:cs typeface="Malgun Gothic"/>
            </a:endParaRPr>
          </a:p>
          <a:p>
            <a:pPr marL="278765">
              <a:lnSpc>
                <a:spcPct val="100000"/>
              </a:lnSpc>
              <a:tabLst>
                <a:tab pos="1108710" algn="l"/>
                <a:tab pos="1882139" algn="l"/>
              </a:tabLst>
            </a:pP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ST</a:t>
            </a:r>
            <a:r>
              <a:rPr sz="1000" spc="25" dirty="0">
                <a:solidFill>
                  <a:srgbClr val="231F20"/>
                </a:solidFill>
                <a:latin typeface="Malgun Gothic"/>
                <a:cs typeface="Malgun Gothic"/>
              </a:rPr>
              <a:t>X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000" spc="45" dirty="0">
                <a:solidFill>
                  <a:srgbClr val="231F20"/>
                </a:solidFill>
                <a:latin typeface="Malgun Gothic"/>
                <a:cs typeface="Malgun Gothic"/>
              </a:rPr>
              <a:t>x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	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CR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0x0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	LF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0x0</a:t>
            </a:r>
            <a:r>
              <a:rPr sz="1000" spc="65" dirty="0">
                <a:solidFill>
                  <a:srgbClr val="231F20"/>
                </a:solidFill>
                <a:latin typeface="Malgun Gothic"/>
                <a:cs typeface="Malgun Gothic"/>
              </a:rPr>
              <a:t>A</a:t>
            </a:r>
            <a:endParaRPr sz="1000">
              <a:latin typeface="Malgun Gothic"/>
              <a:cs typeface="Malgun Gothic"/>
            </a:endParaRPr>
          </a:p>
          <a:p>
            <a:pPr marL="278765" marR="5080">
              <a:lnSpc>
                <a:spcPct val="201300"/>
              </a:lnSpc>
              <a:spcBef>
                <a:spcPts val="385"/>
              </a:spcBef>
            </a:pP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송신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→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856A7"/>
                </a:solidFill>
                <a:latin typeface="Malgun Gothic"/>
                <a:cs typeface="Malgun Gothic"/>
              </a:rPr>
              <a:t>STX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 +</a:t>
            </a:r>
            <a:r>
              <a:rPr sz="1100" b="1" spc="-28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10" dirty="0">
                <a:solidFill>
                  <a:srgbClr val="231F20"/>
                </a:solidFill>
                <a:latin typeface="Malgun Gothic"/>
                <a:cs typeface="Malgun Gothic"/>
              </a:rPr>
              <a:t>"01</a:t>
            </a:r>
            <a:r>
              <a:rPr sz="1100" b="1" spc="10" dirty="0">
                <a:solidFill>
                  <a:srgbClr val="753825"/>
                </a:solidFill>
                <a:latin typeface="Malgun Gothic"/>
                <a:cs typeface="Malgun Gothic"/>
              </a:rPr>
              <a:t>DRR</a:t>
            </a:r>
            <a:r>
              <a:rPr sz="1100" b="1" spc="1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9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EE2E2A"/>
                </a:solidFill>
                <a:latin typeface="Malgun Gothic"/>
                <a:cs typeface="Malgun Gothic"/>
              </a:rPr>
              <a:t>04</a:t>
            </a:r>
            <a:r>
              <a:rPr sz="1100" b="1" spc="-275" dirty="0">
                <a:solidFill>
                  <a:srgbClr val="EE2E2A"/>
                </a:solidFill>
                <a:latin typeface="Malgun Gothic"/>
                <a:cs typeface="Malgun Gothic"/>
              </a:rPr>
              <a:t> </a:t>
            </a:r>
            <a:r>
              <a:rPr sz="1100" b="1" spc="45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9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30" dirty="0">
                <a:solidFill>
                  <a:srgbClr val="38AD5B"/>
                </a:solidFill>
                <a:latin typeface="Malgun Gothic"/>
                <a:cs typeface="Malgun Gothic"/>
              </a:rPr>
              <a:t>0003</a:t>
            </a:r>
            <a:r>
              <a:rPr sz="1100" b="1" spc="3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30" dirty="0">
                <a:solidFill>
                  <a:srgbClr val="38AD5B"/>
                </a:solidFill>
                <a:latin typeface="Malgun Gothic"/>
                <a:cs typeface="Malgun Gothic"/>
              </a:rPr>
              <a:t>0007</a:t>
            </a:r>
            <a:r>
              <a:rPr sz="1100" b="1" spc="3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30" dirty="0">
                <a:solidFill>
                  <a:srgbClr val="38AD5B"/>
                </a:solidFill>
                <a:latin typeface="Malgun Gothic"/>
                <a:cs typeface="Malgun Gothic"/>
              </a:rPr>
              <a:t>0011</a:t>
            </a:r>
            <a:r>
              <a:rPr sz="1100" b="1" spc="3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38AD5B"/>
                </a:solidFill>
                <a:latin typeface="Malgun Gothic"/>
                <a:cs typeface="Malgun Gothic"/>
              </a:rPr>
              <a:t>0015</a:t>
            </a:r>
            <a:r>
              <a:rPr sz="1100" b="1" spc="-250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1100" b="1" spc="-55" dirty="0">
                <a:solidFill>
                  <a:srgbClr val="231F20"/>
                </a:solidFill>
                <a:latin typeface="Malgun Gothic"/>
                <a:cs typeface="Malgun Gothic"/>
              </a:rPr>
              <a:t>"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14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5" dirty="0">
                <a:solidFill>
                  <a:srgbClr val="503996"/>
                </a:solidFill>
                <a:latin typeface="Malgun Gothic"/>
                <a:cs typeface="Malgun Gothic"/>
              </a:rPr>
              <a:t>CheckSUM</a:t>
            </a:r>
            <a:r>
              <a:rPr sz="1100" b="1" spc="-15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CR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8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856A7"/>
                </a:solidFill>
                <a:latin typeface="Malgun Gothic"/>
                <a:cs typeface="Malgun Gothic"/>
              </a:rPr>
              <a:t>LF </a:t>
            </a:r>
            <a:r>
              <a:rPr sz="1100" b="1" spc="-37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수신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←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856A7"/>
                </a:solidFill>
                <a:latin typeface="Malgun Gothic"/>
                <a:cs typeface="Malgun Gothic"/>
              </a:rPr>
              <a:t>STX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 +</a:t>
            </a:r>
            <a:r>
              <a:rPr sz="1100" b="1" spc="-28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20" dirty="0">
                <a:solidFill>
                  <a:srgbClr val="231F20"/>
                </a:solidFill>
                <a:latin typeface="Malgun Gothic"/>
                <a:cs typeface="Malgun Gothic"/>
              </a:rPr>
              <a:t>"01</a:t>
            </a:r>
            <a:r>
              <a:rPr sz="1100" b="1" spc="20" dirty="0">
                <a:solidFill>
                  <a:srgbClr val="753825"/>
                </a:solidFill>
                <a:latin typeface="Malgun Gothic"/>
                <a:cs typeface="Malgun Gothic"/>
              </a:rPr>
              <a:t>DRR</a:t>
            </a:r>
            <a:r>
              <a:rPr sz="1100" b="1" spc="2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20" dirty="0">
                <a:solidFill>
                  <a:srgbClr val="EE2E2A"/>
                </a:solidFill>
                <a:latin typeface="Malgun Gothic"/>
                <a:cs typeface="Malgun Gothic"/>
              </a:rPr>
              <a:t>OK</a:t>
            </a:r>
            <a:r>
              <a:rPr sz="1100" b="1" spc="-290" dirty="0">
                <a:solidFill>
                  <a:srgbClr val="EE2E2A"/>
                </a:solidFill>
                <a:latin typeface="Malgun Gothic"/>
                <a:cs typeface="Malgun Gothic"/>
              </a:rPr>
              <a:t> </a:t>
            </a:r>
            <a:r>
              <a:rPr sz="1100" b="1" spc="45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204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30" dirty="0">
                <a:solidFill>
                  <a:srgbClr val="38AD5B"/>
                </a:solidFill>
                <a:latin typeface="Malgun Gothic"/>
                <a:cs typeface="Malgun Gothic"/>
              </a:rPr>
              <a:t>03E8</a:t>
            </a:r>
            <a:r>
              <a:rPr sz="1100" b="1" spc="3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30" dirty="0">
                <a:solidFill>
                  <a:srgbClr val="38AD5B"/>
                </a:solidFill>
                <a:latin typeface="Malgun Gothic"/>
                <a:cs typeface="Malgun Gothic"/>
              </a:rPr>
              <a:t>03E8</a:t>
            </a:r>
            <a:r>
              <a:rPr sz="1100" b="1" spc="3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30" dirty="0">
                <a:solidFill>
                  <a:srgbClr val="38AD5B"/>
                </a:solidFill>
                <a:latin typeface="Malgun Gothic"/>
                <a:cs typeface="Malgun Gothic"/>
              </a:rPr>
              <a:t>01E5</a:t>
            </a:r>
            <a:r>
              <a:rPr sz="1100" b="1" spc="3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10" dirty="0">
                <a:solidFill>
                  <a:srgbClr val="38AD5B"/>
                </a:solidFill>
                <a:latin typeface="Malgun Gothic"/>
                <a:cs typeface="Malgun Gothic"/>
              </a:rPr>
              <a:t>003B</a:t>
            </a:r>
            <a:r>
              <a:rPr sz="1100" b="1" spc="-155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1100" b="1" spc="-55" dirty="0">
                <a:solidFill>
                  <a:srgbClr val="231F20"/>
                </a:solidFill>
                <a:latin typeface="Malgun Gothic"/>
                <a:cs typeface="Malgun Gothic"/>
              </a:rPr>
              <a:t>"</a:t>
            </a:r>
            <a:r>
              <a:rPr sz="1100" b="1" spc="-5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14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5" dirty="0">
                <a:solidFill>
                  <a:srgbClr val="503996"/>
                </a:solidFill>
                <a:latin typeface="Malgun Gothic"/>
                <a:cs typeface="Malgun Gothic"/>
              </a:rPr>
              <a:t>CheckSUM</a:t>
            </a:r>
            <a:r>
              <a:rPr sz="1100" b="1" spc="-15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 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CR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856A7"/>
                </a:solidFill>
                <a:latin typeface="Malgun Gothic"/>
                <a:cs typeface="Malgun Gothic"/>
              </a:rPr>
              <a:t>LF</a:t>
            </a:r>
            <a:endParaRPr sz="11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Malgun Gothic"/>
              <a:cs typeface="Malgun Gothic"/>
            </a:endParaRPr>
          </a:p>
          <a:p>
            <a:pPr marL="118110">
              <a:lnSpc>
                <a:spcPct val="100000"/>
              </a:lnSpc>
            </a:pPr>
            <a:r>
              <a:rPr sz="1100" b="1" spc="-5" dirty="0">
                <a:solidFill>
                  <a:srgbClr val="231F20"/>
                </a:solidFill>
                <a:latin typeface="Malgun Gothic"/>
                <a:cs typeface="Malgun Gothic"/>
              </a:rPr>
              <a:t>#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응답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분석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07221" y="8819141"/>
            <a:ext cx="259715" cy="109855"/>
            <a:chOff x="1107221" y="8819141"/>
            <a:chExt cx="259715" cy="109855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7221" y="8819141"/>
              <a:ext cx="77711" cy="10924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5574" y="8821096"/>
              <a:ext cx="74879" cy="10533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1727" y="8819555"/>
              <a:ext cx="65189" cy="108546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0681" y="8821100"/>
            <a:ext cx="160815" cy="105335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1879969" y="8852250"/>
            <a:ext cx="77470" cy="43815"/>
          </a:xfrm>
          <a:custGeom>
            <a:avLst/>
            <a:gdLst/>
            <a:ahLst/>
            <a:cxnLst/>
            <a:rect l="l" t="t" r="r" b="b"/>
            <a:pathLst>
              <a:path w="77469" h="43815">
                <a:moveTo>
                  <a:pt x="75907" y="29057"/>
                </a:moveTo>
                <a:lnTo>
                  <a:pt x="1206" y="29057"/>
                </a:lnTo>
                <a:lnTo>
                  <a:pt x="812" y="29222"/>
                </a:lnTo>
                <a:lnTo>
                  <a:pt x="482" y="29540"/>
                </a:lnTo>
                <a:lnTo>
                  <a:pt x="165" y="29883"/>
                </a:lnTo>
                <a:lnTo>
                  <a:pt x="0" y="30276"/>
                </a:lnTo>
                <a:lnTo>
                  <a:pt x="0" y="42240"/>
                </a:lnTo>
                <a:lnTo>
                  <a:pt x="165" y="42633"/>
                </a:lnTo>
                <a:lnTo>
                  <a:pt x="812" y="43281"/>
                </a:lnTo>
                <a:lnTo>
                  <a:pt x="1206" y="43446"/>
                </a:lnTo>
                <a:lnTo>
                  <a:pt x="75907" y="43446"/>
                </a:lnTo>
                <a:lnTo>
                  <a:pt x="76288" y="43281"/>
                </a:lnTo>
                <a:lnTo>
                  <a:pt x="76949" y="42633"/>
                </a:lnTo>
                <a:lnTo>
                  <a:pt x="77114" y="42240"/>
                </a:lnTo>
                <a:lnTo>
                  <a:pt x="77114" y="30276"/>
                </a:lnTo>
                <a:lnTo>
                  <a:pt x="76949" y="29883"/>
                </a:lnTo>
                <a:lnTo>
                  <a:pt x="76288" y="29222"/>
                </a:lnTo>
                <a:lnTo>
                  <a:pt x="75907" y="29057"/>
                </a:lnTo>
                <a:close/>
              </a:path>
              <a:path w="77469" h="43815">
                <a:moveTo>
                  <a:pt x="75907" y="0"/>
                </a:moveTo>
                <a:lnTo>
                  <a:pt x="1206" y="0"/>
                </a:lnTo>
                <a:lnTo>
                  <a:pt x="812" y="165"/>
                </a:lnTo>
                <a:lnTo>
                  <a:pt x="482" y="482"/>
                </a:lnTo>
                <a:lnTo>
                  <a:pt x="165" y="825"/>
                </a:lnTo>
                <a:lnTo>
                  <a:pt x="0" y="1219"/>
                </a:lnTo>
                <a:lnTo>
                  <a:pt x="0" y="13182"/>
                </a:lnTo>
                <a:lnTo>
                  <a:pt x="165" y="13576"/>
                </a:lnTo>
                <a:lnTo>
                  <a:pt x="812" y="14223"/>
                </a:lnTo>
                <a:lnTo>
                  <a:pt x="1206" y="14389"/>
                </a:lnTo>
                <a:lnTo>
                  <a:pt x="75907" y="14389"/>
                </a:lnTo>
                <a:lnTo>
                  <a:pt x="76288" y="14223"/>
                </a:lnTo>
                <a:lnTo>
                  <a:pt x="76949" y="13576"/>
                </a:lnTo>
                <a:lnTo>
                  <a:pt x="77114" y="13182"/>
                </a:lnTo>
                <a:lnTo>
                  <a:pt x="77114" y="1219"/>
                </a:lnTo>
                <a:lnTo>
                  <a:pt x="76949" y="825"/>
                </a:lnTo>
                <a:lnTo>
                  <a:pt x="76288" y="165"/>
                </a:lnTo>
                <a:lnTo>
                  <a:pt x="75907" y="0"/>
                </a:lnTo>
                <a:close/>
              </a:path>
            </a:pathLst>
          </a:custGeom>
          <a:solidFill>
            <a:srgbClr val="723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36126" y="8813131"/>
            <a:ext cx="1542963" cy="12252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21312" y="9022204"/>
            <a:ext cx="160400" cy="109994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1880186" y="9055450"/>
            <a:ext cx="77470" cy="43815"/>
          </a:xfrm>
          <a:custGeom>
            <a:avLst/>
            <a:gdLst/>
            <a:ahLst/>
            <a:cxnLst/>
            <a:rect l="l" t="t" r="r" b="b"/>
            <a:pathLst>
              <a:path w="77469" h="43815">
                <a:moveTo>
                  <a:pt x="75907" y="29057"/>
                </a:moveTo>
                <a:lnTo>
                  <a:pt x="1206" y="29057"/>
                </a:lnTo>
                <a:lnTo>
                  <a:pt x="812" y="29222"/>
                </a:lnTo>
                <a:lnTo>
                  <a:pt x="482" y="29540"/>
                </a:lnTo>
                <a:lnTo>
                  <a:pt x="165" y="29883"/>
                </a:lnTo>
                <a:lnTo>
                  <a:pt x="0" y="30276"/>
                </a:lnTo>
                <a:lnTo>
                  <a:pt x="0" y="42240"/>
                </a:lnTo>
                <a:lnTo>
                  <a:pt x="165" y="42633"/>
                </a:lnTo>
                <a:lnTo>
                  <a:pt x="812" y="43281"/>
                </a:lnTo>
                <a:lnTo>
                  <a:pt x="1206" y="43446"/>
                </a:lnTo>
                <a:lnTo>
                  <a:pt x="75907" y="43446"/>
                </a:lnTo>
                <a:lnTo>
                  <a:pt x="76288" y="43281"/>
                </a:lnTo>
                <a:lnTo>
                  <a:pt x="76949" y="42633"/>
                </a:lnTo>
                <a:lnTo>
                  <a:pt x="77114" y="42240"/>
                </a:lnTo>
                <a:lnTo>
                  <a:pt x="77114" y="30276"/>
                </a:lnTo>
                <a:lnTo>
                  <a:pt x="76949" y="29883"/>
                </a:lnTo>
                <a:lnTo>
                  <a:pt x="76288" y="29222"/>
                </a:lnTo>
                <a:lnTo>
                  <a:pt x="75907" y="29057"/>
                </a:lnTo>
                <a:close/>
              </a:path>
              <a:path w="77469" h="43815">
                <a:moveTo>
                  <a:pt x="75907" y="0"/>
                </a:moveTo>
                <a:lnTo>
                  <a:pt x="1206" y="0"/>
                </a:lnTo>
                <a:lnTo>
                  <a:pt x="812" y="165"/>
                </a:lnTo>
                <a:lnTo>
                  <a:pt x="482" y="482"/>
                </a:lnTo>
                <a:lnTo>
                  <a:pt x="165" y="825"/>
                </a:lnTo>
                <a:lnTo>
                  <a:pt x="0" y="1219"/>
                </a:lnTo>
                <a:lnTo>
                  <a:pt x="0" y="13182"/>
                </a:lnTo>
                <a:lnTo>
                  <a:pt x="165" y="13576"/>
                </a:lnTo>
                <a:lnTo>
                  <a:pt x="812" y="14223"/>
                </a:lnTo>
                <a:lnTo>
                  <a:pt x="1206" y="14389"/>
                </a:lnTo>
                <a:lnTo>
                  <a:pt x="75907" y="14389"/>
                </a:lnTo>
                <a:lnTo>
                  <a:pt x="76288" y="14223"/>
                </a:lnTo>
                <a:lnTo>
                  <a:pt x="76949" y="13576"/>
                </a:lnTo>
                <a:lnTo>
                  <a:pt x="77114" y="13182"/>
                </a:lnTo>
                <a:lnTo>
                  <a:pt x="77114" y="1219"/>
                </a:lnTo>
                <a:lnTo>
                  <a:pt x="76949" y="825"/>
                </a:lnTo>
                <a:lnTo>
                  <a:pt x="76288" y="165"/>
                </a:lnTo>
                <a:lnTo>
                  <a:pt x="75907" y="0"/>
                </a:lnTo>
                <a:close/>
              </a:path>
            </a:pathLst>
          </a:custGeom>
          <a:solidFill>
            <a:srgbClr val="723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36343" y="9016331"/>
            <a:ext cx="1542957" cy="122527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24524" y="9252896"/>
            <a:ext cx="216416" cy="105338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1875920" y="9284050"/>
            <a:ext cx="77470" cy="43815"/>
          </a:xfrm>
          <a:custGeom>
            <a:avLst/>
            <a:gdLst/>
            <a:ahLst/>
            <a:cxnLst/>
            <a:rect l="l" t="t" r="r" b="b"/>
            <a:pathLst>
              <a:path w="77469" h="43815">
                <a:moveTo>
                  <a:pt x="75907" y="29057"/>
                </a:moveTo>
                <a:lnTo>
                  <a:pt x="1206" y="29057"/>
                </a:lnTo>
                <a:lnTo>
                  <a:pt x="812" y="29222"/>
                </a:lnTo>
                <a:lnTo>
                  <a:pt x="482" y="29540"/>
                </a:lnTo>
                <a:lnTo>
                  <a:pt x="165" y="29883"/>
                </a:lnTo>
                <a:lnTo>
                  <a:pt x="0" y="30276"/>
                </a:lnTo>
                <a:lnTo>
                  <a:pt x="0" y="42240"/>
                </a:lnTo>
                <a:lnTo>
                  <a:pt x="165" y="42633"/>
                </a:lnTo>
                <a:lnTo>
                  <a:pt x="812" y="43281"/>
                </a:lnTo>
                <a:lnTo>
                  <a:pt x="1206" y="43446"/>
                </a:lnTo>
                <a:lnTo>
                  <a:pt x="75907" y="43446"/>
                </a:lnTo>
                <a:lnTo>
                  <a:pt x="76288" y="43281"/>
                </a:lnTo>
                <a:lnTo>
                  <a:pt x="76949" y="42633"/>
                </a:lnTo>
                <a:lnTo>
                  <a:pt x="77114" y="42240"/>
                </a:lnTo>
                <a:lnTo>
                  <a:pt x="77114" y="30276"/>
                </a:lnTo>
                <a:lnTo>
                  <a:pt x="76949" y="29883"/>
                </a:lnTo>
                <a:lnTo>
                  <a:pt x="76288" y="29222"/>
                </a:lnTo>
                <a:lnTo>
                  <a:pt x="75907" y="29057"/>
                </a:lnTo>
                <a:close/>
              </a:path>
              <a:path w="77469" h="43815">
                <a:moveTo>
                  <a:pt x="75907" y="0"/>
                </a:moveTo>
                <a:lnTo>
                  <a:pt x="1206" y="0"/>
                </a:lnTo>
                <a:lnTo>
                  <a:pt x="812" y="165"/>
                </a:lnTo>
                <a:lnTo>
                  <a:pt x="482" y="482"/>
                </a:lnTo>
                <a:lnTo>
                  <a:pt x="165" y="825"/>
                </a:lnTo>
                <a:lnTo>
                  <a:pt x="0" y="1219"/>
                </a:lnTo>
                <a:lnTo>
                  <a:pt x="0" y="13182"/>
                </a:lnTo>
                <a:lnTo>
                  <a:pt x="165" y="13576"/>
                </a:lnTo>
                <a:lnTo>
                  <a:pt x="812" y="14223"/>
                </a:lnTo>
                <a:lnTo>
                  <a:pt x="1206" y="14389"/>
                </a:lnTo>
                <a:lnTo>
                  <a:pt x="75907" y="14389"/>
                </a:lnTo>
                <a:lnTo>
                  <a:pt x="76288" y="14223"/>
                </a:lnTo>
                <a:lnTo>
                  <a:pt x="76949" y="13576"/>
                </a:lnTo>
                <a:lnTo>
                  <a:pt x="77114" y="13182"/>
                </a:lnTo>
                <a:lnTo>
                  <a:pt x="77114" y="1219"/>
                </a:lnTo>
                <a:lnTo>
                  <a:pt x="76949" y="825"/>
                </a:lnTo>
                <a:lnTo>
                  <a:pt x="76288" y="165"/>
                </a:lnTo>
                <a:lnTo>
                  <a:pt x="75907" y="0"/>
                </a:lnTo>
                <a:close/>
              </a:path>
            </a:pathLst>
          </a:custGeom>
          <a:solidFill>
            <a:srgbClr val="723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2032077" y="9251647"/>
            <a:ext cx="130175" cy="107950"/>
            <a:chOff x="2032077" y="9251647"/>
            <a:chExt cx="130175" cy="107950"/>
          </a:xfrm>
        </p:grpSpPr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32077" y="9251647"/>
              <a:ext cx="69850" cy="10784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126903" y="9252629"/>
              <a:ext cx="35560" cy="106680"/>
            </a:xfrm>
            <a:custGeom>
              <a:avLst/>
              <a:gdLst/>
              <a:ahLst/>
              <a:cxnLst/>
              <a:rect l="l" t="t" r="r" b="b"/>
              <a:pathLst>
                <a:path w="35560" h="106679">
                  <a:moveTo>
                    <a:pt x="33185" y="0"/>
                  </a:moveTo>
                  <a:lnTo>
                    <a:pt x="24193" y="0"/>
                  </a:lnTo>
                  <a:lnTo>
                    <a:pt x="22606" y="457"/>
                  </a:lnTo>
                  <a:lnTo>
                    <a:pt x="723" y="20523"/>
                  </a:lnTo>
                  <a:lnTo>
                    <a:pt x="0" y="21488"/>
                  </a:lnTo>
                  <a:lnTo>
                    <a:pt x="25" y="22948"/>
                  </a:lnTo>
                  <a:lnTo>
                    <a:pt x="6959" y="31241"/>
                  </a:lnTo>
                  <a:lnTo>
                    <a:pt x="7454" y="31368"/>
                  </a:lnTo>
                  <a:lnTo>
                    <a:pt x="9194" y="30962"/>
                  </a:lnTo>
                  <a:lnTo>
                    <a:pt x="20002" y="21577"/>
                  </a:lnTo>
                  <a:lnTo>
                    <a:pt x="20002" y="105549"/>
                  </a:lnTo>
                  <a:lnTo>
                    <a:pt x="20650" y="106159"/>
                  </a:lnTo>
                  <a:lnTo>
                    <a:pt x="21958" y="106159"/>
                  </a:lnTo>
                  <a:lnTo>
                    <a:pt x="34340" y="106159"/>
                  </a:lnTo>
                  <a:lnTo>
                    <a:pt x="34950" y="105549"/>
                  </a:lnTo>
                  <a:lnTo>
                    <a:pt x="34950" y="3759"/>
                  </a:lnTo>
                  <a:lnTo>
                    <a:pt x="34785" y="800"/>
                  </a:lnTo>
                  <a:lnTo>
                    <a:pt x="34124" y="152"/>
                  </a:lnTo>
                  <a:lnTo>
                    <a:pt x="33185" y="0"/>
                  </a:lnTo>
                  <a:close/>
                </a:path>
              </a:pathLst>
            </a:custGeom>
            <a:solidFill>
              <a:srgbClr val="7237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2207107" y="9244939"/>
            <a:ext cx="225425" cy="114935"/>
          </a:xfrm>
          <a:custGeom>
            <a:avLst/>
            <a:gdLst/>
            <a:ahLst/>
            <a:cxnLst/>
            <a:rect l="l" t="t" r="r" b="b"/>
            <a:pathLst>
              <a:path w="225425" h="114934">
                <a:moveTo>
                  <a:pt x="56857" y="99148"/>
                </a:moveTo>
                <a:lnTo>
                  <a:pt x="56210" y="98361"/>
                </a:lnTo>
                <a:lnTo>
                  <a:pt x="15367" y="98361"/>
                </a:lnTo>
                <a:lnTo>
                  <a:pt x="15367" y="66509"/>
                </a:lnTo>
                <a:lnTo>
                  <a:pt x="52806" y="66509"/>
                </a:lnTo>
                <a:lnTo>
                  <a:pt x="53505" y="65709"/>
                </a:lnTo>
                <a:lnTo>
                  <a:pt x="53505" y="52158"/>
                </a:lnTo>
                <a:lnTo>
                  <a:pt x="52806" y="51409"/>
                </a:lnTo>
                <a:lnTo>
                  <a:pt x="15367" y="51409"/>
                </a:lnTo>
                <a:lnTo>
                  <a:pt x="15367" y="22910"/>
                </a:lnTo>
                <a:lnTo>
                  <a:pt x="54622" y="22745"/>
                </a:lnTo>
                <a:lnTo>
                  <a:pt x="54241" y="7962"/>
                </a:lnTo>
                <a:lnTo>
                  <a:pt x="3632" y="7962"/>
                </a:lnTo>
                <a:lnTo>
                  <a:pt x="812" y="8128"/>
                </a:lnTo>
                <a:lnTo>
                  <a:pt x="165" y="8788"/>
                </a:lnTo>
                <a:lnTo>
                  <a:pt x="0" y="9880"/>
                </a:lnTo>
                <a:lnTo>
                  <a:pt x="0" y="111442"/>
                </a:lnTo>
                <a:lnTo>
                  <a:pt x="190" y="112636"/>
                </a:lnTo>
                <a:lnTo>
                  <a:pt x="927" y="113271"/>
                </a:lnTo>
                <a:lnTo>
                  <a:pt x="3911" y="113436"/>
                </a:lnTo>
                <a:lnTo>
                  <a:pt x="56210" y="113436"/>
                </a:lnTo>
                <a:lnTo>
                  <a:pt x="56857" y="112687"/>
                </a:lnTo>
                <a:lnTo>
                  <a:pt x="56857" y="99148"/>
                </a:lnTo>
                <a:close/>
              </a:path>
              <a:path w="225425" h="114934">
                <a:moveTo>
                  <a:pt x="142494" y="73533"/>
                </a:moveTo>
                <a:lnTo>
                  <a:pt x="113626" y="46799"/>
                </a:lnTo>
                <a:lnTo>
                  <a:pt x="104406" y="46799"/>
                </a:lnTo>
                <a:lnTo>
                  <a:pt x="100304" y="47218"/>
                </a:lnTo>
                <a:lnTo>
                  <a:pt x="96672" y="48056"/>
                </a:lnTo>
                <a:lnTo>
                  <a:pt x="97231" y="22072"/>
                </a:lnTo>
                <a:lnTo>
                  <a:pt x="136626" y="22072"/>
                </a:lnTo>
                <a:lnTo>
                  <a:pt x="137071" y="21869"/>
                </a:lnTo>
                <a:lnTo>
                  <a:pt x="137883" y="20586"/>
                </a:lnTo>
                <a:lnTo>
                  <a:pt x="137883" y="8890"/>
                </a:lnTo>
                <a:lnTo>
                  <a:pt x="137071" y="7721"/>
                </a:lnTo>
                <a:lnTo>
                  <a:pt x="136626" y="7543"/>
                </a:lnTo>
                <a:lnTo>
                  <a:pt x="84937" y="7543"/>
                </a:lnTo>
                <a:lnTo>
                  <a:pt x="82702" y="7683"/>
                </a:lnTo>
                <a:lnTo>
                  <a:pt x="82143" y="8242"/>
                </a:lnTo>
                <a:lnTo>
                  <a:pt x="81953" y="8890"/>
                </a:lnTo>
                <a:lnTo>
                  <a:pt x="81165" y="64643"/>
                </a:lnTo>
                <a:lnTo>
                  <a:pt x="82981" y="65468"/>
                </a:lnTo>
                <a:lnTo>
                  <a:pt x="89598" y="62865"/>
                </a:lnTo>
                <a:lnTo>
                  <a:pt x="92697" y="61988"/>
                </a:lnTo>
                <a:lnTo>
                  <a:pt x="99123" y="60680"/>
                </a:lnTo>
                <a:lnTo>
                  <a:pt x="102260" y="60350"/>
                </a:lnTo>
                <a:lnTo>
                  <a:pt x="112966" y="60350"/>
                </a:lnTo>
                <a:lnTo>
                  <a:pt x="118440" y="62141"/>
                </a:lnTo>
                <a:lnTo>
                  <a:pt x="125056" y="69316"/>
                </a:lnTo>
                <a:lnTo>
                  <a:pt x="126707" y="74142"/>
                </a:lnTo>
                <a:lnTo>
                  <a:pt x="126707" y="86436"/>
                </a:lnTo>
                <a:lnTo>
                  <a:pt x="124688" y="91313"/>
                </a:lnTo>
                <a:lnTo>
                  <a:pt x="116586" y="98399"/>
                </a:lnTo>
                <a:lnTo>
                  <a:pt x="111442" y="100164"/>
                </a:lnTo>
                <a:lnTo>
                  <a:pt x="103517" y="100164"/>
                </a:lnTo>
                <a:lnTo>
                  <a:pt x="95973" y="99415"/>
                </a:lnTo>
                <a:lnTo>
                  <a:pt x="86423" y="97205"/>
                </a:lnTo>
                <a:lnTo>
                  <a:pt x="81445" y="94907"/>
                </a:lnTo>
                <a:lnTo>
                  <a:pt x="80467" y="95275"/>
                </a:lnTo>
                <a:lnTo>
                  <a:pt x="109385" y="114833"/>
                </a:lnTo>
                <a:lnTo>
                  <a:pt x="114465" y="114084"/>
                </a:lnTo>
                <a:lnTo>
                  <a:pt x="141808" y="86690"/>
                </a:lnTo>
                <a:lnTo>
                  <a:pt x="142494" y="78371"/>
                </a:lnTo>
                <a:lnTo>
                  <a:pt x="142494" y="73533"/>
                </a:lnTo>
                <a:close/>
              </a:path>
              <a:path w="225425" h="114934">
                <a:moveTo>
                  <a:pt x="224917" y="66865"/>
                </a:moveTo>
                <a:lnTo>
                  <a:pt x="223189" y="51917"/>
                </a:lnTo>
                <a:lnTo>
                  <a:pt x="218008" y="41236"/>
                </a:lnTo>
                <a:lnTo>
                  <a:pt x="209359" y="34836"/>
                </a:lnTo>
                <a:lnTo>
                  <a:pt x="197256" y="32702"/>
                </a:lnTo>
                <a:lnTo>
                  <a:pt x="193535" y="32702"/>
                </a:lnTo>
                <a:lnTo>
                  <a:pt x="190106" y="33324"/>
                </a:lnTo>
                <a:lnTo>
                  <a:pt x="183857" y="35839"/>
                </a:lnTo>
                <a:lnTo>
                  <a:pt x="181140" y="37452"/>
                </a:lnTo>
                <a:lnTo>
                  <a:pt x="178816" y="39408"/>
                </a:lnTo>
                <a:lnTo>
                  <a:pt x="178816" y="1689"/>
                </a:lnTo>
                <a:lnTo>
                  <a:pt x="178650" y="825"/>
                </a:lnTo>
                <a:lnTo>
                  <a:pt x="177609" y="0"/>
                </a:lnTo>
                <a:lnTo>
                  <a:pt x="165684" y="0"/>
                </a:lnTo>
                <a:lnTo>
                  <a:pt x="164820" y="165"/>
                </a:lnTo>
                <a:lnTo>
                  <a:pt x="164007" y="1219"/>
                </a:lnTo>
                <a:lnTo>
                  <a:pt x="164007" y="111760"/>
                </a:lnTo>
                <a:lnTo>
                  <a:pt x="164160" y="112636"/>
                </a:lnTo>
                <a:lnTo>
                  <a:pt x="165214" y="113436"/>
                </a:lnTo>
                <a:lnTo>
                  <a:pt x="178257" y="113436"/>
                </a:lnTo>
                <a:lnTo>
                  <a:pt x="178816" y="112877"/>
                </a:lnTo>
                <a:lnTo>
                  <a:pt x="178816" y="58102"/>
                </a:lnTo>
                <a:lnTo>
                  <a:pt x="181419" y="50673"/>
                </a:lnTo>
                <a:lnTo>
                  <a:pt x="187617" y="46951"/>
                </a:lnTo>
                <a:lnTo>
                  <a:pt x="201764" y="46951"/>
                </a:lnTo>
                <a:lnTo>
                  <a:pt x="204952" y="48552"/>
                </a:lnTo>
                <a:lnTo>
                  <a:pt x="208965" y="54965"/>
                </a:lnTo>
                <a:lnTo>
                  <a:pt x="209969" y="60058"/>
                </a:lnTo>
                <a:lnTo>
                  <a:pt x="209969" y="112877"/>
                </a:lnTo>
                <a:lnTo>
                  <a:pt x="210566" y="113436"/>
                </a:lnTo>
                <a:lnTo>
                  <a:pt x="211785" y="113436"/>
                </a:lnTo>
                <a:lnTo>
                  <a:pt x="223240" y="113436"/>
                </a:lnTo>
                <a:lnTo>
                  <a:pt x="224104" y="113271"/>
                </a:lnTo>
                <a:lnTo>
                  <a:pt x="224917" y="112229"/>
                </a:lnTo>
                <a:lnTo>
                  <a:pt x="224917" y="66865"/>
                </a:lnTo>
                <a:close/>
              </a:path>
            </a:pathLst>
          </a:custGeom>
          <a:solidFill>
            <a:srgbClr val="723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485391" y="9285730"/>
            <a:ext cx="125730" cy="47625"/>
          </a:xfrm>
          <a:custGeom>
            <a:avLst/>
            <a:gdLst/>
            <a:ahLst/>
            <a:cxnLst/>
            <a:rect l="l" t="t" r="r" b="b"/>
            <a:pathLst>
              <a:path w="125730" h="47625">
                <a:moveTo>
                  <a:pt x="99047" y="0"/>
                </a:moveTo>
                <a:lnTo>
                  <a:pt x="104635" y="19278"/>
                </a:lnTo>
                <a:lnTo>
                  <a:pt x="0" y="19278"/>
                </a:lnTo>
                <a:lnTo>
                  <a:pt x="0" y="27939"/>
                </a:lnTo>
                <a:lnTo>
                  <a:pt x="104635" y="27939"/>
                </a:lnTo>
                <a:lnTo>
                  <a:pt x="99047" y="47205"/>
                </a:lnTo>
                <a:lnTo>
                  <a:pt x="125450" y="23609"/>
                </a:lnTo>
                <a:lnTo>
                  <a:pt x="99047" y="0"/>
                </a:lnTo>
                <a:close/>
              </a:path>
            </a:pathLst>
          </a:custGeom>
          <a:solidFill>
            <a:srgbClr val="723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2745668" y="9251360"/>
            <a:ext cx="241300" cy="108585"/>
            <a:chOff x="2745668" y="9251360"/>
            <a:chExt cx="241300" cy="108585"/>
          </a:xfrm>
        </p:grpSpPr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45668" y="9251360"/>
              <a:ext cx="159292" cy="10854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924651" y="9252481"/>
              <a:ext cx="62230" cy="107314"/>
            </a:xfrm>
            <a:custGeom>
              <a:avLst/>
              <a:gdLst/>
              <a:ahLst/>
              <a:cxnLst/>
              <a:rect l="l" t="t" r="r" b="b"/>
              <a:pathLst>
                <a:path w="62230" h="107315">
                  <a:moveTo>
                    <a:pt x="56159" y="0"/>
                  </a:moveTo>
                  <a:lnTo>
                    <a:pt x="4470" y="0"/>
                  </a:lnTo>
                  <a:lnTo>
                    <a:pt x="2235" y="139"/>
                  </a:lnTo>
                  <a:lnTo>
                    <a:pt x="1676" y="698"/>
                  </a:lnTo>
                  <a:lnTo>
                    <a:pt x="1485" y="1346"/>
                  </a:lnTo>
                  <a:lnTo>
                    <a:pt x="698" y="57099"/>
                  </a:lnTo>
                  <a:lnTo>
                    <a:pt x="2514" y="57924"/>
                  </a:lnTo>
                  <a:lnTo>
                    <a:pt x="9131" y="55321"/>
                  </a:lnTo>
                  <a:lnTo>
                    <a:pt x="12230" y="54444"/>
                  </a:lnTo>
                  <a:lnTo>
                    <a:pt x="18656" y="53136"/>
                  </a:lnTo>
                  <a:lnTo>
                    <a:pt x="21793" y="52806"/>
                  </a:lnTo>
                  <a:lnTo>
                    <a:pt x="32499" y="52806"/>
                  </a:lnTo>
                  <a:lnTo>
                    <a:pt x="37973" y="54597"/>
                  </a:lnTo>
                  <a:lnTo>
                    <a:pt x="44589" y="61772"/>
                  </a:lnTo>
                  <a:lnTo>
                    <a:pt x="46240" y="66598"/>
                  </a:lnTo>
                  <a:lnTo>
                    <a:pt x="46240" y="78892"/>
                  </a:lnTo>
                  <a:lnTo>
                    <a:pt x="44221" y="83769"/>
                  </a:lnTo>
                  <a:lnTo>
                    <a:pt x="36118" y="90855"/>
                  </a:lnTo>
                  <a:lnTo>
                    <a:pt x="30975" y="92621"/>
                  </a:lnTo>
                  <a:lnTo>
                    <a:pt x="23050" y="92621"/>
                  </a:lnTo>
                  <a:lnTo>
                    <a:pt x="15506" y="91871"/>
                  </a:lnTo>
                  <a:lnTo>
                    <a:pt x="5956" y="89662"/>
                  </a:lnTo>
                  <a:lnTo>
                    <a:pt x="977" y="87363"/>
                  </a:lnTo>
                  <a:lnTo>
                    <a:pt x="0" y="87731"/>
                  </a:lnTo>
                  <a:lnTo>
                    <a:pt x="28917" y="107289"/>
                  </a:lnTo>
                  <a:lnTo>
                    <a:pt x="33997" y="106540"/>
                  </a:lnTo>
                  <a:lnTo>
                    <a:pt x="61345" y="79138"/>
                  </a:lnTo>
                  <a:lnTo>
                    <a:pt x="62026" y="70827"/>
                  </a:lnTo>
                  <a:lnTo>
                    <a:pt x="62026" y="65989"/>
                  </a:lnTo>
                  <a:lnTo>
                    <a:pt x="33159" y="39255"/>
                  </a:lnTo>
                  <a:lnTo>
                    <a:pt x="23939" y="39255"/>
                  </a:lnTo>
                  <a:lnTo>
                    <a:pt x="19837" y="39674"/>
                  </a:lnTo>
                  <a:lnTo>
                    <a:pt x="16205" y="40513"/>
                  </a:lnTo>
                  <a:lnTo>
                    <a:pt x="16764" y="14528"/>
                  </a:lnTo>
                  <a:lnTo>
                    <a:pt x="56159" y="14528"/>
                  </a:lnTo>
                  <a:lnTo>
                    <a:pt x="56603" y="14325"/>
                  </a:lnTo>
                  <a:lnTo>
                    <a:pt x="57416" y="13042"/>
                  </a:lnTo>
                  <a:lnTo>
                    <a:pt x="57416" y="1346"/>
                  </a:lnTo>
                  <a:lnTo>
                    <a:pt x="56603" y="177"/>
                  </a:lnTo>
                  <a:lnTo>
                    <a:pt x="56159" y="0"/>
                  </a:lnTo>
                  <a:close/>
                </a:path>
              </a:pathLst>
            </a:custGeom>
            <a:solidFill>
              <a:srgbClr val="7237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/>
          <p:nvPr/>
        </p:nvSpPr>
        <p:spPr>
          <a:xfrm>
            <a:off x="3037810" y="9285730"/>
            <a:ext cx="125730" cy="47625"/>
          </a:xfrm>
          <a:custGeom>
            <a:avLst/>
            <a:gdLst/>
            <a:ahLst/>
            <a:cxnLst/>
            <a:rect l="l" t="t" r="r" b="b"/>
            <a:pathLst>
              <a:path w="125730" h="47625">
                <a:moveTo>
                  <a:pt x="99047" y="0"/>
                </a:moveTo>
                <a:lnTo>
                  <a:pt x="104635" y="19278"/>
                </a:lnTo>
                <a:lnTo>
                  <a:pt x="0" y="19278"/>
                </a:lnTo>
                <a:lnTo>
                  <a:pt x="0" y="27939"/>
                </a:lnTo>
                <a:lnTo>
                  <a:pt x="104635" y="27939"/>
                </a:lnTo>
                <a:lnTo>
                  <a:pt x="99047" y="47205"/>
                </a:lnTo>
                <a:lnTo>
                  <a:pt x="125450" y="23609"/>
                </a:lnTo>
                <a:lnTo>
                  <a:pt x="99047" y="0"/>
                </a:lnTo>
                <a:close/>
              </a:path>
            </a:pathLst>
          </a:custGeom>
          <a:solidFill>
            <a:srgbClr val="723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0" name="object 50"/>
          <p:cNvGrpSpPr/>
          <p:nvPr/>
        </p:nvGrpSpPr>
        <p:grpSpPr>
          <a:xfrm>
            <a:off x="3298086" y="9251360"/>
            <a:ext cx="283845" cy="116205"/>
            <a:chOff x="3298086" y="9251360"/>
            <a:chExt cx="283845" cy="116205"/>
          </a:xfrm>
        </p:grpSpPr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98086" y="9251360"/>
              <a:ext cx="198123" cy="11609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519398" y="9252481"/>
              <a:ext cx="62230" cy="107314"/>
            </a:xfrm>
            <a:custGeom>
              <a:avLst/>
              <a:gdLst/>
              <a:ahLst/>
              <a:cxnLst/>
              <a:rect l="l" t="t" r="r" b="b"/>
              <a:pathLst>
                <a:path w="62229" h="107315">
                  <a:moveTo>
                    <a:pt x="56159" y="0"/>
                  </a:moveTo>
                  <a:lnTo>
                    <a:pt x="4470" y="0"/>
                  </a:lnTo>
                  <a:lnTo>
                    <a:pt x="2235" y="139"/>
                  </a:lnTo>
                  <a:lnTo>
                    <a:pt x="1676" y="698"/>
                  </a:lnTo>
                  <a:lnTo>
                    <a:pt x="1485" y="1346"/>
                  </a:lnTo>
                  <a:lnTo>
                    <a:pt x="698" y="57099"/>
                  </a:lnTo>
                  <a:lnTo>
                    <a:pt x="2514" y="57924"/>
                  </a:lnTo>
                  <a:lnTo>
                    <a:pt x="9131" y="55321"/>
                  </a:lnTo>
                  <a:lnTo>
                    <a:pt x="12230" y="54444"/>
                  </a:lnTo>
                  <a:lnTo>
                    <a:pt x="18656" y="53136"/>
                  </a:lnTo>
                  <a:lnTo>
                    <a:pt x="21793" y="52806"/>
                  </a:lnTo>
                  <a:lnTo>
                    <a:pt x="32499" y="52806"/>
                  </a:lnTo>
                  <a:lnTo>
                    <a:pt x="37973" y="54597"/>
                  </a:lnTo>
                  <a:lnTo>
                    <a:pt x="44589" y="61772"/>
                  </a:lnTo>
                  <a:lnTo>
                    <a:pt x="46240" y="66598"/>
                  </a:lnTo>
                  <a:lnTo>
                    <a:pt x="46240" y="78892"/>
                  </a:lnTo>
                  <a:lnTo>
                    <a:pt x="44221" y="83769"/>
                  </a:lnTo>
                  <a:lnTo>
                    <a:pt x="36118" y="90855"/>
                  </a:lnTo>
                  <a:lnTo>
                    <a:pt x="30975" y="92621"/>
                  </a:lnTo>
                  <a:lnTo>
                    <a:pt x="23050" y="92621"/>
                  </a:lnTo>
                  <a:lnTo>
                    <a:pt x="15506" y="91871"/>
                  </a:lnTo>
                  <a:lnTo>
                    <a:pt x="5956" y="89662"/>
                  </a:lnTo>
                  <a:lnTo>
                    <a:pt x="977" y="87363"/>
                  </a:lnTo>
                  <a:lnTo>
                    <a:pt x="0" y="87731"/>
                  </a:lnTo>
                  <a:lnTo>
                    <a:pt x="28917" y="107289"/>
                  </a:lnTo>
                  <a:lnTo>
                    <a:pt x="33997" y="106540"/>
                  </a:lnTo>
                  <a:lnTo>
                    <a:pt x="61345" y="79138"/>
                  </a:lnTo>
                  <a:lnTo>
                    <a:pt x="62026" y="70827"/>
                  </a:lnTo>
                  <a:lnTo>
                    <a:pt x="62026" y="65989"/>
                  </a:lnTo>
                  <a:lnTo>
                    <a:pt x="33159" y="39255"/>
                  </a:lnTo>
                  <a:lnTo>
                    <a:pt x="23939" y="39255"/>
                  </a:lnTo>
                  <a:lnTo>
                    <a:pt x="19837" y="39674"/>
                  </a:lnTo>
                  <a:lnTo>
                    <a:pt x="16205" y="40513"/>
                  </a:lnTo>
                  <a:lnTo>
                    <a:pt x="16764" y="14528"/>
                  </a:lnTo>
                  <a:lnTo>
                    <a:pt x="56159" y="14528"/>
                  </a:lnTo>
                  <a:lnTo>
                    <a:pt x="56603" y="14325"/>
                  </a:lnTo>
                  <a:lnTo>
                    <a:pt x="57416" y="13042"/>
                  </a:lnTo>
                  <a:lnTo>
                    <a:pt x="57416" y="1346"/>
                  </a:lnTo>
                  <a:lnTo>
                    <a:pt x="56603" y="177"/>
                  </a:lnTo>
                  <a:lnTo>
                    <a:pt x="56159" y="0"/>
                  </a:lnTo>
                  <a:close/>
                </a:path>
              </a:pathLst>
            </a:custGeom>
            <a:solidFill>
              <a:srgbClr val="7237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3" name="object 5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21031" y="9492241"/>
            <a:ext cx="304454" cy="116516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1872515" y="9525350"/>
            <a:ext cx="77470" cy="43815"/>
          </a:xfrm>
          <a:custGeom>
            <a:avLst/>
            <a:gdLst/>
            <a:ahLst/>
            <a:cxnLst/>
            <a:rect l="l" t="t" r="r" b="b"/>
            <a:pathLst>
              <a:path w="77469" h="43815">
                <a:moveTo>
                  <a:pt x="75907" y="29057"/>
                </a:moveTo>
                <a:lnTo>
                  <a:pt x="1206" y="29057"/>
                </a:lnTo>
                <a:lnTo>
                  <a:pt x="812" y="29222"/>
                </a:lnTo>
                <a:lnTo>
                  <a:pt x="482" y="29540"/>
                </a:lnTo>
                <a:lnTo>
                  <a:pt x="165" y="29883"/>
                </a:lnTo>
                <a:lnTo>
                  <a:pt x="0" y="30276"/>
                </a:lnTo>
                <a:lnTo>
                  <a:pt x="0" y="42240"/>
                </a:lnTo>
                <a:lnTo>
                  <a:pt x="165" y="42633"/>
                </a:lnTo>
                <a:lnTo>
                  <a:pt x="812" y="43281"/>
                </a:lnTo>
                <a:lnTo>
                  <a:pt x="1206" y="43446"/>
                </a:lnTo>
                <a:lnTo>
                  <a:pt x="75907" y="43446"/>
                </a:lnTo>
                <a:lnTo>
                  <a:pt x="76288" y="43281"/>
                </a:lnTo>
                <a:lnTo>
                  <a:pt x="76949" y="42633"/>
                </a:lnTo>
                <a:lnTo>
                  <a:pt x="77114" y="42240"/>
                </a:lnTo>
                <a:lnTo>
                  <a:pt x="77114" y="30276"/>
                </a:lnTo>
                <a:lnTo>
                  <a:pt x="76949" y="29883"/>
                </a:lnTo>
                <a:lnTo>
                  <a:pt x="76288" y="29222"/>
                </a:lnTo>
                <a:lnTo>
                  <a:pt x="75907" y="29057"/>
                </a:lnTo>
                <a:close/>
              </a:path>
              <a:path w="77469" h="43815">
                <a:moveTo>
                  <a:pt x="75907" y="0"/>
                </a:moveTo>
                <a:lnTo>
                  <a:pt x="1206" y="0"/>
                </a:lnTo>
                <a:lnTo>
                  <a:pt x="812" y="165"/>
                </a:lnTo>
                <a:lnTo>
                  <a:pt x="482" y="482"/>
                </a:lnTo>
                <a:lnTo>
                  <a:pt x="165" y="825"/>
                </a:lnTo>
                <a:lnTo>
                  <a:pt x="0" y="1219"/>
                </a:lnTo>
                <a:lnTo>
                  <a:pt x="0" y="13182"/>
                </a:lnTo>
                <a:lnTo>
                  <a:pt x="165" y="13576"/>
                </a:lnTo>
                <a:lnTo>
                  <a:pt x="812" y="14223"/>
                </a:lnTo>
                <a:lnTo>
                  <a:pt x="1206" y="14389"/>
                </a:lnTo>
                <a:lnTo>
                  <a:pt x="75907" y="14389"/>
                </a:lnTo>
                <a:lnTo>
                  <a:pt x="76288" y="14223"/>
                </a:lnTo>
                <a:lnTo>
                  <a:pt x="76949" y="13576"/>
                </a:lnTo>
                <a:lnTo>
                  <a:pt x="77114" y="13182"/>
                </a:lnTo>
                <a:lnTo>
                  <a:pt x="77114" y="1219"/>
                </a:lnTo>
                <a:lnTo>
                  <a:pt x="76949" y="825"/>
                </a:lnTo>
                <a:lnTo>
                  <a:pt x="76288" y="165"/>
                </a:lnTo>
                <a:lnTo>
                  <a:pt x="75907" y="0"/>
                </a:lnTo>
                <a:close/>
              </a:path>
            </a:pathLst>
          </a:custGeom>
          <a:solidFill>
            <a:srgbClr val="723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5" name="object 55"/>
          <p:cNvGrpSpPr/>
          <p:nvPr/>
        </p:nvGrpSpPr>
        <p:grpSpPr>
          <a:xfrm>
            <a:off x="2028672" y="9486231"/>
            <a:ext cx="404495" cy="115570"/>
            <a:chOff x="2028672" y="9486231"/>
            <a:chExt cx="404495" cy="115570"/>
          </a:xfrm>
        </p:grpSpPr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28672" y="9492655"/>
              <a:ext cx="234828" cy="108546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2287384" y="9486239"/>
              <a:ext cx="146050" cy="113664"/>
            </a:xfrm>
            <a:custGeom>
              <a:avLst/>
              <a:gdLst/>
              <a:ahLst/>
              <a:cxnLst/>
              <a:rect l="l" t="t" r="r" b="b"/>
              <a:pathLst>
                <a:path w="146050" h="113665">
                  <a:moveTo>
                    <a:pt x="62445" y="79540"/>
                  </a:moveTo>
                  <a:lnTo>
                    <a:pt x="46659" y="58369"/>
                  </a:lnTo>
                  <a:lnTo>
                    <a:pt x="46659" y="87363"/>
                  </a:lnTo>
                  <a:lnTo>
                    <a:pt x="44869" y="91249"/>
                  </a:lnTo>
                  <a:lnTo>
                    <a:pt x="37693" y="96939"/>
                  </a:lnTo>
                  <a:lnTo>
                    <a:pt x="31432" y="98348"/>
                  </a:lnTo>
                  <a:lnTo>
                    <a:pt x="15646" y="98348"/>
                  </a:lnTo>
                  <a:lnTo>
                    <a:pt x="15646" y="66217"/>
                  </a:lnTo>
                  <a:lnTo>
                    <a:pt x="30264" y="66217"/>
                  </a:lnTo>
                  <a:lnTo>
                    <a:pt x="36880" y="67665"/>
                  </a:lnTo>
                  <a:lnTo>
                    <a:pt x="44704" y="73431"/>
                  </a:lnTo>
                  <a:lnTo>
                    <a:pt x="46558" y="77177"/>
                  </a:lnTo>
                  <a:lnTo>
                    <a:pt x="46659" y="87363"/>
                  </a:lnTo>
                  <a:lnTo>
                    <a:pt x="46659" y="58369"/>
                  </a:lnTo>
                  <a:lnTo>
                    <a:pt x="46380" y="58254"/>
                  </a:lnTo>
                  <a:lnTo>
                    <a:pt x="50571" y="56019"/>
                  </a:lnTo>
                  <a:lnTo>
                    <a:pt x="53797" y="52920"/>
                  </a:lnTo>
                  <a:lnTo>
                    <a:pt x="54838" y="51130"/>
                  </a:lnTo>
                  <a:lnTo>
                    <a:pt x="58369" y="45008"/>
                  </a:lnTo>
                  <a:lnTo>
                    <a:pt x="59486" y="40373"/>
                  </a:lnTo>
                  <a:lnTo>
                    <a:pt x="59512" y="25615"/>
                  </a:lnTo>
                  <a:lnTo>
                    <a:pt x="58254" y="22771"/>
                  </a:lnTo>
                  <a:lnTo>
                    <a:pt x="56553" y="18910"/>
                  </a:lnTo>
                  <a:lnTo>
                    <a:pt x="50634" y="14541"/>
                  </a:lnTo>
                  <a:lnTo>
                    <a:pt x="45770" y="11671"/>
                  </a:lnTo>
                  <a:lnTo>
                    <a:pt x="43726" y="10947"/>
                  </a:lnTo>
                  <a:lnTo>
                    <a:pt x="43726" y="32004"/>
                  </a:lnTo>
                  <a:lnTo>
                    <a:pt x="43726" y="40373"/>
                  </a:lnTo>
                  <a:lnTo>
                    <a:pt x="42189" y="44030"/>
                  </a:lnTo>
                  <a:lnTo>
                    <a:pt x="36042" y="49707"/>
                  </a:lnTo>
                  <a:lnTo>
                    <a:pt x="30822" y="51130"/>
                  </a:lnTo>
                  <a:lnTo>
                    <a:pt x="15925" y="51130"/>
                  </a:lnTo>
                  <a:lnTo>
                    <a:pt x="15925" y="22771"/>
                  </a:lnTo>
                  <a:lnTo>
                    <a:pt x="32359" y="22771"/>
                  </a:lnTo>
                  <a:lnTo>
                    <a:pt x="36969" y="23990"/>
                  </a:lnTo>
                  <a:lnTo>
                    <a:pt x="42379" y="28829"/>
                  </a:lnTo>
                  <a:lnTo>
                    <a:pt x="43726" y="32004"/>
                  </a:lnTo>
                  <a:lnTo>
                    <a:pt x="43726" y="10947"/>
                  </a:lnTo>
                  <a:lnTo>
                    <a:pt x="40005" y="9613"/>
                  </a:lnTo>
                  <a:lnTo>
                    <a:pt x="33375" y="8382"/>
                  </a:lnTo>
                  <a:lnTo>
                    <a:pt x="25844" y="7962"/>
                  </a:lnTo>
                  <a:lnTo>
                    <a:pt x="558" y="7962"/>
                  </a:lnTo>
                  <a:lnTo>
                    <a:pt x="0" y="8623"/>
                  </a:lnTo>
                  <a:lnTo>
                    <a:pt x="0" y="112839"/>
                  </a:lnTo>
                  <a:lnTo>
                    <a:pt x="558" y="113296"/>
                  </a:lnTo>
                  <a:lnTo>
                    <a:pt x="22212" y="113296"/>
                  </a:lnTo>
                  <a:lnTo>
                    <a:pt x="58254" y="98348"/>
                  </a:lnTo>
                  <a:lnTo>
                    <a:pt x="59867" y="95656"/>
                  </a:lnTo>
                  <a:lnTo>
                    <a:pt x="61798" y="89255"/>
                  </a:lnTo>
                  <a:lnTo>
                    <a:pt x="62445" y="81864"/>
                  </a:lnTo>
                  <a:lnTo>
                    <a:pt x="62445" y="79540"/>
                  </a:lnTo>
                  <a:close/>
                </a:path>
                <a:path w="146050" h="113665">
                  <a:moveTo>
                    <a:pt x="145427" y="66865"/>
                  </a:moveTo>
                  <a:lnTo>
                    <a:pt x="143700" y="51917"/>
                  </a:lnTo>
                  <a:lnTo>
                    <a:pt x="138506" y="41236"/>
                  </a:lnTo>
                  <a:lnTo>
                    <a:pt x="129870" y="34836"/>
                  </a:lnTo>
                  <a:lnTo>
                    <a:pt x="117767" y="32702"/>
                  </a:lnTo>
                  <a:lnTo>
                    <a:pt x="114046" y="32702"/>
                  </a:lnTo>
                  <a:lnTo>
                    <a:pt x="110617" y="33324"/>
                  </a:lnTo>
                  <a:lnTo>
                    <a:pt x="104368" y="35839"/>
                  </a:lnTo>
                  <a:lnTo>
                    <a:pt x="101650" y="37452"/>
                  </a:lnTo>
                  <a:lnTo>
                    <a:pt x="99326" y="39408"/>
                  </a:lnTo>
                  <a:lnTo>
                    <a:pt x="99326" y="1689"/>
                  </a:lnTo>
                  <a:lnTo>
                    <a:pt x="99161" y="825"/>
                  </a:lnTo>
                  <a:lnTo>
                    <a:pt x="98120" y="0"/>
                  </a:lnTo>
                  <a:lnTo>
                    <a:pt x="86194" y="0"/>
                  </a:lnTo>
                  <a:lnTo>
                    <a:pt x="85331" y="165"/>
                  </a:lnTo>
                  <a:lnTo>
                    <a:pt x="84518" y="1219"/>
                  </a:lnTo>
                  <a:lnTo>
                    <a:pt x="84518" y="111760"/>
                  </a:lnTo>
                  <a:lnTo>
                    <a:pt x="84670" y="112636"/>
                  </a:lnTo>
                  <a:lnTo>
                    <a:pt x="85725" y="113436"/>
                  </a:lnTo>
                  <a:lnTo>
                    <a:pt x="98767" y="113436"/>
                  </a:lnTo>
                  <a:lnTo>
                    <a:pt x="99326" y="112877"/>
                  </a:lnTo>
                  <a:lnTo>
                    <a:pt x="99326" y="58102"/>
                  </a:lnTo>
                  <a:lnTo>
                    <a:pt x="101930" y="50673"/>
                  </a:lnTo>
                  <a:lnTo>
                    <a:pt x="108127" y="46951"/>
                  </a:lnTo>
                  <a:lnTo>
                    <a:pt x="122275" y="46951"/>
                  </a:lnTo>
                  <a:lnTo>
                    <a:pt x="125463" y="48552"/>
                  </a:lnTo>
                  <a:lnTo>
                    <a:pt x="129476" y="54965"/>
                  </a:lnTo>
                  <a:lnTo>
                    <a:pt x="130479" y="60058"/>
                  </a:lnTo>
                  <a:lnTo>
                    <a:pt x="130479" y="112877"/>
                  </a:lnTo>
                  <a:lnTo>
                    <a:pt x="131076" y="113436"/>
                  </a:lnTo>
                  <a:lnTo>
                    <a:pt x="132295" y="113436"/>
                  </a:lnTo>
                  <a:lnTo>
                    <a:pt x="143751" y="113436"/>
                  </a:lnTo>
                  <a:lnTo>
                    <a:pt x="144614" y="113271"/>
                  </a:lnTo>
                  <a:lnTo>
                    <a:pt x="145427" y="112229"/>
                  </a:lnTo>
                  <a:lnTo>
                    <a:pt x="145427" y="66865"/>
                  </a:lnTo>
                  <a:close/>
                </a:path>
              </a:pathLst>
            </a:custGeom>
            <a:solidFill>
              <a:srgbClr val="7237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/>
          <p:nvPr/>
        </p:nvSpPr>
        <p:spPr>
          <a:xfrm>
            <a:off x="2486178" y="9527030"/>
            <a:ext cx="125730" cy="47625"/>
          </a:xfrm>
          <a:custGeom>
            <a:avLst/>
            <a:gdLst/>
            <a:ahLst/>
            <a:cxnLst/>
            <a:rect l="l" t="t" r="r" b="b"/>
            <a:pathLst>
              <a:path w="125730" h="47625">
                <a:moveTo>
                  <a:pt x="99047" y="0"/>
                </a:moveTo>
                <a:lnTo>
                  <a:pt x="104635" y="19278"/>
                </a:lnTo>
                <a:lnTo>
                  <a:pt x="0" y="19278"/>
                </a:lnTo>
                <a:lnTo>
                  <a:pt x="0" y="27939"/>
                </a:lnTo>
                <a:lnTo>
                  <a:pt x="104635" y="27939"/>
                </a:lnTo>
                <a:lnTo>
                  <a:pt x="99047" y="47205"/>
                </a:lnTo>
                <a:lnTo>
                  <a:pt x="125450" y="23609"/>
                </a:lnTo>
                <a:lnTo>
                  <a:pt x="99047" y="0"/>
                </a:lnTo>
                <a:close/>
              </a:path>
            </a:pathLst>
          </a:custGeom>
          <a:solidFill>
            <a:srgbClr val="723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object 5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45027" y="9492657"/>
            <a:ext cx="147939" cy="108546"/>
          </a:xfrm>
          <a:prstGeom prst="rect">
            <a:avLst/>
          </a:prstGeom>
        </p:spPr>
      </p:pic>
      <p:sp>
        <p:nvSpPr>
          <p:cNvPr id="60" name="object 60"/>
          <p:cNvSpPr/>
          <p:nvPr/>
        </p:nvSpPr>
        <p:spPr>
          <a:xfrm>
            <a:off x="3042840" y="9527030"/>
            <a:ext cx="125730" cy="47625"/>
          </a:xfrm>
          <a:custGeom>
            <a:avLst/>
            <a:gdLst/>
            <a:ahLst/>
            <a:cxnLst/>
            <a:rect l="l" t="t" r="r" b="b"/>
            <a:pathLst>
              <a:path w="125730" h="47625">
                <a:moveTo>
                  <a:pt x="99047" y="0"/>
                </a:moveTo>
                <a:lnTo>
                  <a:pt x="104635" y="19278"/>
                </a:lnTo>
                <a:lnTo>
                  <a:pt x="0" y="19278"/>
                </a:lnTo>
                <a:lnTo>
                  <a:pt x="0" y="27939"/>
                </a:lnTo>
                <a:lnTo>
                  <a:pt x="104635" y="27939"/>
                </a:lnTo>
                <a:lnTo>
                  <a:pt x="99047" y="47205"/>
                </a:lnTo>
                <a:lnTo>
                  <a:pt x="125450" y="23609"/>
                </a:lnTo>
                <a:lnTo>
                  <a:pt x="99047" y="0"/>
                </a:lnTo>
                <a:close/>
              </a:path>
            </a:pathLst>
          </a:custGeom>
          <a:solidFill>
            <a:srgbClr val="72372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1" name="object 61"/>
          <p:cNvGrpSpPr/>
          <p:nvPr/>
        </p:nvGrpSpPr>
        <p:grpSpPr>
          <a:xfrm>
            <a:off x="3388988" y="9492657"/>
            <a:ext cx="190500" cy="116205"/>
            <a:chOff x="3388988" y="9492657"/>
            <a:chExt cx="190500" cy="116205"/>
          </a:xfrm>
        </p:grpSpPr>
        <p:sp>
          <p:nvSpPr>
            <p:cNvPr id="62" name="object 62"/>
            <p:cNvSpPr/>
            <p:nvPr/>
          </p:nvSpPr>
          <p:spPr>
            <a:xfrm>
              <a:off x="3388988" y="9493780"/>
              <a:ext cx="62230" cy="107314"/>
            </a:xfrm>
            <a:custGeom>
              <a:avLst/>
              <a:gdLst/>
              <a:ahLst/>
              <a:cxnLst/>
              <a:rect l="l" t="t" r="r" b="b"/>
              <a:pathLst>
                <a:path w="62229" h="107315">
                  <a:moveTo>
                    <a:pt x="56159" y="0"/>
                  </a:moveTo>
                  <a:lnTo>
                    <a:pt x="4470" y="0"/>
                  </a:lnTo>
                  <a:lnTo>
                    <a:pt x="2235" y="139"/>
                  </a:lnTo>
                  <a:lnTo>
                    <a:pt x="1676" y="698"/>
                  </a:lnTo>
                  <a:lnTo>
                    <a:pt x="1485" y="1346"/>
                  </a:lnTo>
                  <a:lnTo>
                    <a:pt x="698" y="57099"/>
                  </a:lnTo>
                  <a:lnTo>
                    <a:pt x="2514" y="57924"/>
                  </a:lnTo>
                  <a:lnTo>
                    <a:pt x="9131" y="55321"/>
                  </a:lnTo>
                  <a:lnTo>
                    <a:pt x="12230" y="54444"/>
                  </a:lnTo>
                  <a:lnTo>
                    <a:pt x="18656" y="53136"/>
                  </a:lnTo>
                  <a:lnTo>
                    <a:pt x="21793" y="52806"/>
                  </a:lnTo>
                  <a:lnTo>
                    <a:pt x="32499" y="52806"/>
                  </a:lnTo>
                  <a:lnTo>
                    <a:pt x="37973" y="54597"/>
                  </a:lnTo>
                  <a:lnTo>
                    <a:pt x="44589" y="61772"/>
                  </a:lnTo>
                  <a:lnTo>
                    <a:pt x="46240" y="66598"/>
                  </a:lnTo>
                  <a:lnTo>
                    <a:pt x="46240" y="78892"/>
                  </a:lnTo>
                  <a:lnTo>
                    <a:pt x="44221" y="83769"/>
                  </a:lnTo>
                  <a:lnTo>
                    <a:pt x="36118" y="90855"/>
                  </a:lnTo>
                  <a:lnTo>
                    <a:pt x="30975" y="92621"/>
                  </a:lnTo>
                  <a:lnTo>
                    <a:pt x="23050" y="92621"/>
                  </a:lnTo>
                  <a:lnTo>
                    <a:pt x="15506" y="91871"/>
                  </a:lnTo>
                  <a:lnTo>
                    <a:pt x="5956" y="89662"/>
                  </a:lnTo>
                  <a:lnTo>
                    <a:pt x="977" y="87363"/>
                  </a:lnTo>
                  <a:lnTo>
                    <a:pt x="0" y="87731"/>
                  </a:lnTo>
                  <a:lnTo>
                    <a:pt x="28917" y="107289"/>
                  </a:lnTo>
                  <a:lnTo>
                    <a:pt x="33997" y="106540"/>
                  </a:lnTo>
                  <a:lnTo>
                    <a:pt x="61345" y="79138"/>
                  </a:lnTo>
                  <a:lnTo>
                    <a:pt x="62026" y="70827"/>
                  </a:lnTo>
                  <a:lnTo>
                    <a:pt x="62026" y="65989"/>
                  </a:lnTo>
                  <a:lnTo>
                    <a:pt x="33159" y="39255"/>
                  </a:lnTo>
                  <a:lnTo>
                    <a:pt x="23939" y="39255"/>
                  </a:lnTo>
                  <a:lnTo>
                    <a:pt x="19837" y="39674"/>
                  </a:lnTo>
                  <a:lnTo>
                    <a:pt x="16205" y="40513"/>
                  </a:lnTo>
                  <a:lnTo>
                    <a:pt x="16764" y="14528"/>
                  </a:lnTo>
                  <a:lnTo>
                    <a:pt x="56159" y="14528"/>
                  </a:lnTo>
                  <a:lnTo>
                    <a:pt x="56603" y="14325"/>
                  </a:lnTo>
                  <a:lnTo>
                    <a:pt x="57416" y="13042"/>
                  </a:lnTo>
                  <a:lnTo>
                    <a:pt x="57416" y="1346"/>
                  </a:lnTo>
                  <a:lnTo>
                    <a:pt x="56603" y="177"/>
                  </a:lnTo>
                  <a:lnTo>
                    <a:pt x="56159" y="0"/>
                  </a:lnTo>
                  <a:close/>
                </a:path>
              </a:pathLst>
            </a:custGeom>
            <a:solidFill>
              <a:srgbClr val="7237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71405" y="9492657"/>
              <a:ext cx="107852" cy="116100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623317" y="1653541"/>
            <a:ext cx="4118610" cy="133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5" dirty="0">
                <a:solidFill>
                  <a:srgbClr val="2C292A"/>
                </a:solidFill>
                <a:latin typeface="Malgun Gothic"/>
                <a:cs typeface="Malgun Gothic"/>
              </a:rPr>
              <a:t>(2)</a:t>
            </a:r>
            <a:r>
              <a:rPr sz="1200" spc="-90" dirty="0">
                <a:solidFill>
                  <a:srgbClr val="2C292A"/>
                </a:solidFill>
                <a:latin typeface="Malgun Gothic"/>
                <a:cs typeface="Malgun Gothic"/>
              </a:rPr>
              <a:t> </a:t>
            </a:r>
            <a:r>
              <a:rPr sz="1200" spc="10" dirty="0">
                <a:solidFill>
                  <a:srgbClr val="2C292A"/>
                </a:solidFill>
                <a:latin typeface="Malgun Gothic"/>
                <a:cs typeface="Malgun Gothic"/>
              </a:rPr>
              <a:t>DRR</a:t>
            </a:r>
            <a:r>
              <a:rPr sz="1200" spc="-95" dirty="0">
                <a:solidFill>
                  <a:srgbClr val="2C292A"/>
                </a:solidFill>
                <a:latin typeface="Malgun Gothic"/>
                <a:cs typeface="Malgun Gothic"/>
              </a:rPr>
              <a:t> </a:t>
            </a:r>
            <a:r>
              <a:rPr sz="1200" spc="40" dirty="0">
                <a:solidFill>
                  <a:srgbClr val="2C292A"/>
                </a:solidFill>
                <a:latin typeface="Malgun Gothic"/>
                <a:cs typeface="Malgun Gothic"/>
              </a:rPr>
              <a:t>C</a:t>
            </a:r>
            <a:r>
              <a:rPr sz="1200" spc="-5" dirty="0">
                <a:solidFill>
                  <a:srgbClr val="2C292A"/>
                </a:solidFill>
                <a:latin typeface="Malgun Gothic"/>
                <a:cs typeface="Malgun Gothic"/>
              </a:rPr>
              <a:t>o</a:t>
            </a:r>
            <a:r>
              <a:rPr sz="1200" spc="25" dirty="0">
                <a:solidFill>
                  <a:srgbClr val="2C292A"/>
                </a:solidFill>
                <a:latin typeface="Malgun Gothic"/>
                <a:cs typeface="Malgun Gothic"/>
              </a:rPr>
              <a:t>mmand</a:t>
            </a:r>
            <a:endParaRPr sz="12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00">
              <a:latin typeface="Malgun Gothic"/>
              <a:cs typeface="Malgun Gothic"/>
            </a:endParaRPr>
          </a:p>
          <a:p>
            <a:pPr marL="247650" marR="5080" indent="635">
              <a:lnSpc>
                <a:spcPct val="150000"/>
              </a:lnSpc>
            </a:pP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DRR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Command는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임의의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Register를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Read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하기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위한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Command로, </a:t>
            </a:r>
            <a:r>
              <a:rPr sz="1000" spc="-33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상에는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Read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갯수와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각각의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Register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번호를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31F20"/>
                </a:solidFill>
                <a:latin typeface="Malgun Gothic"/>
                <a:cs typeface="Malgun Gothic"/>
              </a:rPr>
              <a:t>설정합니다.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Malgun Gothic"/>
              <a:cs typeface="Malgun Gothic"/>
            </a:endParaRPr>
          </a:p>
          <a:p>
            <a:pPr marL="247650">
              <a:lnSpc>
                <a:spcPct val="100000"/>
              </a:lnSpc>
            </a:pP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Forma</a:t>
            </a:r>
            <a:r>
              <a:rPr sz="900" spc="15" dirty="0">
                <a:solidFill>
                  <a:srgbClr val="231F20"/>
                </a:solidFill>
                <a:latin typeface="Malgun Gothic"/>
                <a:cs typeface="Malgun Gothic"/>
              </a:rPr>
              <a:t>t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187030" y="4140164"/>
            <a:ext cx="971550" cy="49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>
              <a:lnSpc>
                <a:spcPct val="152500"/>
              </a:lnSpc>
              <a:spcBef>
                <a:spcPts val="10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시작</a:t>
            </a:r>
            <a:r>
              <a:rPr sz="1000" spc="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1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Register </a:t>
            </a:r>
            <a:r>
              <a:rPr sz="1000" spc="-33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5" dirty="0">
                <a:solidFill>
                  <a:srgbClr val="231F20"/>
                </a:solidFill>
                <a:latin typeface="Malgun Gothic"/>
                <a:cs typeface="Malgun Gothic"/>
              </a:rPr>
              <a:t>1～32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58775" y="4693920"/>
            <a:ext cx="10071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응답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Fo</a:t>
            </a:r>
            <a:r>
              <a:rPr sz="900" spc="15" dirty="0">
                <a:solidFill>
                  <a:srgbClr val="231F20"/>
                </a:solidFill>
                <a:latin typeface="Malgun Gothic"/>
                <a:cs typeface="Malgun Gothic"/>
              </a:rPr>
              <a:t>rmat</a:t>
            </a:r>
            <a:endParaRPr sz="900">
              <a:latin typeface="Malgun Gothic"/>
              <a:cs typeface="Malgun Gothic"/>
            </a:endParaRPr>
          </a:p>
        </p:txBody>
      </p:sp>
      <p:pic>
        <p:nvPicPr>
          <p:cNvPr id="67" name="object 6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914897" y="4273040"/>
            <a:ext cx="238518" cy="76200"/>
          </a:xfrm>
          <a:prstGeom prst="rect">
            <a:avLst/>
          </a:prstGeom>
        </p:spPr>
      </p:pic>
      <p:sp>
        <p:nvSpPr>
          <p:cNvPr id="68" name="object 68"/>
          <p:cNvSpPr/>
          <p:nvPr/>
        </p:nvSpPr>
        <p:spPr>
          <a:xfrm>
            <a:off x="3053077" y="4510019"/>
            <a:ext cx="1100455" cy="76200"/>
          </a:xfrm>
          <a:custGeom>
            <a:avLst/>
            <a:gdLst/>
            <a:ahLst/>
            <a:cxnLst/>
            <a:rect l="l" t="t" r="r" b="b"/>
            <a:pathLst>
              <a:path w="1100454" h="76200">
                <a:moveTo>
                  <a:pt x="1024140" y="0"/>
                </a:moveTo>
                <a:lnTo>
                  <a:pt x="1024140" y="76199"/>
                </a:lnTo>
                <a:lnTo>
                  <a:pt x="1091196" y="42671"/>
                </a:lnTo>
                <a:lnTo>
                  <a:pt x="1037082" y="42671"/>
                </a:lnTo>
                <a:lnTo>
                  <a:pt x="1040904" y="41147"/>
                </a:lnTo>
                <a:lnTo>
                  <a:pt x="1041654" y="38099"/>
                </a:lnTo>
                <a:lnTo>
                  <a:pt x="1040904" y="34302"/>
                </a:lnTo>
                <a:lnTo>
                  <a:pt x="1037082" y="33527"/>
                </a:lnTo>
                <a:lnTo>
                  <a:pt x="1091196" y="33527"/>
                </a:lnTo>
                <a:lnTo>
                  <a:pt x="1024140" y="0"/>
                </a:lnTo>
                <a:close/>
              </a:path>
              <a:path w="1100454" h="76200">
                <a:moveTo>
                  <a:pt x="1024140" y="33527"/>
                </a:moveTo>
                <a:lnTo>
                  <a:pt x="4572" y="33527"/>
                </a:lnTo>
                <a:lnTo>
                  <a:pt x="1524" y="34302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1024140" y="42671"/>
                </a:lnTo>
                <a:lnTo>
                  <a:pt x="1024140" y="33527"/>
                </a:lnTo>
                <a:close/>
              </a:path>
              <a:path w="1100454" h="76200">
                <a:moveTo>
                  <a:pt x="1091196" y="33527"/>
                </a:moveTo>
                <a:lnTo>
                  <a:pt x="1037082" y="33527"/>
                </a:lnTo>
                <a:lnTo>
                  <a:pt x="1040904" y="34302"/>
                </a:lnTo>
                <a:lnTo>
                  <a:pt x="1041654" y="38099"/>
                </a:lnTo>
                <a:lnTo>
                  <a:pt x="1040904" y="41147"/>
                </a:lnTo>
                <a:lnTo>
                  <a:pt x="1037082" y="42671"/>
                </a:lnTo>
                <a:lnTo>
                  <a:pt x="1091196" y="42671"/>
                </a:lnTo>
                <a:lnTo>
                  <a:pt x="1100340" y="38099"/>
                </a:lnTo>
                <a:lnTo>
                  <a:pt x="1091196" y="33527"/>
                </a:lnTo>
                <a:close/>
              </a:path>
            </a:pathLst>
          </a:custGeom>
          <a:solidFill>
            <a:srgbClr val="050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883668" y="6130019"/>
            <a:ext cx="374650" cy="76200"/>
          </a:xfrm>
          <a:custGeom>
            <a:avLst/>
            <a:gdLst/>
            <a:ahLst/>
            <a:cxnLst/>
            <a:rect l="l" t="t" r="r" b="b"/>
            <a:pathLst>
              <a:path w="374650" h="76200">
                <a:moveTo>
                  <a:pt x="297929" y="0"/>
                </a:moveTo>
                <a:lnTo>
                  <a:pt x="297929" y="76200"/>
                </a:lnTo>
                <a:lnTo>
                  <a:pt x="364934" y="42697"/>
                </a:lnTo>
                <a:lnTo>
                  <a:pt x="310895" y="42697"/>
                </a:lnTo>
                <a:lnTo>
                  <a:pt x="313918" y="41922"/>
                </a:lnTo>
                <a:lnTo>
                  <a:pt x="315455" y="38100"/>
                </a:lnTo>
                <a:lnTo>
                  <a:pt x="313918" y="35077"/>
                </a:lnTo>
                <a:lnTo>
                  <a:pt x="310895" y="33540"/>
                </a:lnTo>
                <a:lnTo>
                  <a:pt x="365010" y="33540"/>
                </a:lnTo>
                <a:lnTo>
                  <a:pt x="297929" y="0"/>
                </a:lnTo>
                <a:close/>
              </a:path>
              <a:path w="374650" h="76200">
                <a:moveTo>
                  <a:pt x="297929" y="33540"/>
                </a:moveTo>
                <a:lnTo>
                  <a:pt x="4559" y="33540"/>
                </a:lnTo>
                <a:lnTo>
                  <a:pt x="1511" y="35077"/>
                </a:lnTo>
                <a:lnTo>
                  <a:pt x="0" y="38100"/>
                </a:lnTo>
                <a:lnTo>
                  <a:pt x="1511" y="41922"/>
                </a:lnTo>
                <a:lnTo>
                  <a:pt x="4559" y="42697"/>
                </a:lnTo>
                <a:lnTo>
                  <a:pt x="297929" y="42697"/>
                </a:lnTo>
                <a:lnTo>
                  <a:pt x="297929" y="33540"/>
                </a:lnTo>
                <a:close/>
              </a:path>
              <a:path w="374650" h="76200">
                <a:moveTo>
                  <a:pt x="365010" y="33540"/>
                </a:moveTo>
                <a:lnTo>
                  <a:pt x="310895" y="33540"/>
                </a:lnTo>
                <a:lnTo>
                  <a:pt x="313918" y="35077"/>
                </a:lnTo>
                <a:lnTo>
                  <a:pt x="315455" y="38100"/>
                </a:lnTo>
                <a:lnTo>
                  <a:pt x="313918" y="41922"/>
                </a:lnTo>
                <a:lnTo>
                  <a:pt x="310895" y="42697"/>
                </a:lnTo>
                <a:lnTo>
                  <a:pt x="364934" y="42697"/>
                </a:lnTo>
                <a:lnTo>
                  <a:pt x="374129" y="38100"/>
                </a:lnTo>
                <a:lnTo>
                  <a:pt x="365010" y="33540"/>
                </a:lnTo>
                <a:close/>
              </a:path>
            </a:pathLst>
          </a:custGeom>
          <a:solidFill>
            <a:srgbClr val="050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52436" y="5192509"/>
          <a:ext cx="3605529" cy="88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1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4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6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20986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Bytes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3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R="152400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6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Frame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45085" indent="3175" algn="just">
                        <a:lnSpc>
                          <a:spcPct val="1262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  T  X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90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DWS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04775" algn="r">
                        <a:lnSpc>
                          <a:spcPct val="100000"/>
                        </a:lnSpc>
                      </a:pPr>
                      <a:r>
                        <a:rPr sz="90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OK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9050" algn="ctr">
                        <a:lnSpc>
                          <a:spcPct val="100000"/>
                        </a:lnSpc>
                      </a:pPr>
                      <a:r>
                        <a:rPr sz="90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CheckSUM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08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411725" y="553852"/>
            <a:ext cx="6741795" cy="336550"/>
            <a:chOff x="411725" y="553852"/>
            <a:chExt cx="6741795" cy="336550"/>
          </a:xfrm>
        </p:grpSpPr>
        <p:sp>
          <p:nvSpPr>
            <p:cNvPr id="4" name="object 4"/>
            <p:cNvSpPr/>
            <p:nvPr/>
          </p:nvSpPr>
          <p:spPr>
            <a:xfrm>
              <a:off x="419823" y="564299"/>
              <a:ext cx="6730365" cy="315595"/>
            </a:xfrm>
            <a:custGeom>
              <a:avLst/>
              <a:gdLst/>
              <a:ahLst/>
              <a:cxnLst/>
              <a:rect l="l" t="t" r="r" b="b"/>
              <a:pathLst>
                <a:path w="6730365" h="315594">
                  <a:moveTo>
                    <a:pt x="6730199" y="0"/>
                  </a:moveTo>
                  <a:lnTo>
                    <a:pt x="0" y="0"/>
                  </a:lnTo>
                  <a:lnTo>
                    <a:pt x="0" y="314998"/>
                  </a:lnTo>
                  <a:lnTo>
                    <a:pt x="6730199" y="314998"/>
                  </a:lnTo>
                  <a:lnTo>
                    <a:pt x="6730199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1721" y="553859"/>
              <a:ext cx="6741795" cy="336550"/>
            </a:xfrm>
            <a:custGeom>
              <a:avLst/>
              <a:gdLst/>
              <a:ahLst/>
              <a:cxnLst/>
              <a:rect l="l" t="t" r="r" b="b"/>
              <a:pathLst>
                <a:path w="6741795" h="336550">
                  <a:moveTo>
                    <a:pt x="1422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20040"/>
                  </a:lnTo>
                  <a:lnTo>
                    <a:pt x="0" y="336550"/>
                  </a:lnTo>
                  <a:lnTo>
                    <a:pt x="142201" y="336550"/>
                  </a:lnTo>
                  <a:lnTo>
                    <a:pt x="142201" y="320040"/>
                  </a:lnTo>
                  <a:lnTo>
                    <a:pt x="16205" y="320040"/>
                  </a:lnTo>
                  <a:lnTo>
                    <a:pt x="16205" y="15240"/>
                  </a:lnTo>
                  <a:lnTo>
                    <a:pt x="142201" y="15240"/>
                  </a:lnTo>
                  <a:lnTo>
                    <a:pt x="142201" y="0"/>
                  </a:lnTo>
                  <a:close/>
                </a:path>
                <a:path w="6741795" h="336550">
                  <a:moveTo>
                    <a:pt x="6741642" y="0"/>
                  </a:moveTo>
                  <a:lnTo>
                    <a:pt x="6599441" y="0"/>
                  </a:lnTo>
                  <a:lnTo>
                    <a:pt x="6599441" y="15240"/>
                  </a:lnTo>
                  <a:lnTo>
                    <a:pt x="6725425" y="15240"/>
                  </a:lnTo>
                  <a:lnTo>
                    <a:pt x="6725425" y="320040"/>
                  </a:lnTo>
                  <a:lnTo>
                    <a:pt x="6599441" y="320040"/>
                  </a:lnTo>
                  <a:lnTo>
                    <a:pt x="6599441" y="336550"/>
                  </a:lnTo>
                  <a:lnTo>
                    <a:pt x="6741642" y="336550"/>
                  </a:lnTo>
                  <a:lnTo>
                    <a:pt x="6741642" y="320040"/>
                  </a:lnTo>
                  <a:lnTo>
                    <a:pt x="6741642" y="15240"/>
                  </a:lnTo>
                  <a:lnTo>
                    <a:pt x="6741642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930" y="609915"/>
            <a:ext cx="67094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Arial"/>
                <a:cs typeface="Arial"/>
              </a:rPr>
              <a:t>M74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36679" y="627049"/>
            <a:ext cx="1412875" cy="180975"/>
          </a:xfrm>
          <a:custGeom>
            <a:avLst/>
            <a:gdLst/>
            <a:ahLst/>
            <a:cxnLst/>
            <a:rect l="l" t="t" r="r" b="b"/>
            <a:pathLst>
              <a:path w="1412875" h="180975">
                <a:moveTo>
                  <a:pt x="148475" y="355"/>
                </a:moveTo>
                <a:lnTo>
                  <a:pt x="0" y="355"/>
                </a:lnTo>
                <a:lnTo>
                  <a:pt x="0" y="35915"/>
                </a:lnTo>
                <a:lnTo>
                  <a:pt x="50723" y="35915"/>
                </a:lnTo>
                <a:lnTo>
                  <a:pt x="50723" y="179425"/>
                </a:lnTo>
                <a:lnTo>
                  <a:pt x="97332" y="179425"/>
                </a:lnTo>
                <a:lnTo>
                  <a:pt x="97332" y="35915"/>
                </a:lnTo>
                <a:lnTo>
                  <a:pt x="148475" y="35915"/>
                </a:lnTo>
                <a:lnTo>
                  <a:pt x="148475" y="355"/>
                </a:lnTo>
                <a:close/>
              </a:path>
              <a:path w="1412875" h="180975">
                <a:moveTo>
                  <a:pt x="261543" y="82257"/>
                </a:moveTo>
                <a:lnTo>
                  <a:pt x="260845" y="71221"/>
                </a:lnTo>
                <a:lnTo>
                  <a:pt x="258305" y="65176"/>
                </a:lnTo>
                <a:lnTo>
                  <a:pt x="251853" y="61963"/>
                </a:lnTo>
                <a:lnTo>
                  <a:pt x="239420" y="59474"/>
                </a:lnTo>
                <a:lnTo>
                  <a:pt x="219176" y="59474"/>
                </a:lnTo>
                <a:lnTo>
                  <a:pt x="219176" y="89839"/>
                </a:lnTo>
                <a:lnTo>
                  <a:pt x="219176" y="103136"/>
                </a:lnTo>
                <a:lnTo>
                  <a:pt x="161531" y="103136"/>
                </a:lnTo>
                <a:lnTo>
                  <a:pt x="161531" y="89839"/>
                </a:lnTo>
                <a:lnTo>
                  <a:pt x="219176" y="89839"/>
                </a:lnTo>
                <a:lnTo>
                  <a:pt x="219176" y="59474"/>
                </a:lnTo>
                <a:lnTo>
                  <a:pt x="142557" y="59474"/>
                </a:lnTo>
                <a:lnTo>
                  <a:pt x="128638" y="60375"/>
                </a:lnTo>
                <a:lnTo>
                  <a:pt x="121500" y="63360"/>
                </a:lnTo>
                <a:lnTo>
                  <a:pt x="118859" y="70840"/>
                </a:lnTo>
                <a:lnTo>
                  <a:pt x="118567" y="82257"/>
                </a:lnTo>
                <a:lnTo>
                  <a:pt x="118491" y="158445"/>
                </a:lnTo>
                <a:lnTo>
                  <a:pt x="120777" y="170891"/>
                </a:lnTo>
                <a:lnTo>
                  <a:pt x="124053" y="177279"/>
                </a:lnTo>
                <a:lnTo>
                  <a:pt x="130556" y="179641"/>
                </a:lnTo>
                <a:lnTo>
                  <a:pt x="142557" y="179971"/>
                </a:lnTo>
                <a:lnTo>
                  <a:pt x="261493" y="179971"/>
                </a:lnTo>
                <a:lnTo>
                  <a:pt x="261493" y="154012"/>
                </a:lnTo>
                <a:lnTo>
                  <a:pt x="161378" y="154012"/>
                </a:lnTo>
                <a:lnTo>
                  <a:pt x="161378" y="130149"/>
                </a:lnTo>
                <a:lnTo>
                  <a:pt x="261543" y="129997"/>
                </a:lnTo>
                <a:lnTo>
                  <a:pt x="261543" y="103136"/>
                </a:lnTo>
                <a:lnTo>
                  <a:pt x="261543" y="89839"/>
                </a:lnTo>
                <a:lnTo>
                  <a:pt x="261543" y="82257"/>
                </a:lnTo>
                <a:close/>
              </a:path>
              <a:path w="1412875" h="180975">
                <a:moveTo>
                  <a:pt x="500100" y="73240"/>
                </a:moveTo>
                <a:lnTo>
                  <a:pt x="497840" y="66179"/>
                </a:lnTo>
                <a:lnTo>
                  <a:pt x="490753" y="62865"/>
                </a:lnTo>
                <a:lnTo>
                  <a:pt x="476694" y="60896"/>
                </a:lnTo>
                <a:lnTo>
                  <a:pt x="409130" y="60896"/>
                </a:lnTo>
                <a:lnTo>
                  <a:pt x="401828" y="65405"/>
                </a:lnTo>
                <a:lnTo>
                  <a:pt x="388086" y="60236"/>
                </a:lnTo>
                <a:lnTo>
                  <a:pt x="329057" y="60236"/>
                </a:lnTo>
                <a:lnTo>
                  <a:pt x="320522" y="65493"/>
                </a:lnTo>
                <a:lnTo>
                  <a:pt x="320522" y="56299"/>
                </a:lnTo>
                <a:lnTo>
                  <a:pt x="279793" y="56299"/>
                </a:lnTo>
                <a:lnTo>
                  <a:pt x="279793" y="60236"/>
                </a:lnTo>
                <a:lnTo>
                  <a:pt x="279793" y="180378"/>
                </a:lnTo>
                <a:lnTo>
                  <a:pt x="317220" y="180378"/>
                </a:lnTo>
                <a:lnTo>
                  <a:pt x="317220" y="88493"/>
                </a:lnTo>
                <a:lnTo>
                  <a:pt x="367728" y="88493"/>
                </a:lnTo>
                <a:lnTo>
                  <a:pt x="367728" y="180378"/>
                </a:lnTo>
                <a:lnTo>
                  <a:pt x="409130" y="180378"/>
                </a:lnTo>
                <a:lnTo>
                  <a:pt x="409130" y="89801"/>
                </a:lnTo>
                <a:lnTo>
                  <a:pt x="459600" y="89801"/>
                </a:lnTo>
                <a:lnTo>
                  <a:pt x="459600" y="180378"/>
                </a:lnTo>
                <a:lnTo>
                  <a:pt x="499681" y="180378"/>
                </a:lnTo>
                <a:lnTo>
                  <a:pt x="499681" y="86423"/>
                </a:lnTo>
                <a:lnTo>
                  <a:pt x="500100" y="73240"/>
                </a:lnTo>
                <a:close/>
              </a:path>
              <a:path w="1412875" h="180975">
                <a:moveTo>
                  <a:pt x="641692" y="59334"/>
                </a:moveTo>
                <a:lnTo>
                  <a:pt x="540143" y="59334"/>
                </a:lnTo>
                <a:lnTo>
                  <a:pt x="527761" y="62039"/>
                </a:lnTo>
                <a:lnTo>
                  <a:pt x="521411" y="65379"/>
                </a:lnTo>
                <a:lnTo>
                  <a:pt x="519099" y="71564"/>
                </a:lnTo>
                <a:lnTo>
                  <a:pt x="518833" y="82778"/>
                </a:lnTo>
                <a:lnTo>
                  <a:pt x="518833" y="155028"/>
                </a:lnTo>
                <a:lnTo>
                  <a:pt x="519214" y="169125"/>
                </a:lnTo>
                <a:lnTo>
                  <a:pt x="521881" y="176428"/>
                </a:lnTo>
                <a:lnTo>
                  <a:pt x="529094" y="179260"/>
                </a:lnTo>
                <a:lnTo>
                  <a:pt x="543140" y="179971"/>
                </a:lnTo>
                <a:lnTo>
                  <a:pt x="641045" y="179971"/>
                </a:lnTo>
                <a:lnTo>
                  <a:pt x="641045" y="153682"/>
                </a:lnTo>
                <a:lnTo>
                  <a:pt x="562864" y="153682"/>
                </a:lnTo>
                <a:lnTo>
                  <a:pt x="562864" y="82334"/>
                </a:lnTo>
                <a:lnTo>
                  <a:pt x="641692" y="82334"/>
                </a:lnTo>
                <a:lnTo>
                  <a:pt x="641692" y="59334"/>
                </a:lnTo>
                <a:close/>
              </a:path>
              <a:path w="1412875" h="180975">
                <a:moveTo>
                  <a:pt x="799719" y="83058"/>
                </a:moveTo>
                <a:lnTo>
                  <a:pt x="795858" y="69989"/>
                </a:lnTo>
                <a:lnTo>
                  <a:pt x="787374" y="62801"/>
                </a:lnTo>
                <a:lnTo>
                  <a:pt x="778878" y="59766"/>
                </a:lnTo>
                <a:lnTo>
                  <a:pt x="775017" y="59143"/>
                </a:lnTo>
                <a:lnTo>
                  <a:pt x="756907" y="59156"/>
                </a:lnTo>
                <a:lnTo>
                  <a:pt x="756907" y="87083"/>
                </a:lnTo>
                <a:lnTo>
                  <a:pt x="756907" y="153162"/>
                </a:lnTo>
                <a:lnTo>
                  <a:pt x="695744" y="153162"/>
                </a:lnTo>
                <a:lnTo>
                  <a:pt x="695744" y="87083"/>
                </a:lnTo>
                <a:lnTo>
                  <a:pt x="756907" y="87083"/>
                </a:lnTo>
                <a:lnTo>
                  <a:pt x="756907" y="59156"/>
                </a:lnTo>
                <a:lnTo>
                  <a:pt x="679691" y="59156"/>
                </a:lnTo>
                <a:lnTo>
                  <a:pt x="666064" y="63474"/>
                </a:lnTo>
                <a:lnTo>
                  <a:pt x="658799" y="71678"/>
                </a:lnTo>
                <a:lnTo>
                  <a:pt x="655904" y="79641"/>
                </a:lnTo>
                <a:lnTo>
                  <a:pt x="655408" y="83058"/>
                </a:lnTo>
                <a:lnTo>
                  <a:pt x="655281" y="156159"/>
                </a:lnTo>
                <a:lnTo>
                  <a:pt x="659091" y="168414"/>
                </a:lnTo>
                <a:lnTo>
                  <a:pt x="665454" y="175564"/>
                </a:lnTo>
                <a:lnTo>
                  <a:pt x="671423" y="178904"/>
                </a:lnTo>
                <a:lnTo>
                  <a:pt x="674065" y="179730"/>
                </a:lnTo>
                <a:lnTo>
                  <a:pt x="779106" y="179692"/>
                </a:lnTo>
                <a:lnTo>
                  <a:pt x="799719" y="87083"/>
                </a:lnTo>
                <a:lnTo>
                  <a:pt x="799719" y="83058"/>
                </a:lnTo>
                <a:close/>
              </a:path>
              <a:path w="1412875" h="180975">
                <a:moveTo>
                  <a:pt x="952487" y="140995"/>
                </a:moveTo>
                <a:lnTo>
                  <a:pt x="857211" y="140995"/>
                </a:lnTo>
                <a:lnTo>
                  <a:pt x="857211" y="2565"/>
                </a:lnTo>
                <a:lnTo>
                  <a:pt x="815162" y="2565"/>
                </a:lnTo>
                <a:lnTo>
                  <a:pt x="815162" y="140995"/>
                </a:lnTo>
                <a:lnTo>
                  <a:pt x="815162" y="179095"/>
                </a:lnTo>
                <a:lnTo>
                  <a:pt x="952487" y="179095"/>
                </a:lnTo>
                <a:lnTo>
                  <a:pt x="952487" y="140995"/>
                </a:lnTo>
                <a:close/>
              </a:path>
              <a:path w="1412875" h="180975">
                <a:moveTo>
                  <a:pt x="1008481" y="51892"/>
                </a:moveTo>
                <a:lnTo>
                  <a:pt x="969581" y="51892"/>
                </a:lnTo>
                <a:lnTo>
                  <a:pt x="969581" y="179146"/>
                </a:lnTo>
                <a:lnTo>
                  <a:pt x="1008481" y="179146"/>
                </a:lnTo>
                <a:lnTo>
                  <a:pt x="1008481" y="51892"/>
                </a:lnTo>
                <a:close/>
              </a:path>
              <a:path w="1412875" h="180975">
                <a:moveTo>
                  <a:pt x="1008481" y="0"/>
                </a:moveTo>
                <a:lnTo>
                  <a:pt x="969581" y="0"/>
                </a:lnTo>
                <a:lnTo>
                  <a:pt x="969581" y="32600"/>
                </a:lnTo>
                <a:lnTo>
                  <a:pt x="1008481" y="32600"/>
                </a:lnTo>
                <a:lnTo>
                  <a:pt x="1008481" y="0"/>
                </a:lnTo>
                <a:close/>
              </a:path>
              <a:path w="1412875" h="180975">
                <a:moveTo>
                  <a:pt x="1170800" y="67691"/>
                </a:moveTo>
                <a:lnTo>
                  <a:pt x="1167917" y="59702"/>
                </a:lnTo>
                <a:lnTo>
                  <a:pt x="1159306" y="57010"/>
                </a:lnTo>
                <a:lnTo>
                  <a:pt x="1079919" y="57137"/>
                </a:lnTo>
                <a:lnTo>
                  <a:pt x="1070076" y="60426"/>
                </a:lnTo>
                <a:lnTo>
                  <a:pt x="1070076" y="51879"/>
                </a:lnTo>
                <a:lnTo>
                  <a:pt x="1026045" y="51879"/>
                </a:lnTo>
                <a:lnTo>
                  <a:pt x="1026020" y="179197"/>
                </a:lnTo>
                <a:lnTo>
                  <a:pt x="1066800" y="179197"/>
                </a:lnTo>
                <a:lnTo>
                  <a:pt x="1066800" y="85394"/>
                </a:lnTo>
                <a:lnTo>
                  <a:pt x="1125905" y="85394"/>
                </a:lnTo>
                <a:lnTo>
                  <a:pt x="1125905" y="179197"/>
                </a:lnTo>
                <a:lnTo>
                  <a:pt x="1170609" y="179197"/>
                </a:lnTo>
                <a:lnTo>
                  <a:pt x="1170609" y="83426"/>
                </a:lnTo>
                <a:lnTo>
                  <a:pt x="1170800" y="67691"/>
                </a:lnTo>
                <a:close/>
              </a:path>
              <a:path w="1412875" h="180975">
                <a:moveTo>
                  <a:pt x="1329931" y="82257"/>
                </a:moveTo>
                <a:lnTo>
                  <a:pt x="1329220" y="71221"/>
                </a:lnTo>
                <a:lnTo>
                  <a:pt x="1326667" y="65176"/>
                </a:lnTo>
                <a:lnTo>
                  <a:pt x="1320215" y="61963"/>
                </a:lnTo>
                <a:lnTo>
                  <a:pt x="1307782" y="59474"/>
                </a:lnTo>
                <a:lnTo>
                  <a:pt x="1287564" y="59474"/>
                </a:lnTo>
                <a:lnTo>
                  <a:pt x="1287564" y="89839"/>
                </a:lnTo>
                <a:lnTo>
                  <a:pt x="1287564" y="103136"/>
                </a:lnTo>
                <a:lnTo>
                  <a:pt x="1229918" y="103136"/>
                </a:lnTo>
                <a:lnTo>
                  <a:pt x="1229918" y="89839"/>
                </a:lnTo>
                <a:lnTo>
                  <a:pt x="1287564" y="89839"/>
                </a:lnTo>
                <a:lnTo>
                  <a:pt x="1287564" y="59474"/>
                </a:lnTo>
                <a:lnTo>
                  <a:pt x="1210945" y="59474"/>
                </a:lnTo>
                <a:lnTo>
                  <a:pt x="1197025" y="60375"/>
                </a:lnTo>
                <a:lnTo>
                  <a:pt x="1189888" y="63360"/>
                </a:lnTo>
                <a:lnTo>
                  <a:pt x="1187246" y="70840"/>
                </a:lnTo>
                <a:lnTo>
                  <a:pt x="1186954" y="82257"/>
                </a:lnTo>
                <a:lnTo>
                  <a:pt x="1186878" y="158445"/>
                </a:lnTo>
                <a:lnTo>
                  <a:pt x="1189164" y="170891"/>
                </a:lnTo>
                <a:lnTo>
                  <a:pt x="1192441" y="177279"/>
                </a:lnTo>
                <a:lnTo>
                  <a:pt x="1198943" y="179641"/>
                </a:lnTo>
                <a:lnTo>
                  <a:pt x="1210945" y="179971"/>
                </a:lnTo>
                <a:lnTo>
                  <a:pt x="1329880" y="179971"/>
                </a:lnTo>
                <a:lnTo>
                  <a:pt x="1329880" y="154012"/>
                </a:lnTo>
                <a:lnTo>
                  <a:pt x="1229741" y="154012"/>
                </a:lnTo>
                <a:lnTo>
                  <a:pt x="1229741" y="130149"/>
                </a:lnTo>
                <a:lnTo>
                  <a:pt x="1329931" y="129997"/>
                </a:lnTo>
                <a:lnTo>
                  <a:pt x="1329931" y="103136"/>
                </a:lnTo>
                <a:lnTo>
                  <a:pt x="1329931" y="89839"/>
                </a:lnTo>
                <a:lnTo>
                  <a:pt x="1329931" y="82257"/>
                </a:lnTo>
                <a:close/>
              </a:path>
              <a:path w="1412875" h="180975">
                <a:moveTo>
                  <a:pt x="1371396" y="18846"/>
                </a:moveTo>
                <a:lnTo>
                  <a:pt x="1338757" y="18846"/>
                </a:lnTo>
                <a:lnTo>
                  <a:pt x="1338757" y="26936"/>
                </a:lnTo>
                <a:lnTo>
                  <a:pt x="1351013" y="26936"/>
                </a:lnTo>
                <a:lnTo>
                  <a:pt x="1351013" y="51282"/>
                </a:lnTo>
                <a:lnTo>
                  <a:pt x="1358900" y="51282"/>
                </a:lnTo>
                <a:lnTo>
                  <a:pt x="1358900" y="26949"/>
                </a:lnTo>
                <a:lnTo>
                  <a:pt x="1371396" y="26936"/>
                </a:lnTo>
                <a:lnTo>
                  <a:pt x="1371396" y="18846"/>
                </a:lnTo>
                <a:close/>
              </a:path>
              <a:path w="1412875" h="180975">
                <a:moveTo>
                  <a:pt x="1412506" y="22720"/>
                </a:moveTo>
                <a:lnTo>
                  <a:pt x="1412455" y="20523"/>
                </a:lnTo>
                <a:lnTo>
                  <a:pt x="1410665" y="18757"/>
                </a:lnTo>
                <a:lnTo>
                  <a:pt x="1399184" y="18745"/>
                </a:lnTo>
                <a:lnTo>
                  <a:pt x="1397406" y="20510"/>
                </a:lnTo>
                <a:lnTo>
                  <a:pt x="1397355" y="22694"/>
                </a:lnTo>
                <a:lnTo>
                  <a:pt x="1397355" y="18745"/>
                </a:lnTo>
                <a:lnTo>
                  <a:pt x="1384007" y="18745"/>
                </a:lnTo>
                <a:lnTo>
                  <a:pt x="1382242" y="20485"/>
                </a:lnTo>
                <a:lnTo>
                  <a:pt x="1382166" y="22656"/>
                </a:lnTo>
                <a:lnTo>
                  <a:pt x="1382166" y="18732"/>
                </a:lnTo>
                <a:lnTo>
                  <a:pt x="1374089" y="18732"/>
                </a:lnTo>
                <a:lnTo>
                  <a:pt x="1374089" y="51231"/>
                </a:lnTo>
                <a:lnTo>
                  <a:pt x="1382166" y="51231"/>
                </a:lnTo>
                <a:lnTo>
                  <a:pt x="1382166" y="23507"/>
                </a:lnTo>
                <a:lnTo>
                  <a:pt x="1389265" y="23507"/>
                </a:lnTo>
                <a:lnTo>
                  <a:pt x="1389265" y="51231"/>
                </a:lnTo>
                <a:lnTo>
                  <a:pt x="1397355" y="51231"/>
                </a:lnTo>
                <a:lnTo>
                  <a:pt x="1397355" y="23507"/>
                </a:lnTo>
                <a:lnTo>
                  <a:pt x="1404391" y="23507"/>
                </a:lnTo>
                <a:lnTo>
                  <a:pt x="1404391" y="51219"/>
                </a:lnTo>
                <a:lnTo>
                  <a:pt x="1412506" y="51219"/>
                </a:lnTo>
                <a:lnTo>
                  <a:pt x="1412506" y="2272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54183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04767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35941" y="6350"/>
                </a:lnTo>
                <a:lnTo>
                  <a:pt x="35941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6173" y="6436485"/>
            <a:ext cx="5765800" cy="2543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b="1" spc="-35" dirty="0">
                <a:solidFill>
                  <a:srgbClr val="231F20"/>
                </a:solidFill>
                <a:latin typeface="Malgun Gothic"/>
                <a:cs typeface="Malgun Gothic"/>
              </a:rPr>
              <a:t>예) </a:t>
            </a:r>
            <a:r>
              <a:rPr sz="1100" b="1" spc="-1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5" dirty="0">
                <a:solidFill>
                  <a:srgbClr val="231F20"/>
                </a:solidFill>
                <a:latin typeface="Malgun Gothic"/>
                <a:cs typeface="Malgun Gothic"/>
              </a:rPr>
              <a:t>CH1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1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SV0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31F20"/>
                </a:solidFill>
                <a:latin typeface="Malgun Gothic"/>
                <a:cs typeface="Malgun Gothic"/>
              </a:rPr>
              <a:t>~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231F20"/>
                </a:solidFill>
                <a:latin typeface="Malgun Gothic"/>
                <a:cs typeface="Malgun Gothic"/>
              </a:rPr>
              <a:t>3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값을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변경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45" dirty="0">
                <a:solidFill>
                  <a:srgbClr val="231F20"/>
                </a:solidFill>
                <a:latin typeface="Malgun Gothic"/>
                <a:cs typeface="Malgun Gothic"/>
              </a:rPr>
              <a:t>(입력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모드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소숫점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Malgun Gothic"/>
                <a:cs typeface="Malgun Gothic"/>
              </a:rPr>
              <a:t>1자리)</a:t>
            </a:r>
            <a:endParaRPr sz="1100">
              <a:latin typeface="Malgun Gothic"/>
              <a:cs typeface="Malgun Gothic"/>
            </a:endParaRPr>
          </a:p>
          <a:p>
            <a:pPr marL="298450" algn="just">
              <a:lnSpc>
                <a:spcPct val="100000"/>
              </a:lnSpc>
              <a:spcBef>
                <a:spcPts val="785"/>
              </a:spcBef>
            </a:pPr>
            <a:r>
              <a:rPr sz="1100" spc="30" dirty="0">
                <a:solidFill>
                  <a:srgbClr val="231F20"/>
                </a:solidFill>
                <a:latin typeface="Malgun Gothic"/>
                <a:cs typeface="Malgun Gothic"/>
              </a:rPr>
              <a:t>CH1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70" dirty="0">
                <a:solidFill>
                  <a:srgbClr val="231F20"/>
                </a:solidFill>
                <a:latin typeface="Malgun Gothic"/>
                <a:cs typeface="Malgun Gothic"/>
              </a:rPr>
              <a:t>의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D-Register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10" dirty="0">
                <a:solidFill>
                  <a:srgbClr val="231F20"/>
                </a:solidFill>
                <a:latin typeface="Malgun Gothic"/>
                <a:cs typeface="Malgun Gothic"/>
              </a:rPr>
              <a:t>Address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10" dirty="0">
                <a:solidFill>
                  <a:srgbClr val="231F20"/>
                </a:solidFill>
                <a:latin typeface="Malgun Gothic"/>
                <a:cs typeface="Malgun Gothic"/>
              </a:rPr>
              <a:t>는,</a:t>
            </a:r>
            <a:endParaRPr sz="1100">
              <a:latin typeface="Malgun Gothic"/>
              <a:cs typeface="Malgun Gothic"/>
            </a:endParaRPr>
          </a:p>
          <a:p>
            <a:pPr marL="298450" algn="just">
              <a:lnSpc>
                <a:spcPct val="100000"/>
              </a:lnSpc>
              <a:spcBef>
                <a:spcPts val="400"/>
              </a:spcBef>
            </a:pPr>
            <a:r>
              <a:rPr sz="1100" spc="-70" dirty="0">
                <a:solidFill>
                  <a:srgbClr val="231F20"/>
                </a:solidFill>
                <a:latin typeface="Malgun Gothic"/>
                <a:cs typeface="Malgun Gothic"/>
              </a:rPr>
              <a:t>각</a:t>
            </a:r>
            <a:r>
              <a:rPr sz="1100" spc="21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SV0(0117),</a:t>
            </a:r>
            <a:r>
              <a:rPr sz="1100" spc="2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SV1(0118),</a:t>
            </a:r>
            <a:r>
              <a:rPr sz="1100" spc="21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SV2(0119),</a:t>
            </a:r>
            <a:r>
              <a:rPr sz="1100" spc="2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0" dirty="0">
                <a:solidFill>
                  <a:srgbClr val="231F20"/>
                </a:solidFill>
                <a:latin typeface="Malgun Gothic"/>
                <a:cs typeface="Malgun Gothic"/>
              </a:rPr>
              <a:t>SV3(0120)</a:t>
            </a:r>
            <a:endParaRPr sz="1100">
              <a:latin typeface="Malgun Gothic"/>
              <a:cs typeface="Malgun Gothic"/>
            </a:endParaRPr>
          </a:p>
          <a:p>
            <a:pPr marL="309880" marR="2602865" algn="just">
              <a:lnSpc>
                <a:spcPct val="136900"/>
              </a:lnSpc>
              <a:spcBef>
                <a:spcPts val="360"/>
              </a:spcBef>
            </a:pPr>
            <a:r>
              <a:rPr sz="1100" spc="-5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r>
              <a:rPr sz="1100" spc="25" dirty="0">
                <a:solidFill>
                  <a:srgbClr val="231F20"/>
                </a:solidFill>
                <a:latin typeface="Malgun Gothic"/>
                <a:cs typeface="Malgun Gothic"/>
              </a:rPr>
              <a:t>V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9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011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7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(</a:t>
            </a:r>
            <a:r>
              <a:rPr sz="1100" spc="-5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r>
              <a:rPr sz="1100" spc="25" dirty="0">
                <a:solidFill>
                  <a:srgbClr val="231F20"/>
                </a:solidFill>
                <a:latin typeface="Malgun Gothic"/>
                <a:cs typeface="Malgun Gothic"/>
              </a:rPr>
              <a:t>V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0)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55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10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75" dirty="0">
                <a:solidFill>
                  <a:srgbClr val="231F20"/>
                </a:solidFill>
                <a:latin typeface="Malgun Gothic"/>
                <a:cs typeface="Malgun Gothic"/>
              </a:rPr>
              <a:t>.0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3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E</a:t>
            </a:r>
            <a:r>
              <a:rPr sz="1100" spc="45" dirty="0">
                <a:solidFill>
                  <a:srgbClr val="231F20"/>
                </a:solidFill>
                <a:latin typeface="Malgun Gothic"/>
                <a:cs typeface="Malgun Gothic"/>
              </a:rPr>
              <a:t>8  </a:t>
            </a:r>
            <a:r>
              <a:rPr sz="1100" spc="-5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r>
              <a:rPr sz="1100" spc="25" dirty="0">
                <a:solidFill>
                  <a:srgbClr val="231F20"/>
                </a:solidFill>
                <a:latin typeface="Malgun Gothic"/>
                <a:cs typeface="Malgun Gothic"/>
              </a:rPr>
              <a:t>V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9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011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8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(</a:t>
            </a:r>
            <a:r>
              <a:rPr sz="1100" spc="-5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r>
              <a:rPr sz="1100" spc="25" dirty="0">
                <a:solidFill>
                  <a:srgbClr val="231F20"/>
                </a:solidFill>
                <a:latin typeface="Malgun Gothic"/>
                <a:cs typeface="Malgun Gothic"/>
              </a:rPr>
              <a:t>V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1)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55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20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75" dirty="0">
                <a:solidFill>
                  <a:srgbClr val="231F20"/>
                </a:solidFill>
                <a:latin typeface="Malgun Gothic"/>
                <a:cs typeface="Malgun Gothic"/>
              </a:rPr>
              <a:t>.0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7</a:t>
            </a:r>
            <a:r>
              <a:rPr sz="1100" spc="10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100" spc="45" dirty="0">
                <a:solidFill>
                  <a:srgbClr val="231F20"/>
                </a:solidFill>
                <a:latin typeface="Malgun Gothic"/>
                <a:cs typeface="Malgun Gothic"/>
              </a:rPr>
              <a:t>0  </a:t>
            </a:r>
            <a:r>
              <a:rPr sz="1100" spc="-5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r>
              <a:rPr sz="1100" spc="25" dirty="0">
                <a:solidFill>
                  <a:srgbClr val="231F20"/>
                </a:solidFill>
                <a:latin typeface="Malgun Gothic"/>
                <a:cs typeface="Malgun Gothic"/>
              </a:rPr>
              <a:t>V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9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119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(</a:t>
            </a:r>
            <a:r>
              <a:rPr sz="1100" spc="-5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r>
              <a:rPr sz="1100" spc="25" dirty="0">
                <a:solidFill>
                  <a:srgbClr val="231F20"/>
                </a:solidFill>
                <a:latin typeface="Malgun Gothic"/>
                <a:cs typeface="Malgun Gothic"/>
              </a:rPr>
              <a:t>V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2)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55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30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75" dirty="0">
                <a:solidFill>
                  <a:srgbClr val="231F20"/>
                </a:solidFill>
                <a:latin typeface="Malgun Gothic"/>
                <a:cs typeface="Malgun Gothic"/>
              </a:rPr>
              <a:t>.0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3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15" dirty="0">
                <a:solidFill>
                  <a:srgbClr val="231F20"/>
                </a:solidFill>
                <a:latin typeface="Malgun Gothic"/>
                <a:cs typeface="Malgun Gothic"/>
              </a:rPr>
              <a:t>B</a:t>
            </a:r>
            <a:r>
              <a:rPr sz="1100" spc="20" dirty="0">
                <a:solidFill>
                  <a:srgbClr val="231F20"/>
                </a:solidFill>
                <a:latin typeface="Malgun Gothic"/>
                <a:cs typeface="Malgun Gothic"/>
              </a:rPr>
              <a:t>B</a:t>
            </a:r>
            <a:r>
              <a:rPr sz="1100" spc="45" dirty="0">
                <a:solidFill>
                  <a:srgbClr val="231F20"/>
                </a:solidFill>
                <a:latin typeface="Malgun Gothic"/>
                <a:cs typeface="Malgun Gothic"/>
              </a:rPr>
              <a:t>8  </a:t>
            </a:r>
            <a:r>
              <a:rPr sz="1100" spc="-5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r>
              <a:rPr sz="1100" spc="25" dirty="0">
                <a:solidFill>
                  <a:srgbClr val="231F20"/>
                </a:solidFill>
                <a:latin typeface="Malgun Gothic"/>
                <a:cs typeface="Malgun Gothic"/>
              </a:rPr>
              <a:t>V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3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9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120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(</a:t>
            </a:r>
            <a:r>
              <a:rPr sz="1100" spc="-5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r>
              <a:rPr sz="1100" spc="25" dirty="0">
                <a:solidFill>
                  <a:srgbClr val="231F20"/>
                </a:solidFill>
                <a:latin typeface="Malgun Gothic"/>
                <a:cs typeface="Malgun Gothic"/>
              </a:rPr>
              <a:t>V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3)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55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40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75" dirty="0">
                <a:solidFill>
                  <a:srgbClr val="231F20"/>
                </a:solidFill>
                <a:latin typeface="Malgun Gothic"/>
                <a:cs typeface="Malgun Gothic"/>
              </a:rPr>
              <a:t>.0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40" dirty="0">
                <a:solidFill>
                  <a:srgbClr val="231F20"/>
                </a:solidFill>
                <a:latin typeface="Malgun Gothic"/>
                <a:cs typeface="Malgun Gothic"/>
              </a:rPr>
              <a:t>FA0</a:t>
            </a:r>
            <a:endParaRPr sz="11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Malgun Gothic"/>
              <a:cs typeface="Malgun Gothic"/>
            </a:endParaRPr>
          </a:p>
          <a:p>
            <a:pPr marL="304165" algn="just">
              <a:lnSpc>
                <a:spcPct val="100000"/>
              </a:lnSpc>
              <a:spcBef>
                <a:spcPts val="5"/>
              </a:spcBef>
            </a:pP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STX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0x02  </a:t>
            </a:r>
            <a:r>
              <a:rPr sz="1000" spc="4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CR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40" dirty="0">
                <a:solidFill>
                  <a:srgbClr val="231F20"/>
                </a:solidFill>
                <a:latin typeface="Malgun Gothic"/>
                <a:cs typeface="Malgun Gothic"/>
              </a:rPr>
              <a:t>0x0D  </a:t>
            </a:r>
            <a:r>
              <a:rPr sz="1000" spc="33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LF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0x0A</a:t>
            </a:r>
            <a:endParaRPr sz="1000">
              <a:latin typeface="Malgun Gothic"/>
              <a:cs typeface="Malgun Gothic"/>
            </a:endParaRPr>
          </a:p>
          <a:p>
            <a:pPr marL="284480">
              <a:lnSpc>
                <a:spcPct val="100000"/>
              </a:lnSpc>
              <a:spcBef>
                <a:spcPts val="955"/>
              </a:spcBef>
            </a:pPr>
            <a:r>
              <a:rPr sz="1650" b="1" spc="-104" baseline="2525" dirty="0">
                <a:solidFill>
                  <a:srgbClr val="2856A7"/>
                </a:solidFill>
                <a:latin typeface="Malgun Gothic"/>
                <a:cs typeface="Malgun Gothic"/>
              </a:rPr>
              <a:t>송신</a:t>
            </a:r>
            <a:r>
              <a:rPr sz="1650" b="1" spc="-120" baseline="252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650" b="1" spc="-104" baseline="2525" dirty="0">
                <a:solidFill>
                  <a:srgbClr val="2856A7"/>
                </a:solidFill>
                <a:latin typeface="Malgun Gothic"/>
                <a:cs typeface="Malgun Gothic"/>
              </a:rPr>
              <a:t>→</a:t>
            </a:r>
            <a:r>
              <a:rPr sz="1650" b="1" spc="-120" baseline="252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650" b="1" spc="-30" baseline="2525" dirty="0">
                <a:solidFill>
                  <a:srgbClr val="2856A7"/>
                </a:solidFill>
                <a:latin typeface="Malgun Gothic"/>
                <a:cs typeface="Malgun Gothic"/>
              </a:rPr>
              <a:t>STX</a:t>
            </a:r>
            <a:r>
              <a:rPr sz="1650" b="1" spc="-120" baseline="252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650" b="1" spc="-112" baseline="252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650" b="1" spc="30" baseline="252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650" b="1" spc="7" baseline="2525" dirty="0">
                <a:solidFill>
                  <a:srgbClr val="231F20"/>
                </a:solidFill>
                <a:latin typeface="Malgun Gothic"/>
                <a:cs typeface="Malgun Gothic"/>
              </a:rPr>
              <a:t>"01</a:t>
            </a:r>
            <a:r>
              <a:rPr sz="1650" b="1" spc="7" baseline="2525" dirty="0">
                <a:solidFill>
                  <a:srgbClr val="753825"/>
                </a:solidFill>
                <a:latin typeface="Malgun Gothic"/>
                <a:cs typeface="Malgun Gothic"/>
              </a:rPr>
              <a:t>DWS</a:t>
            </a:r>
            <a:r>
              <a:rPr sz="1650" b="1" spc="-375" baseline="2525" dirty="0">
                <a:solidFill>
                  <a:srgbClr val="753825"/>
                </a:solidFill>
                <a:latin typeface="Malgun Gothic"/>
                <a:cs typeface="Malgun Gothic"/>
              </a:rPr>
              <a:t> </a:t>
            </a:r>
            <a:r>
              <a:rPr sz="1650" b="1" spc="67" baseline="7575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650" b="1" spc="-202" baseline="75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650" b="1" spc="37" baseline="2525" dirty="0">
                <a:solidFill>
                  <a:srgbClr val="EE2E2A"/>
                </a:solidFill>
                <a:latin typeface="Malgun Gothic"/>
                <a:cs typeface="Malgun Gothic"/>
              </a:rPr>
              <a:t>04</a:t>
            </a:r>
            <a:r>
              <a:rPr sz="1650" b="1" spc="-412" baseline="2525" dirty="0">
                <a:solidFill>
                  <a:srgbClr val="EE2E2A"/>
                </a:solidFill>
                <a:latin typeface="Malgun Gothic"/>
                <a:cs typeface="Malgun Gothic"/>
              </a:rPr>
              <a:t> </a:t>
            </a:r>
            <a:r>
              <a:rPr sz="1650" b="1" spc="67" baseline="7575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650" b="1" spc="-89" baseline="75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650" b="1" spc="30" baseline="2525" dirty="0">
                <a:solidFill>
                  <a:srgbClr val="B55330"/>
                </a:solidFill>
                <a:latin typeface="Malgun Gothic"/>
                <a:cs typeface="Malgun Gothic"/>
              </a:rPr>
              <a:t>0117</a:t>
            </a:r>
            <a:r>
              <a:rPr sz="1650" b="1" spc="30" baseline="7575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650" b="1" spc="-195" baseline="75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30" dirty="0">
                <a:solidFill>
                  <a:srgbClr val="38AD5B"/>
                </a:solidFill>
                <a:latin typeface="Malgun Gothic"/>
                <a:cs typeface="Malgun Gothic"/>
              </a:rPr>
              <a:t>03E8,</a:t>
            </a:r>
            <a:r>
              <a:rPr sz="1100" b="1" spc="-80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1100" b="1" spc="20" dirty="0">
                <a:solidFill>
                  <a:srgbClr val="38AD5B"/>
                </a:solidFill>
                <a:latin typeface="Malgun Gothic"/>
                <a:cs typeface="Malgun Gothic"/>
              </a:rPr>
              <a:t>07D0,</a:t>
            </a:r>
            <a:r>
              <a:rPr sz="1100" b="1" spc="-75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1100" b="1" spc="5" dirty="0">
                <a:solidFill>
                  <a:srgbClr val="38AD5B"/>
                </a:solidFill>
                <a:latin typeface="Malgun Gothic"/>
                <a:cs typeface="Malgun Gothic"/>
              </a:rPr>
              <a:t>0BB8,</a:t>
            </a:r>
            <a:r>
              <a:rPr sz="1100" b="1" spc="-80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1100" b="1" spc="15" dirty="0">
                <a:solidFill>
                  <a:srgbClr val="38AD5B"/>
                </a:solidFill>
                <a:latin typeface="Malgun Gothic"/>
                <a:cs typeface="Malgun Gothic"/>
              </a:rPr>
              <a:t>0FA0</a:t>
            </a:r>
            <a:r>
              <a:rPr sz="1100" b="1" spc="-254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1100" b="1" spc="-55" dirty="0">
                <a:solidFill>
                  <a:srgbClr val="231F20"/>
                </a:solidFill>
                <a:latin typeface="Malgun Gothic"/>
                <a:cs typeface="Malgun Gothic"/>
              </a:rPr>
              <a:t>"</a:t>
            </a:r>
            <a:r>
              <a:rPr sz="1100" b="1" spc="-229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13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650" b="1" spc="-7" baseline="2525" dirty="0">
                <a:solidFill>
                  <a:srgbClr val="503996"/>
                </a:solidFill>
                <a:latin typeface="Malgun Gothic"/>
                <a:cs typeface="Malgun Gothic"/>
              </a:rPr>
              <a:t>CheckSUM</a:t>
            </a:r>
            <a:r>
              <a:rPr sz="1650" b="1" spc="-52" baseline="2525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650" b="1" spc="-112" baseline="252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650" b="1" spc="-127" baseline="252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650" b="1" baseline="2525" dirty="0">
                <a:solidFill>
                  <a:srgbClr val="2856A7"/>
                </a:solidFill>
                <a:latin typeface="Malgun Gothic"/>
                <a:cs typeface="Malgun Gothic"/>
              </a:rPr>
              <a:t>CR</a:t>
            </a:r>
            <a:r>
              <a:rPr sz="1650" b="1" spc="-120" baseline="252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650" b="1" spc="-112" baseline="2525" dirty="0">
                <a:solidFill>
                  <a:srgbClr val="2856A7"/>
                </a:solidFill>
                <a:latin typeface="Malgun Gothic"/>
                <a:cs typeface="Malgun Gothic"/>
              </a:rPr>
              <a:t>+ </a:t>
            </a:r>
            <a:r>
              <a:rPr sz="1650" b="1" spc="-52" baseline="2525" dirty="0">
                <a:solidFill>
                  <a:srgbClr val="2856A7"/>
                </a:solidFill>
                <a:latin typeface="Malgun Gothic"/>
                <a:cs typeface="Malgun Gothic"/>
              </a:rPr>
              <a:t>LF</a:t>
            </a:r>
            <a:endParaRPr sz="1650" baseline="2525">
              <a:latin typeface="Malgun Gothic"/>
              <a:cs typeface="Malgun Gothic"/>
            </a:endParaRPr>
          </a:p>
          <a:p>
            <a:pPr marL="292735">
              <a:lnSpc>
                <a:spcPct val="100000"/>
              </a:lnSpc>
              <a:spcBef>
                <a:spcPts val="710"/>
              </a:spcBef>
            </a:pP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수신</a:t>
            </a:r>
            <a:r>
              <a:rPr sz="1100" b="1" spc="-13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←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856A7"/>
                </a:solidFill>
                <a:latin typeface="Malgun Gothic"/>
                <a:cs typeface="Malgun Gothic"/>
              </a:rPr>
              <a:t>STX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1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60" dirty="0">
                <a:solidFill>
                  <a:srgbClr val="231F20"/>
                </a:solidFill>
                <a:latin typeface="Malgun Gothic"/>
                <a:cs typeface="Malgun Gothic"/>
              </a:rPr>
              <a:t>"</a:t>
            </a:r>
            <a:r>
              <a:rPr sz="1100" b="1" spc="2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b="1" spc="8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1100" b="1" spc="-10" dirty="0">
                <a:solidFill>
                  <a:srgbClr val="753825"/>
                </a:solidFill>
                <a:latin typeface="Malgun Gothic"/>
                <a:cs typeface="Malgun Gothic"/>
              </a:rPr>
              <a:t>DWS</a:t>
            </a:r>
            <a:r>
              <a:rPr sz="1100" b="1" spc="-250" dirty="0">
                <a:solidFill>
                  <a:srgbClr val="753825"/>
                </a:solidFill>
                <a:latin typeface="Malgun Gothic"/>
                <a:cs typeface="Malgun Gothic"/>
              </a:rPr>
              <a:t> </a:t>
            </a:r>
            <a:r>
              <a:rPr sz="1650" b="1" spc="67" baseline="7575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650" b="1" spc="-202" baseline="75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5" dirty="0">
                <a:solidFill>
                  <a:srgbClr val="EE2E2A"/>
                </a:solidFill>
                <a:latin typeface="Malgun Gothic"/>
                <a:cs typeface="Malgun Gothic"/>
              </a:rPr>
              <a:t>O</a:t>
            </a:r>
            <a:r>
              <a:rPr sz="1100" b="1" spc="70" dirty="0">
                <a:solidFill>
                  <a:srgbClr val="EE2E2A"/>
                </a:solidFill>
                <a:latin typeface="Malgun Gothic"/>
                <a:cs typeface="Malgun Gothic"/>
              </a:rPr>
              <a:t>K</a:t>
            </a:r>
            <a:r>
              <a:rPr sz="1100" b="1" spc="-55" dirty="0">
                <a:solidFill>
                  <a:srgbClr val="231F20"/>
                </a:solidFill>
                <a:latin typeface="Malgun Gothic"/>
                <a:cs typeface="Malgun Gothic"/>
              </a:rPr>
              <a:t>"</a:t>
            </a:r>
            <a:r>
              <a:rPr sz="1100" b="1" spc="-13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114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5" dirty="0">
                <a:solidFill>
                  <a:srgbClr val="503996"/>
                </a:solidFill>
                <a:latin typeface="Malgun Gothic"/>
                <a:cs typeface="Malgun Gothic"/>
              </a:rPr>
              <a:t>CheckSUM</a:t>
            </a:r>
            <a:r>
              <a:rPr sz="1100" b="1" spc="3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13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35" dirty="0">
                <a:solidFill>
                  <a:srgbClr val="2856A7"/>
                </a:solidFill>
                <a:latin typeface="Malgun Gothic"/>
                <a:cs typeface="Malgun Gothic"/>
              </a:rPr>
              <a:t>C</a:t>
            </a:r>
            <a:r>
              <a:rPr sz="1100" b="1" spc="-35" dirty="0">
                <a:solidFill>
                  <a:srgbClr val="2856A7"/>
                </a:solidFill>
                <a:latin typeface="Malgun Gothic"/>
                <a:cs typeface="Malgun Gothic"/>
              </a:rPr>
              <a:t>R</a:t>
            </a:r>
            <a:r>
              <a:rPr sz="1100" b="1" spc="-13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14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45" dirty="0">
                <a:solidFill>
                  <a:srgbClr val="2856A7"/>
                </a:solidFill>
                <a:latin typeface="Malgun Gothic"/>
                <a:cs typeface="Malgun Gothic"/>
              </a:rPr>
              <a:t>L</a:t>
            </a:r>
            <a:r>
              <a:rPr sz="1100" b="1" spc="-25" dirty="0">
                <a:solidFill>
                  <a:srgbClr val="2856A7"/>
                </a:solidFill>
                <a:latin typeface="Malgun Gothic"/>
                <a:cs typeface="Malgun Gothic"/>
              </a:rPr>
              <a:t>F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2724" y="1658098"/>
            <a:ext cx="4516120" cy="128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5" dirty="0">
                <a:solidFill>
                  <a:srgbClr val="2C292A"/>
                </a:solidFill>
                <a:latin typeface="Malgun Gothic"/>
                <a:cs typeface="Malgun Gothic"/>
              </a:rPr>
              <a:t>(3)</a:t>
            </a:r>
            <a:r>
              <a:rPr sz="1200" spc="-105" dirty="0">
                <a:solidFill>
                  <a:srgbClr val="2C292A"/>
                </a:solidFill>
                <a:latin typeface="Malgun Gothic"/>
                <a:cs typeface="Malgun Gothic"/>
              </a:rPr>
              <a:t> </a:t>
            </a:r>
            <a:r>
              <a:rPr sz="1200" spc="30" dirty="0">
                <a:solidFill>
                  <a:srgbClr val="2C292A"/>
                </a:solidFill>
                <a:latin typeface="Malgun Gothic"/>
                <a:cs typeface="Malgun Gothic"/>
              </a:rPr>
              <a:t>DWS</a:t>
            </a:r>
            <a:r>
              <a:rPr sz="1200" spc="-100" dirty="0">
                <a:solidFill>
                  <a:srgbClr val="2C292A"/>
                </a:solidFill>
                <a:latin typeface="Malgun Gothic"/>
                <a:cs typeface="Malgun Gothic"/>
              </a:rPr>
              <a:t> </a:t>
            </a:r>
            <a:r>
              <a:rPr sz="1200" spc="20" dirty="0">
                <a:solidFill>
                  <a:srgbClr val="2C292A"/>
                </a:solidFill>
                <a:latin typeface="Malgun Gothic"/>
                <a:cs typeface="Malgun Gothic"/>
              </a:rPr>
              <a:t>Command</a:t>
            </a:r>
            <a:endParaRPr sz="12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750">
              <a:latin typeface="Malgun Gothic"/>
              <a:cs typeface="Malgun Gothic"/>
            </a:endParaRPr>
          </a:p>
          <a:p>
            <a:pPr marL="234950" marR="5080">
              <a:lnSpc>
                <a:spcPct val="150000"/>
              </a:lnSpc>
              <a:spcBef>
                <a:spcPts val="5"/>
              </a:spcBef>
            </a:pPr>
            <a:r>
              <a:rPr sz="1000" spc="25" dirty="0">
                <a:solidFill>
                  <a:srgbClr val="231F20"/>
                </a:solidFill>
                <a:latin typeface="Malgun Gothic"/>
                <a:cs typeface="Malgun Gothic"/>
              </a:rPr>
              <a:t>DWS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Command는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일련의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Register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값을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Write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있는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Command로, 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Write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하고자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하는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갯수와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시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작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Register의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Malgun Gothic"/>
                <a:cs typeface="Malgun Gothic"/>
              </a:rPr>
              <a:t>번호,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Write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31F20"/>
                </a:solidFill>
                <a:latin typeface="Malgun Gothic"/>
                <a:cs typeface="Malgun Gothic"/>
              </a:rPr>
              <a:t>설정합니다.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Malgun Gothic"/>
              <a:cs typeface="Malgun Gothic"/>
            </a:endParaRPr>
          </a:p>
          <a:p>
            <a:pPr marL="222250">
              <a:lnSpc>
                <a:spcPct val="100000"/>
              </a:lnSpc>
              <a:spcBef>
                <a:spcPts val="5"/>
              </a:spcBef>
            </a:pP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Forma</a:t>
            </a:r>
            <a:r>
              <a:rPr sz="900" spc="15" dirty="0">
                <a:solidFill>
                  <a:srgbClr val="231F20"/>
                </a:solidFill>
                <a:latin typeface="Malgun Gothic"/>
                <a:cs typeface="Malgun Gothic"/>
              </a:rPr>
              <a:t>t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5865" y="2981058"/>
            <a:ext cx="468630" cy="219710"/>
          </a:xfrm>
          <a:prstGeom prst="rect">
            <a:avLst/>
          </a:prstGeom>
          <a:solidFill>
            <a:srgbClr val="C3C4C6"/>
          </a:solidFill>
          <a:ln w="6858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30"/>
              </a:spcBef>
            </a:pP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Bytes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4495" y="2981058"/>
            <a:ext cx="197485" cy="219710"/>
          </a:xfrm>
          <a:prstGeom prst="rect">
            <a:avLst/>
          </a:prstGeom>
          <a:solidFill>
            <a:srgbClr val="C3C4C6"/>
          </a:solidFill>
          <a:ln w="6858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21853" y="2981058"/>
            <a:ext cx="590550" cy="219710"/>
          </a:xfrm>
          <a:prstGeom prst="rect">
            <a:avLst/>
          </a:prstGeom>
          <a:solidFill>
            <a:srgbClr val="C3C4C6"/>
          </a:solidFill>
          <a:ln w="6857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12403" y="2981058"/>
            <a:ext cx="592455" cy="219710"/>
          </a:xfrm>
          <a:prstGeom prst="rect">
            <a:avLst/>
          </a:prstGeom>
          <a:solidFill>
            <a:srgbClr val="C3C4C6"/>
          </a:solidFill>
          <a:ln w="6857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3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4477" y="2981058"/>
            <a:ext cx="239395" cy="219710"/>
          </a:xfrm>
          <a:prstGeom prst="rect">
            <a:avLst/>
          </a:prstGeom>
          <a:solidFill>
            <a:srgbClr val="C3C4C6"/>
          </a:solidFill>
          <a:ln w="6857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43745" y="2981058"/>
            <a:ext cx="394970" cy="219710"/>
          </a:xfrm>
          <a:prstGeom prst="rect">
            <a:avLst/>
          </a:prstGeom>
          <a:solidFill>
            <a:srgbClr val="C3C4C6"/>
          </a:solidFill>
          <a:ln w="6858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38461" y="2981058"/>
            <a:ext cx="197485" cy="219710"/>
          </a:xfrm>
          <a:prstGeom prst="rect">
            <a:avLst/>
          </a:prstGeom>
          <a:solidFill>
            <a:srgbClr val="C3C4C6"/>
          </a:solidFill>
          <a:ln w="6858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35819" y="2981058"/>
            <a:ext cx="520700" cy="219710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56259" y="2981058"/>
            <a:ext cx="197485" cy="219710"/>
          </a:xfrm>
          <a:prstGeom prst="rect">
            <a:avLst/>
          </a:prstGeom>
          <a:solidFill>
            <a:srgbClr val="C3C4C6"/>
          </a:solidFill>
          <a:ln w="6870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53617" y="2981058"/>
            <a:ext cx="431800" cy="219710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84909" y="2981058"/>
            <a:ext cx="197485" cy="219710"/>
          </a:xfrm>
          <a:prstGeom prst="rect">
            <a:avLst/>
          </a:prstGeom>
          <a:solidFill>
            <a:srgbClr val="C3C4C6"/>
          </a:solidFill>
          <a:ln w="6870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82267" y="2981058"/>
            <a:ext cx="197485" cy="219710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30"/>
              </a:spcBef>
            </a:pPr>
            <a:r>
              <a:rPr sz="1100" spc="85" dirty="0">
                <a:solidFill>
                  <a:srgbClr val="231F20"/>
                </a:solidFill>
                <a:latin typeface="Malgun Gothic"/>
                <a:cs typeface="Malgun Gothic"/>
              </a:rPr>
              <a:t>...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82267" y="3200527"/>
            <a:ext cx="197485" cy="603250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5"/>
              </a:spcBef>
            </a:pPr>
            <a:r>
              <a:rPr sz="1100" spc="85" dirty="0">
                <a:solidFill>
                  <a:srgbClr val="231F20"/>
                </a:solidFill>
                <a:latin typeface="Malgun Gothic"/>
                <a:cs typeface="Malgun Gothic"/>
              </a:rPr>
              <a:t>...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79625" y="2981058"/>
            <a:ext cx="197485" cy="219710"/>
          </a:xfrm>
          <a:prstGeom prst="rect">
            <a:avLst/>
          </a:prstGeom>
          <a:solidFill>
            <a:srgbClr val="C3C4C6"/>
          </a:solidFill>
          <a:ln w="6870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76983" y="2981058"/>
            <a:ext cx="469900" cy="219710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46375" y="2981058"/>
            <a:ext cx="645795" cy="219710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91789" y="2981058"/>
            <a:ext cx="197485" cy="219710"/>
          </a:xfrm>
          <a:prstGeom prst="rect">
            <a:avLst/>
          </a:prstGeom>
          <a:solidFill>
            <a:srgbClr val="C3C4C6"/>
          </a:solidFill>
          <a:ln w="6870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89147" y="2981058"/>
            <a:ext cx="193675" cy="219710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330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5865" y="3200527"/>
            <a:ext cx="468630" cy="603250"/>
          </a:xfrm>
          <a:prstGeom prst="rect">
            <a:avLst/>
          </a:prstGeom>
          <a:solidFill>
            <a:srgbClr val="C3C4C6"/>
          </a:solidFill>
          <a:ln w="6858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73660">
              <a:lnSpc>
                <a:spcPct val="100000"/>
              </a:lnSpc>
              <a:spcBef>
                <a:spcPts val="690"/>
              </a:spcBef>
            </a:pP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21853" y="3200527"/>
            <a:ext cx="590550" cy="603250"/>
          </a:xfrm>
          <a:prstGeom prst="rect">
            <a:avLst/>
          </a:prstGeom>
          <a:ln w="6857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705"/>
              </a:spcBef>
            </a:pP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Address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12403" y="3200527"/>
            <a:ext cx="592455" cy="603250"/>
          </a:xfrm>
          <a:prstGeom prst="rect">
            <a:avLst/>
          </a:prstGeom>
          <a:ln w="6857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153670">
              <a:lnSpc>
                <a:spcPct val="100000"/>
              </a:lnSpc>
              <a:spcBef>
                <a:spcPts val="705"/>
              </a:spcBef>
            </a:pPr>
            <a:r>
              <a:rPr sz="900" spc="25" dirty="0">
                <a:solidFill>
                  <a:srgbClr val="231F20"/>
                </a:solidFill>
                <a:latin typeface="Malgun Gothic"/>
                <a:cs typeface="Malgun Gothic"/>
              </a:rPr>
              <a:t>DWS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43745" y="3200527"/>
            <a:ext cx="394970" cy="603250"/>
          </a:xfrm>
          <a:prstGeom prst="rect">
            <a:avLst/>
          </a:prstGeom>
          <a:ln w="6858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690"/>
              </a:spcBef>
            </a:pP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갯수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35819" y="3200527"/>
            <a:ext cx="520700" cy="603250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690"/>
              </a:spcBef>
            </a:pP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5" dirty="0">
                <a:solidFill>
                  <a:srgbClr val="231F20"/>
                </a:solidFill>
                <a:latin typeface="Malgun Gothic"/>
                <a:cs typeface="Malgun Gothic"/>
              </a:rPr>
              <a:t>REG.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53617" y="3200527"/>
            <a:ext cx="431800" cy="603250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705"/>
              </a:spcBef>
            </a:pPr>
            <a:r>
              <a:rPr sz="900" spc="15" dirty="0">
                <a:solidFill>
                  <a:srgbClr val="231F20"/>
                </a:solidFill>
                <a:latin typeface="Malgun Gothic"/>
                <a:cs typeface="Malgun Gothic"/>
              </a:rPr>
              <a:t>Dat</a:t>
            </a:r>
            <a:r>
              <a:rPr sz="900" spc="20" dirty="0">
                <a:solidFill>
                  <a:srgbClr val="231F20"/>
                </a:solidFill>
                <a:latin typeface="Malgun Gothic"/>
                <a:cs typeface="Malgun Gothic"/>
              </a:rPr>
              <a:t>a</a:t>
            </a:r>
            <a:r>
              <a:rPr sz="900" spc="-1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600" spc="30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600">
              <a:latin typeface="Malgun Gothic"/>
              <a:cs typeface="Malgun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76983" y="3200527"/>
            <a:ext cx="469900" cy="603250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705"/>
              </a:spcBef>
            </a:pPr>
            <a:r>
              <a:rPr sz="900" spc="15" dirty="0">
                <a:solidFill>
                  <a:srgbClr val="231F20"/>
                </a:solidFill>
                <a:latin typeface="Malgun Gothic"/>
                <a:cs typeface="Malgun Gothic"/>
              </a:rPr>
              <a:t>Dat</a:t>
            </a:r>
            <a:r>
              <a:rPr sz="900" spc="20" dirty="0">
                <a:solidFill>
                  <a:srgbClr val="231F20"/>
                </a:solidFill>
                <a:latin typeface="Malgun Gothic"/>
                <a:cs typeface="Malgun Gothic"/>
              </a:rPr>
              <a:t>a</a:t>
            </a:r>
            <a:r>
              <a:rPr sz="900" spc="-1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600" spc="15" dirty="0">
                <a:solidFill>
                  <a:srgbClr val="231F20"/>
                </a:solidFill>
                <a:latin typeface="Malgun Gothic"/>
                <a:cs typeface="Malgun Gothic"/>
              </a:rPr>
              <a:t>n</a:t>
            </a:r>
            <a:endParaRPr sz="600">
              <a:latin typeface="Malgun Gothic"/>
              <a:cs typeface="Malgun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46375" y="3200527"/>
            <a:ext cx="645795" cy="603250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41910">
              <a:lnSpc>
                <a:spcPct val="100000"/>
              </a:lnSpc>
              <a:spcBef>
                <a:spcPts val="690"/>
              </a:spcBef>
            </a:pPr>
            <a:r>
              <a:rPr sz="900" spc="20" dirty="0">
                <a:solidFill>
                  <a:srgbClr val="231F20"/>
                </a:solidFill>
                <a:latin typeface="Malgun Gothic"/>
                <a:cs typeface="Malgun Gothic"/>
              </a:rPr>
              <a:t>CheckSUM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04477" y="3200527"/>
            <a:ext cx="239395" cy="603250"/>
          </a:xfrm>
          <a:prstGeom prst="rect">
            <a:avLst/>
          </a:prstGeom>
          <a:ln w="6857">
            <a:solidFill>
              <a:srgbClr val="0501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Times New Roman"/>
              <a:cs typeface="Times New Roman"/>
            </a:endParaRPr>
          </a:p>
          <a:p>
            <a:pPr marL="12065" algn="ctr">
              <a:lnSpc>
                <a:spcPct val="100000"/>
              </a:lnSpc>
            </a:pPr>
            <a:r>
              <a:rPr sz="1100" spc="100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56259" y="3200527"/>
            <a:ext cx="197485" cy="603250"/>
          </a:xfrm>
          <a:prstGeom prst="rect">
            <a:avLst/>
          </a:prstGeom>
          <a:ln w="6870">
            <a:solidFill>
              <a:srgbClr val="0501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1100" spc="100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84909" y="3200527"/>
            <a:ext cx="197485" cy="603250"/>
          </a:xfrm>
          <a:prstGeom prst="rect">
            <a:avLst/>
          </a:prstGeom>
          <a:ln w="6870">
            <a:solidFill>
              <a:srgbClr val="0501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Times New Roman"/>
              <a:cs typeface="Times New Roman"/>
            </a:endParaRPr>
          </a:p>
          <a:p>
            <a:pPr marL="15875" algn="ctr">
              <a:lnSpc>
                <a:spcPct val="100000"/>
              </a:lnSpc>
            </a:pPr>
            <a:r>
              <a:rPr sz="1100" spc="100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79625" y="3200527"/>
            <a:ext cx="197485" cy="603250"/>
          </a:xfrm>
          <a:prstGeom prst="rect">
            <a:avLst/>
          </a:prstGeom>
          <a:ln w="6870">
            <a:solidFill>
              <a:srgbClr val="0501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Times New Roman"/>
              <a:cs typeface="Times New Roman"/>
            </a:endParaRPr>
          </a:p>
          <a:p>
            <a:pPr marL="97790">
              <a:lnSpc>
                <a:spcPct val="100000"/>
              </a:lnSpc>
            </a:pPr>
            <a:r>
              <a:rPr sz="1100" spc="100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38461" y="3200527"/>
            <a:ext cx="197485" cy="603250"/>
          </a:xfrm>
          <a:prstGeom prst="rect">
            <a:avLst/>
          </a:prstGeom>
          <a:ln w="6858">
            <a:solidFill>
              <a:srgbClr val="0501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</a:pPr>
            <a:r>
              <a:rPr sz="1100" spc="100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24495" y="3200527"/>
            <a:ext cx="197485" cy="603250"/>
          </a:xfrm>
          <a:prstGeom prst="rect">
            <a:avLst/>
          </a:prstGeom>
          <a:ln w="6858">
            <a:solidFill>
              <a:srgbClr val="0501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63500" marR="49530" indent="3175" algn="just">
              <a:lnSpc>
                <a:spcPct val="126200"/>
              </a:lnSpc>
              <a:spcBef>
                <a:spcPts val="200"/>
              </a:spcBef>
            </a:pP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S 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T  </a:t>
            </a:r>
            <a:r>
              <a:rPr sz="900" spc="55" dirty="0">
                <a:solidFill>
                  <a:srgbClr val="231F20"/>
                </a:solidFill>
                <a:latin typeface="Malgun Gothic"/>
                <a:cs typeface="Malgun Gothic"/>
              </a:rPr>
              <a:t>X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91789" y="3200527"/>
            <a:ext cx="197485" cy="603250"/>
          </a:xfrm>
          <a:prstGeom prst="rect">
            <a:avLst/>
          </a:prstGeom>
          <a:ln w="6870">
            <a:solidFill>
              <a:srgbClr val="0501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484"/>
              </a:spcBef>
            </a:pPr>
            <a:r>
              <a:rPr sz="900" spc="30" dirty="0">
                <a:solidFill>
                  <a:srgbClr val="231F20"/>
                </a:solidFill>
                <a:latin typeface="Malgun Gothic"/>
                <a:cs typeface="Malgun Gothic"/>
              </a:rPr>
              <a:t>C</a:t>
            </a:r>
            <a:endParaRPr sz="9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Malgun Gothic"/>
              <a:cs typeface="Malgun Gothic"/>
            </a:endParaRPr>
          </a:p>
          <a:p>
            <a:pPr marL="64135">
              <a:lnSpc>
                <a:spcPct val="100000"/>
              </a:lnSpc>
              <a:spcBef>
                <a:spcPts val="5"/>
              </a:spcBef>
            </a:pP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R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589147" y="3200527"/>
            <a:ext cx="193675" cy="603250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L</a:t>
            </a:r>
            <a:endParaRPr sz="9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Malgun Gothic"/>
              <a:cs typeface="Malgun Gothic"/>
            </a:endParaRPr>
          </a:p>
          <a:p>
            <a:pPr marR="3810" algn="ctr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F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15878" y="3984744"/>
            <a:ext cx="290449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6270" marR="5080" indent="709295">
              <a:lnSpc>
                <a:spcPct val="144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16진수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40" dirty="0">
                <a:solidFill>
                  <a:srgbClr val="231F20"/>
                </a:solidFill>
                <a:latin typeface="Malgun Gothic"/>
                <a:cs typeface="Malgun Gothic"/>
              </a:rPr>
              <a:t>Wo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r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0" dirty="0">
                <a:solidFill>
                  <a:srgbClr val="231F20"/>
                </a:solidFill>
                <a:latin typeface="Malgun Gothic"/>
                <a:cs typeface="Malgun Gothic"/>
              </a:rPr>
              <a:t>문자열  시작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Regis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t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er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000" spc="25" dirty="0">
                <a:solidFill>
                  <a:srgbClr val="231F20"/>
                </a:solidFill>
                <a:latin typeface="Malgun Gothic"/>
                <a:cs typeface="Malgun Gothic"/>
              </a:rPr>
              <a:t>1～25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42782" y="4998496"/>
            <a:ext cx="10401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응답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Fr</a:t>
            </a:r>
            <a:r>
              <a:rPr sz="900" spc="15" dirty="0">
                <a:solidFill>
                  <a:srgbClr val="231F20"/>
                </a:solidFill>
                <a:latin typeface="Malgun Gothic"/>
                <a:cs typeface="Malgun Gothic"/>
              </a:rPr>
              <a:t>ame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13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Malgun Gothic"/>
                <a:cs typeface="Malgun Gothic"/>
              </a:rPr>
              <a:t>F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or</a:t>
            </a:r>
            <a:r>
              <a:rPr sz="900" spc="20" dirty="0">
                <a:solidFill>
                  <a:srgbClr val="231F20"/>
                </a:solidFill>
                <a:latin typeface="Malgun Gothic"/>
                <a:cs typeface="Malgun Gothic"/>
              </a:rPr>
              <a:t>mat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145854" y="3733541"/>
            <a:ext cx="309245" cy="887094"/>
            <a:chOff x="3145854" y="3733541"/>
            <a:chExt cx="309245" cy="887094"/>
          </a:xfrm>
        </p:grpSpPr>
        <p:sp>
          <p:nvSpPr>
            <p:cNvPr id="49" name="object 49"/>
            <p:cNvSpPr/>
            <p:nvPr/>
          </p:nvSpPr>
          <p:spPr>
            <a:xfrm>
              <a:off x="3153672" y="4544305"/>
              <a:ext cx="300990" cy="76200"/>
            </a:xfrm>
            <a:custGeom>
              <a:avLst/>
              <a:gdLst/>
              <a:ahLst/>
              <a:cxnLst/>
              <a:rect l="l" t="t" r="r" b="b"/>
              <a:pathLst>
                <a:path w="300989" h="76200">
                  <a:moveTo>
                    <a:pt x="224790" y="0"/>
                  </a:moveTo>
                  <a:lnTo>
                    <a:pt x="224790" y="76199"/>
                  </a:lnTo>
                  <a:lnTo>
                    <a:pt x="291846" y="42671"/>
                  </a:lnTo>
                  <a:lnTo>
                    <a:pt x="237744" y="42671"/>
                  </a:lnTo>
                  <a:lnTo>
                    <a:pt x="240804" y="41909"/>
                  </a:lnTo>
                  <a:lnTo>
                    <a:pt x="242316" y="38099"/>
                  </a:lnTo>
                  <a:lnTo>
                    <a:pt x="240804" y="35051"/>
                  </a:lnTo>
                  <a:lnTo>
                    <a:pt x="237744" y="33527"/>
                  </a:lnTo>
                  <a:lnTo>
                    <a:pt x="291846" y="33527"/>
                  </a:lnTo>
                  <a:lnTo>
                    <a:pt x="224790" y="0"/>
                  </a:lnTo>
                  <a:close/>
                </a:path>
                <a:path w="300989" h="76200">
                  <a:moveTo>
                    <a:pt x="224790" y="33527"/>
                  </a:moveTo>
                  <a:lnTo>
                    <a:pt x="4572" y="33527"/>
                  </a:lnTo>
                  <a:lnTo>
                    <a:pt x="762" y="35051"/>
                  </a:lnTo>
                  <a:lnTo>
                    <a:pt x="0" y="38099"/>
                  </a:lnTo>
                  <a:lnTo>
                    <a:pt x="762" y="41909"/>
                  </a:lnTo>
                  <a:lnTo>
                    <a:pt x="4572" y="42671"/>
                  </a:lnTo>
                  <a:lnTo>
                    <a:pt x="224790" y="42671"/>
                  </a:lnTo>
                  <a:lnTo>
                    <a:pt x="224790" y="33527"/>
                  </a:lnTo>
                  <a:close/>
                </a:path>
                <a:path w="300989" h="76200">
                  <a:moveTo>
                    <a:pt x="291846" y="33527"/>
                  </a:moveTo>
                  <a:lnTo>
                    <a:pt x="237744" y="33527"/>
                  </a:lnTo>
                  <a:lnTo>
                    <a:pt x="240804" y="35051"/>
                  </a:lnTo>
                  <a:lnTo>
                    <a:pt x="242316" y="38099"/>
                  </a:lnTo>
                  <a:lnTo>
                    <a:pt x="240804" y="41909"/>
                  </a:lnTo>
                  <a:lnTo>
                    <a:pt x="237744" y="42671"/>
                  </a:lnTo>
                  <a:lnTo>
                    <a:pt x="291846" y="42671"/>
                  </a:lnTo>
                  <a:lnTo>
                    <a:pt x="300990" y="38099"/>
                  </a:lnTo>
                  <a:lnTo>
                    <a:pt x="291846" y="33527"/>
                  </a:lnTo>
                  <a:close/>
                </a:path>
              </a:pathLst>
            </a:custGeom>
            <a:solidFill>
              <a:srgbClr val="050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150617" y="3733541"/>
              <a:ext cx="0" cy="847725"/>
            </a:xfrm>
            <a:custGeom>
              <a:avLst/>
              <a:gdLst/>
              <a:ahLst/>
              <a:cxnLst/>
              <a:rect l="l" t="t" r="r" b="b"/>
              <a:pathLst>
                <a:path h="847725">
                  <a:moveTo>
                    <a:pt x="0" y="847343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50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3792034" y="3733538"/>
            <a:ext cx="301625" cy="674370"/>
            <a:chOff x="3792034" y="3733538"/>
            <a:chExt cx="301625" cy="674370"/>
          </a:xfrm>
        </p:grpSpPr>
        <p:sp>
          <p:nvSpPr>
            <p:cNvPr id="52" name="object 52"/>
            <p:cNvSpPr/>
            <p:nvPr/>
          </p:nvSpPr>
          <p:spPr>
            <a:xfrm>
              <a:off x="3796796" y="3733538"/>
              <a:ext cx="0" cy="636270"/>
            </a:xfrm>
            <a:custGeom>
              <a:avLst/>
              <a:gdLst/>
              <a:ahLst/>
              <a:cxnLst/>
              <a:rect l="l" t="t" r="r" b="b"/>
              <a:pathLst>
                <a:path h="636270">
                  <a:moveTo>
                    <a:pt x="0" y="0"/>
                  </a:moveTo>
                  <a:lnTo>
                    <a:pt x="0" y="636270"/>
                  </a:lnTo>
                </a:path>
              </a:pathLst>
            </a:custGeom>
            <a:ln w="9525">
              <a:solidFill>
                <a:srgbClr val="050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96027" y="4331710"/>
              <a:ext cx="297180" cy="76200"/>
            </a:xfrm>
            <a:custGeom>
              <a:avLst/>
              <a:gdLst/>
              <a:ahLst/>
              <a:cxnLst/>
              <a:rect l="l" t="t" r="r" b="b"/>
              <a:pathLst>
                <a:path w="297179" h="76200">
                  <a:moveTo>
                    <a:pt x="220980" y="0"/>
                  </a:moveTo>
                  <a:lnTo>
                    <a:pt x="220980" y="76199"/>
                  </a:lnTo>
                  <a:lnTo>
                    <a:pt x="286512" y="43433"/>
                  </a:lnTo>
                  <a:lnTo>
                    <a:pt x="233934" y="43433"/>
                  </a:lnTo>
                  <a:lnTo>
                    <a:pt x="236982" y="41909"/>
                  </a:lnTo>
                  <a:lnTo>
                    <a:pt x="238518" y="38099"/>
                  </a:lnTo>
                  <a:lnTo>
                    <a:pt x="236982" y="35051"/>
                  </a:lnTo>
                  <a:lnTo>
                    <a:pt x="233934" y="33527"/>
                  </a:lnTo>
                  <a:lnTo>
                    <a:pt x="288036" y="33527"/>
                  </a:lnTo>
                  <a:lnTo>
                    <a:pt x="220980" y="0"/>
                  </a:lnTo>
                  <a:close/>
                </a:path>
                <a:path w="297179" h="76200">
                  <a:moveTo>
                    <a:pt x="220980" y="33527"/>
                  </a:moveTo>
                  <a:lnTo>
                    <a:pt x="5334" y="33527"/>
                  </a:lnTo>
                  <a:lnTo>
                    <a:pt x="1536" y="35051"/>
                  </a:lnTo>
                  <a:lnTo>
                    <a:pt x="0" y="38099"/>
                  </a:lnTo>
                  <a:lnTo>
                    <a:pt x="1536" y="41909"/>
                  </a:lnTo>
                  <a:lnTo>
                    <a:pt x="5334" y="43433"/>
                  </a:lnTo>
                  <a:lnTo>
                    <a:pt x="220980" y="43433"/>
                  </a:lnTo>
                  <a:lnTo>
                    <a:pt x="220980" y="33527"/>
                  </a:lnTo>
                  <a:close/>
                </a:path>
                <a:path w="297179" h="76200">
                  <a:moveTo>
                    <a:pt x="288036" y="33527"/>
                  </a:moveTo>
                  <a:lnTo>
                    <a:pt x="233934" y="33527"/>
                  </a:lnTo>
                  <a:lnTo>
                    <a:pt x="236982" y="35051"/>
                  </a:lnTo>
                  <a:lnTo>
                    <a:pt x="238518" y="38099"/>
                  </a:lnTo>
                  <a:lnTo>
                    <a:pt x="236982" y="41909"/>
                  </a:lnTo>
                  <a:lnTo>
                    <a:pt x="233934" y="43433"/>
                  </a:lnTo>
                  <a:lnTo>
                    <a:pt x="286512" y="43433"/>
                  </a:lnTo>
                  <a:lnTo>
                    <a:pt x="297180" y="38099"/>
                  </a:lnTo>
                  <a:lnTo>
                    <a:pt x="288036" y="33527"/>
                  </a:lnTo>
                  <a:close/>
                </a:path>
              </a:pathLst>
            </a:custGeom>
            <a:solidFill>
              <a:srgbClr val="050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4482398" y="3733538"/>
            <a:ext cx="320040" cy="452120"/>
            <a:chOff x="4482398" y="3733538"/>
            <a:chExt cx="320040" cy="452120"/>
          </a:xfrm>
        </p:grpSpPr>
        <p:sp>
          <p:nvSpPr>
            <p:cNvPr id="55" name="object 55"/>
            <p:cNvSpPr/>
            <p:nvPr/>
          </p:nvSpPr>
          <p:spPr>
            <a:xfrm>
              <a:off x="4487161" y="3733538"/>
              <a:ext cx="0" cy="414020"/>
            </a:xfrm>
            <a:custGeom>
              <a:avLst/>
              <a:gdLst/>
              <a:ahLst/>
              <a:cxnLst/>
              <a:rect l="l" t="t" r="r" b="b"/>
              <a:pathLst>
                <a:path h="414020">
                  <a:moveTo>
                    <a:pt x="0" y="0"/>
                  </a:moveTo>
                  <a:lnTo>
                    <a:pt x="0" y="413766"/>
                  </a:lnTo>
                </a:path>
              </a:pathLst>
            </a:custGeom>
            <a:ln w="9525">
              <a:solidFill>
                <a:srgbClr val="050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82602" y="4109206"/>
              <a:ext cx="319405" cy="76200"/>
            </a:xfrm>
            <a:custGeom>
              <a:avLst/>
              <a:gdLst/>
              <a:ahLst/>
              <a:cxnLst/>
              <a:rect l="l" t="t" r="r" b="b"/>
              <a:pathLst>
                <a:path w="319404" h="76200">
                  <a:moveTo>
                    <a:pt x="243077" y="0"/>
                  </a:moveTo>
                  <a:lnTo>
                    <a:pt x="243077" y="76199"/>
                  </a:lnTo>
                  <a:lnTo>
                    <a:pt x="310133" y="42671"/>
                  </a:lnTo>
                  <a:lnTo>
                    <a:pt x="256031" y="42671"/>
                  </a:lnTo>
                  <a:lnTo>
                    <a:pt x="259079" y="41909"/>
                  </a:lnTo>
                  <a:lnTo>
                    <a:pt x="260591" y="38099"/>
                  </a:lnTo>
                  <a:lnTo>
                    <a:pt x="259079" y="35051"/>
                  </a:lnTo>
                  <a:lnTo>
                    <a:pt x="256031" y="33527"/>
                  </a:lnTo>
                  <a:lnTo>
                    <a:pt x="310133" y="33527"/>
                  </a:lnTo>
                  <a:lnTo>
                    <a:pt x="243077" y="0"/>
                  </a:lnTo>
                  <a:close/>
                </a:path>
                <a:path w="319404" h="76200">
                  <a:moveTo>
                    <a:pt x="243077" y="33527"/>
                  </a:moveTo>
                  <a:lnTo>
                    <a:pt x="4559" y="33527"/>
                  </a:lnTo>
                  <a:lnTo>
                    <a:pt x="1511" y="35051"/>
                  </a:lnTo>
                  <a:lnTo>
                    <a:pt x="0" y="38099"/>
                  </a:lnTo>
                  <a:lnTo>
                    <a:pt x="1511" y="41909"/>
                  </a:lnTo>
                  <a:lnTo>
                    <a:pt x="4559" y="42671"/>
                  </a:lnTo>
                  <a:lnTo>
                    <a:pt x="243077" y="42671"/>
                  </a:lnTo>
                  <a:lnTo>
                    <a:pt x="243077" y="33527"/>
                  </a:lnTo>
                  <a:close/>
                </a:path>
                <a:path w="319404" h="76200">
                  <a:moveTo>
                    <a:pt x="310133" y="33527"/>
                  </a:moveTo>
                  <a:lnTo>
                    <a:pt x="256031" y="33527"/>
                  </a:lnTo>
                  <a:lnTo>
                    <a:pt x="259079" y="35051"/>
                  </a:lnTo>
                  <a:lnTo>
                    <a:pt x="260591" y="38099"/>
                  </a:lnTo>
                  <a:lnTo>
                    <a:pt x="259079" y="41909"/>
                  </a:lnTo>
                  <a:lnTo>
                    <a:pt x="256031" y="42671"/>
                  </a:lnTo>
                  <a:lnTo>
                    <a:pt x="310133" y="42671"/>
                  </a:lnTo>
                  <a:lnTo>
                    <a:pt x="319277" y="38099"/>
                  </a:lnTo>
                  <a:lnTo>
                    <a:pt x="310133" y="33527"/>
                  </a:lnTo>
                  <a:close/>
                </a:path>
              </a:pathLst>
            </a:custGeom>
            <a:solidFill>
              <a:srgbClr val="050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64603" y="1228471"/>
            <a:ext cx="1383030" cy="275590"/>
          </a:xfrm>
          <a:prstGeom prst="rect">
            <a:avLst/>
          </a:prstGeom>
          <a:ln w="16116">
            <a:solidFill>
              <a:srgbClr val="7A7472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280"/>
              </a:spcBef>
            </a:pPr>
            <a:r>
              <a:rPr sz="1200" b="1" spc="10" dirty="0">
                <a:solidFill>
                  <a:srgbClr val="231F20"/>
                </a:solidFill>
                <a:latin typeface="Arial"/>
                <a:cs typeface="Arial"/>
              </a:rPr>
              <a:t>Write</a:t>
            </a:r>
            <a:r>
              <a:rPr sz="1200" b="1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31F20"/>
                </a:solidFill>
                <a:latin typeface="Arial"/>
                <a:cs typeface="Arial"/>
              </a:rPr>
              <a:t>Command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48741" y="5066106"/>
          <a:ext cx="3605529" cy="88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1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4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7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96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20986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Bytes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3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6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Frame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45085" indent="3175" algn="just">
                        <a:lnSpc>
                          <a:spcPct val="126299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  T  X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41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90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DWR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OK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9050" algn="ctr">
                        <a:lnSpc>
                          <a:spcPct val="100000"/>
                        </a:lnSpc>
                      </a:pPr>
                      <a:r>
                        <a:rPr sz="90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CheckSUM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5080"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39021" y="4872156"/>
            <a:ext cx="10401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응답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Fr</a:t>
            </a:r>
            <a:r>
              <a:rPr sz="900" spc="15" dirty="0">
                <a:solidFill>
                  <a:srgbClr val="231F20"/>
                </a:solidFill>
                <a:latin typeface="Malgun Gothic"/>
                <a:cs typeface="Malgun Gothic"/>
              </a:rPr>
              <a:t>ame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13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Malgun Gothic"/>
                <a:cs typeface="Malgun Gothic"/>
              </a:rPr>
              <a:t>F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or</a:t>
            </a:r>
            <a:r>
              <a:rPr sz="900" spc="20" dirty="0">
                <a:solidFill>
                  <a:srgbClr val="231F20"/>
                </a:solidFill>
                <a:latin typeface="Malgun Gothic"/>
                <a:cs typeface="Malgun Gothic"/>
              </a:rPr>
              <a:t>mat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1725" y="553852"/>
            <a:ext cx="6741795" cy="336550"/>
            <a:chOff x="411725" y="553852"/>
            <a:chExt cx="6741795" cy="336550"/>
          </a:xfrm>
        </p:grpSpPr>
        <p:sp>
          <p:nvSpPr>
            <p:cNvPr id="5" name="object 5"/>
            <p:cNvSpPr/>
            <p:nvPr/>
          </p:nvSpPr>
          <p:spPr>
            <a:xfrm>
              <a:off x="419823" y="564299"/>
              <a:ext cx="6730365" cy="315595"/>
            </a:xfrm>
            <a:custGeom>
              <a:avLst/>
              <a:gdLst/>
              <a:ahLst/>
              <a:cxnLst/>
              <a:rect l="l" t="t" r="r" b="b"/>
              <a:pathLst>
                <a:path w="6730365" h="315594">
                  <a:moveTo>
                    <a:pt x="6730199" y="0"/>
                  </a:moveTo>
                  <a:lnTo>
                    <a:pt x="0" y="0"/>
                  </a:lnTo>
                  <a:lnTo>
                    <a:pt x="0" y="314998"/>
                  </a:lnTo>
                  <a:lnTo>
                    <a:pt x="6730199" y="314998"/>
                  </a:lnTo>
                  <a:lnTo>
                    <a:pt x="6730199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721" y="553859"/>
              <a:ext cx="6741795" cy="336550"/>
            </a:xfrm>
            <a:custGeom>
              <a:avLst/>
              <a:gdLst/>
              <a:ahLst/>
              <a:cxnLst/>
              <a:rect l="l" t="t" r="r" b="b"/>
              <a:pathLst>
                <a:path w="6741795" h="336550">
                  <a:moveTo>
                    <a:pt x="1422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20040"/>
                  </a:lnTo>
                  <a:lnTo>
                    <a:pt x="0" y="336550"/>
                  </a:lnTo>
                  <a:lnTo>
                    <a:pt x="142201" y="336550"/>
                  </a:lnTo>
                  <a:lnTo>
                    <a:pt x="142201" y="320040"/>
                  </a:lnTo>
                  <a:lnTo>
                    <a:pt x="16205" y="320040"/>
                  </a:lnTo>
                  <a:lnTo>
                    <a:pt x="16205" y="15240"/>
                  </a:lnTo>
                  <a:lnTo>
                    <a:pt x="142201" y="15240"/>
                  </a:lnTo>
                  <a:lnTo>
                    <a:pt x="142201" y="0"/>
                  </a:lnTo>
                  <a:close/>
                </a:path>
                <a:path w="6741795" h="336550">
                  <a:moveTo>
                    <a:pt x="6741642" y="0"/>
                  </a:moveTo>
                  <a:lnTo>
                    <a:pt x="6599441" y="0"/>
                  </a:lnTo>
                  <a:lnTo>
                    <a:pt x="6599441" y="15240"/>
                  </a:lnTo>
                  <a:lnTo>
                    <a:pt x="6725425" y="15240"/>
                  </a:lnTo>
                  <a:lnTo>
                    <a:pt x="6725425" y="320040"/>
                  </a:lnTo>
                  <a:lnTo>
                    <a:pt x="6599441" y="320040"/>
                  </a:lnTo>
                  <a:lnTo>
                    <a:pt x="6599441" y="336550"/>
                  </a:lnTo>
                  <a:lnTo>
                    <a:pt x="6741642" y="336550"/>
                  </a:lnTo>
                  <a:lnTo>
                    <a:pt x="6741642" y="320040"/>
                  </a:lnTo>
                  <a:lnTo>
                    <a:pt x="6741642" y="15240"/>
                  </a:lnTo>
                  <a:lnTo>
                    <a:pt x="6741642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27930" y="609915"/>
            <a:ext cx="67094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Arial"/>
                <a:cs typeface="Arial"/>
              </a:rPr>
              <a:t>M74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36679" y="627049"/>
            <a:ext cx="1412875" cy="180975"/>
          </a:xfrm>
          <a:custGeom>
            <a:avLst/>
            <a:gdLst/>
            <a:ahLst/>
            <a:cxnLst/>
            <a:rect l="l" t="t" r="r" b="b"/>
            <a:pathLst>
              <a:path w="1412875" h="180975">
                <a:moveTo>
                  <a:pt x="148475" y="355"/>
                </a:moveTo>
                <a:lnTo>
                  <a:pt x="0" y="355"/>
                </a:lnTo>
                <a:lnTo>
                  <a:pt x="0" y="35915"/>
                </a:lnTo>
                <a:lnTo>
                  <a:pt x="50723" y="35915"/>
                </a:lnTo>
                <a:lnTo>
                  <a:pt x="50723" y="179425"/>
                </a:lnTo>
                <a:lnTo>
                  <a:pt x="97332" y="179425"/>
                </a:lnTo>
                <a:lnTo>
                  <a:pt x="97332" y="35915"/>
                </a:lnTo>
                <a:lnTo>
                  <a:pt x="148475" y="35915"/>
                </a:lnTo>
                <a:lnTo>
                  <a:pt x="148475" y="355"/>
                </a:lnTo>
                <a:close/>
              </a:path>
              <a:path w="1412875" h="180975">
                <a:moveTo>
                  <a:pt x="261543" y="82257"/>
                </a:moveTo>
                <a:lnTo>
                  <a:pt x="260845" y="71221"/>
                </a:lnTo>
                <a:lnTo>
                  <a:pt x="258305" y="65176"/>
                </a:lnTo>
                <a:lnTo>
                  <a:pt x="251853" y="61963"/>
                </a:lnTo>
                <a:lnTo>
                  <a:pt x="239420" y="59474"/>
                </a:lnTo>
                <a:lnTo>
                  <a:pt x="219176" y="59474"/>
                </a:lnTo>
                <a:lnTo>
                  <a:pt x="219176" y="89839"/>
                </a:lnTo>
                <a:lnTo>
                  <a:pt x="219176" y="103136"/>
                </a:lnTo>
                <a:lnTo>
                  <a:pt x="161531" y="103136"/>
                </a:lnTo>
                <a:lnTo>
                  <a:pt x="161531" y="89839"/>
                </a:lnTo>
                <a:lnTo>
                  <a:pt x="219176" y="89839"/>
                </a:lnTo>
                <a:lnTo>
                  <a:pt x="219176" y="59474"/>
                </a:lnTo>
                <a:lnTo>
                  <a:pt x="142557" y="59474"/>
                </a:lnTo>
                <a:lnTo>
                  <a:pt x="128638" y="60375"/>
                </a:lnTo>
                <a:lnTo>
                  <a:pt x="121500" y="63360"/>
                </a:lnTo>
                <a:lnTo>
                  <a:pt x="118859" y="70840"/>
                </a:lnTo>
                <a:lnTo>
                  <a:pt x="118567" y="82257"/>
                </a:lnTo>
                <a:lnTo>
                  <a:pt x="118491" y="158445"/>
                </a:lnTo>
                <a:lnTo>
                  <a:pt x="120777" y="170891"/>
                </a:lnTo>
                <a:lnTo>
                  <a:pt x="124053" y="177279"/>
                </a:lnTo>
                <a:lnTo>
                  <a:pt x="130556" y="179641"/>
                </a:lnTo>
                <a:lnTo>
                  <a:pt x="142557" y="179971"/>
                </a:lnTo>
                <a:lnTo>
                  <a:pt x="261493" y="179971"/>
                </a:lnTo>
                <a:lnTo>
                  <a:pt x="261493" y="154012"/>
                </a:lnTo>
                <a:lnTo>
                  <a:pt x="161378" y="154012"/>
                </a:lnTo>
                <a:lnTo>
                  <a:pt x="161378" y="130149"/>
                </a:lnTo>
                <a:lnTo>
                  <a:pt x="261543" y="129997"/>
                </a:lnTo>
                <a:lnTo>
                  <a:pt x="261543" y="103136"/>
                </a:lnTo>
                <a:lnTo>
                  <a:pt x="261543" y="89839"/>
                </a:lnTo>
                <a:lnTo>
                  <a:pt x="261543" y="82257"/>
                </a:lnTo>
                <a:close/>
              </a:path>
              <a:path w="1412875" h="180975">
                <a:moveTo>
                  <a:pt x="500100" y="73240"/>
                </a:moveTo>
                <a:lnTo>
                  <a:pt x="497840" y="66179"/>
                </a:lnTo>
                <a:lnTo>
                  <a:pt x="490753" y="62865"/>
                </a:lnTo>
                <a:lnTo>
                  <a:pt x="476694" y="60896"/>
                </a:lnTo>
                <a:lnTo>
                  <a:pt x="409130" y="60896"/>
                </a:lnTo>
                <a:lnTo>
                  <a:pt x="401828" y="65405"/>
                </a:lnTo>
                <a:lnTo>
                  <a:pt x="388086" y="60236"/>
                </a:lnTo>
                <a:lnTo>
                  <a:pt x="329057" y="60236"/>
                </a:lnTo>
                <a:lnTo>
                  <a:pt x="320522" y="65493"/>
                </a:lnTo>
                <a:lnTo>
                  <a:pt x="320522" y="56299"/>
                </a:lnTo>
                <a:lnTo>
                  <a:pt x="279793" y="56299"/>
                </a:lnTo>
                <a:lnTo>
                  <a:pt x="279793" y="60236"/>
                </a:lnTo>
                <a:lnTo>
                  <a:pt x="279793" y="180378"/>
                </a:lnTo>
                <a:lnTo>
                  <a:pt x="317220" y="180378"/>
                </a:lnTo>
                <a:lnTo>
                  <a:pt x="317220" y="88493"/>
                </a:lnTo>
                <a:lnTo>
                  <a:pt x="367728" y="88493"/>
                </a:lnTo>
                <a:lnTo>
                  <a:pt x="367728" y="180378"/>
                </a:lnTo>
                <a:lnTo>
                  <a:pt x="409130" y="180378"/>
                </a:lnTo>
                <a:lnTo>
                  <a:pt x="409130" y="89801"/>
                </a:lnTo>
                <a:lnTo>
                  <a:pt x="459600" y="89801"/>
                </a:lnTo>
                <a:lnTo>
                  <a:pt x="459600" y="180378"/>
                </a:lnTo>
                <a:lnTo>
                  <a:pt x="499681" y="180378"/>
                </a:lnTo>
                <a:lnTo>
                  <a:pt x="499681" y="86423"/>
                </a:lnTo>
                <a:lnTo>
                  <a:pt x="500100" y="73240"/>
                </a:lnTo>
                <a:close/>
              </a:path>
              <a:path w="1412875" h="180975">
                <a:moveTo>
                  <a:pt x="641692" y="59334"/>
                </a:moveTo>
                <a:lnTo>
                  <a:pt x="540143" y="59334"/>
                </a:lnTo>
                <a:lnTo>
                  <a:pt x="527761" y="62039"/>
                </a:lnTo>
                <a:lnTo>
                  <a:pt x="521411" y="65379"/>
                </a:lnTo>
                <a:lnTo>
                  <a:pt x="519099" y="71564"/>
                </a:lnTo>
                <a:lnTo>
                  <a:pt x="518833" y="82778"/>
                </a:lnTo>
                <a:lnTo>
                  <a:pt x="518833" y="155028"/>
                </a:lnTo>
                <a:lnTo>
                  <a:pt x="519214" y="169125"/>
                </a:lnTo>
                <a:lnTo>
                  <a:pt x="521881" y="176428"/>
                </a:lnTo>
                <a:lnTo>
                  <a:pt x="529094" y="179260"/>
                </a:lnTo>
                <a:lnTo>
                  <a:pt x="543140" y="179971"/>
                </a:lnTo>
                <a:lnTo>
                  <a:pt x="641045" y="179971"/>
                </a:lnTo>
                <a:lnTo>
                  <a:pt x="641045" y="153682"/>
                </a:lnTo>
                <a:lnTo>
                  <a:pt x="562864" y="153682"/>
                </a:lnTo>
                <a:lnTo>
                  <a:pt x="562864" y="82334"/>
                </a:lnTo>
                <a:lnTo>
                  <a:pt x="641692" y="82334"/>
                </a:lnTo>
                <a:lnTo>
                  <a:pt x="641692" y="59334"/>
                </a:lnTo>
                <a:close/>
              </a:path>
              <a:path w="1412875" h="180975">
                <a:moveTo>
                  <a:pt x="799719" y="83058"/>
                </a:moveTo>
                <a:lnTo>
                  <a:pt x="795858" y="69989"/>
                </a:lnTo>
                <a:lnTo>
                  <a:pt x="787374" y="62801"/>
                </a:lnTo>
                <a:lnTo>
                  <a:pt x="778878" y="59766"/>
                </a:lnTo>
                <a:lnTo>
                  <a:pt x="775017" y="59143"/>
                </a:lnTo>
                <a:lnTo>
                  <a:pt x="756907" y="59156"/>
                </a:lnTo>
                <a:lnTo>
                  <a:pt x="756907" y="87083"/>
                </a:lnTo>
                <a:lnTo>
                  <a:pt x="756907" y="153162"/>
                </a:lnTo>
                <a:lnTo>
                  <a:pt x="695744" y="153162"/>
                </a:lnTo>
                <a:lnTo>
                  <a:pt x="695744" y="87083"/>
                </a:lnTo>
                <a:lnTo>
                  <a:pt x="756907" y="87083"/>
                </a:lnTo>
                <a:lnTo>
                  <a:pt x="756907" y="59156"/>
                </a:lnTo>
                <a:lnTo>
                  <a:pt x="679691" y="59156"/>
                </a:lnTo>
                <a:lnTo>
                  <a:pt x="666064" y="63474"/>
                </a:lnTo>
                <a:lnTo>
                  <a:pt x="658799" y="71678"/>
                </a:lnTo>
                <a:lnTo>
                  <a:pt x="655904" y="79641"/>
                </a:lnTo>
                <a:lnTo>
                  <a:pt x="655408" y="83058"/>
                </a:lnTo>
                <a:lnTo>
                  <a:pt x="655281" y="156159"/>
                </a:lnTo>
                <a:lnTo>
                  <a:pt x="659091" y="168414"/>
                </a:lnTo>
                <a:lnTo>
                  <a:pt x="665454" y="175564"/>
                </a:lnTo>
                <a:lnTo>
                  <a:pt x="671423" y="178904"/>
                </a:lnTo>
                <a:lnTo>
                  <a:pt x="674065" y="179730"/>
                </a:lnTo>
                <a:lnTo>
                  <a:pt x="779106" y="179692"/>
                </a:lnTo>
                <a:lnTo>
                  <a:pt x="799719" y="87083"/>
                </a:lnTo>
                <a:lnTo>
                  <a:pt x="799719" y="83058"/>
                </a:lnTo>
                <a:close/>
              </a:path>
              <a:path w="1412875" h="180975">
                <a:moveTo>
                  <a:pt x="952487" y="140995"/>
                </a:moveTo>
                <a:lnTo>
                  <a:pt x="857211" y="140995"/>
                </a:lnTo>
                <a:lnTo>
                  <a:pt x="857211" y="2565"/>
                </a:lnTo>
                <a:lnTo>
                  <a:pt x="815162" y="2565"/>
                </a:lnTo>
                <a:lnTo>
                  <a:pt x="815162" y="140995"/>
                </a:lnTo>
                <a:lnTo>
                  <a:pt x="815162" y="179095"/>
                </a:lnTo>
                <a:lnTo>
                  <a:pt x="952487" y="179095"/>
                </a:lnTo>
                <a:lnTo>
                  <a:pt x="952487" y="140995"/>
                </a:lnTo>
                <a:close/>
              </a:path>
              <a:path w="1412875" h="180975">
                <a:moveTo>
                  <a:pt x="1008481" y="51892"/>
                </a:moveTo>
                <a:lnTo>
                  <a:pt x="969581" y="51892"/>
                </a:lnTo>
                <a:lnTo>
                  <a:pt x="969581" y="179146"/>
                </a:lnTo>
                <a:lnTo>
                  <a:pt x="1008481" y="179146"/>
                </a:lnTo>
                <a:lnTo>
                  <a:pt x="1008481" y="51892"/>
                </a:lnTo>
                <a:close/>
              </a:path>
              <a:path w="1412875" h="180975">
                <a:moveTo>
                  <a:pt x="1008481" y="0"/>
                </a:moveTo>
                <a:lnTo>
                  <a:pt x="969581" y="0"/>
                </a:lnTo>
                <a:lnTo>
                  <a:pt x="969581" y="32600"/>
                </a:lnTo>
                <a:lnTo>
                  <a:pt x="1008481" y="32600"/>
                </a:lnTo>
                <a:lnTo>
                  <a:pt x="1008481" y="0"/>
                </a:lnTo>
                <a:close/>
              </a:path>
              <a:path w="1412875" h="180975">
                <a:moveTo>
                  <a:pt x="1170800" y="67691"/>
                </a:moveTo>
                <a:lnTo>
                  <a:pt x="1167917" y="59702"/>
                </a:lnTo>
                <a:lnTo>
                  <a:pt x="1159306" y="57010"/>
                </a:lnTo>
                <a:lnTo>
                  <a:pt x="1079919" y="57137"/>
                </a:lnTo>
                <a:lnTo>
                  <a:pt x="1070076" y="60426"/>
                </a:lnTo>
                <a:lnTo>
                  <a:pt x="1070076" y="51879"/>
                </a:lnTo>
                <a:lnTo>
                  <a:pt x="1026045" y="51879"/>
                </a:lnTo>
                <a:lnTo>
                  <a:pt x="1026020" y="179197"/>
                </a:lnTo>
                <a:lnTo>
                  <a:pt x="1066800" y="179197"/>
                </a:lnTo>
                <a:lnTo>
                  <a:pt x="1066800" y="85394"/>
                </a:lnTo>
                <a:lnTo>
                  <a:pt x="1125905" y="85394"/>
                </a:lnTo>
                <a:lnTo>
                  <a:pt x="1125905" y="179197"/>
                </a:lnTo>
                <a:lnTo>
                  <a:pt x="1170609" y="179197"/>
                </a:lnTo>
                <a:lnTo>
                  <a:pt x="1170609" y="83426"/>
                </a:lnTo>
                <a:lnTo>
                  <a:pt x="1170800" y="67691"/>
                </a:lnTo>
                <a:close/>
              </a:path>
              <a:path w="1412875" h="180975">
                <a:moveTo>
                  <a:pt x="1329931" y="82257"/>
                </a:moveTo>
                <a:lnTo>
                  <a:pt x="1329220" y="71221"/>
                </a:lnTo>
                <a:lnTo>
                  <a:pt x="1326667" y="65176"/>
                </a:lnTo>
                <a:lnTo>
                  <a:pt x="1320215" y="61963"/>
                </a:lnTo>
                <a:lnTo>
                  <a:pt x="1307782" y="59474"/>
                </a:lnTo>
                <a:lnTo>
                  <a:pt x="1287564" y="59474"/>
                </a:lnTo>
                <a:lnTo>
                  <a:pt x="1287564" y="89839"/>
                </a:lnTo>
                <a:lnTo>
                  <a:pt x="1287564" y="103136"/>
                </a:lnTo>
                <a:lnTo>
                  <a:pt x="1229918" y="103136"/>
                </a:lnTo>
                <a:lnTo>
                  <a:pt x="1229918" y="89839"/>
                </a:lnTo>
                <a:lnTo>
                  <a:pt x="1287564" y="89839"/>
                </a:lnTo>
                <a:lnTo>
                  <a:pt x="1287564" y="59474"/>
                </a:lnTo>
                <a:lnTo>
                  <a:pt x="1210945" y="59474"/>
                </a:lnTo>
                <a:lnTo>
                  <a:pt x="1197025" y="60375"/>
                </a:lnTo>
                <a:lnTo>
                  <a:pt x="1189888" y="63360"/>
                </a:lnTo>
                <a:lnTo>
                  <a:pt x="1187246" y="70840"/>
                </a:lnTo>
                <a:lnTo>
                  <a:pt x="1186954" y="82257"/>
                </a:lnTo>
                <a:lnTo>
                  <a:pt x="1186878" y="158445"/>
                </a:lnTo>
                <a:lnTo>
                  <a:pt x="1189164" y="170891"/>
                </a:lnTo>
                <a:lnTo>
                  <a:pt x="1192441" y="177279"/>
                </a:lnTo>
                <a:lnTo>
                  <a:pt x="1198943" y="179641"/>
                </a:lnTo>
                <a:lnTo>
                  <a:pt x="1210945" y="179971"/>
                </a:lnTo>
                <a:lnTo>
                  <a:pt x="1329880" y="179971"/>
                </a:lnTo>
                <a:lnTo>
                  <a:pt x="1329880" y="154012"/>
                </a:lnTo>
                <a:lnTo>
                  <a:pt x="1229741" y="154012"/>
                </a:lnTo>
                <a:lnTo>
                  <a:pt x="1229741" y="130149"/>
                </a:lnTo>
                <a:lnTo>
                  <a:pt x="1329931" y="129997"/>
                </a:lnTo>
                <a:lnTo>
                  <a:pt x="1329931" y="103136"/>
                </a:lnTo>
                <a:lnTo>
                  <a:pt x="1329931" y="89839"/>
                </a:lnTo>
                <a:lnTo>
                  <a:pt x="1329931" y="82257"/>
                </a:lnTo>
                <a:close/>
              </a:path>
              <a:path w="1412875" h="180975">
                <a:moveTo>
                  <a:pt x="1371396" y="18846"/>
                </a:moveTo>
                <a:lnTo>
                  <a:pt x="1338757" y="18846"/>
                </a:lnTo>
                <a:lnTo>
                  <a:pt x="1338757" y="26936"/>
                </a:lnTo>
                <a:lnTo>
                  <a:pt x="1351013" y="26936"/>
                </a:lnTo>
                <a:lnTo>
                  <a:pt x="1351013" y="51282"/>
                </a:lnTo>
                <a:lnTo>
                  <a:pt x="1358900" y="51282"/>
                </a:lnTo>
                <a:lnTo>
                  <a:pt x="1358900" y="26949"/>
                </a:lnTo>
                <a:lnTo>
                  <a:pt x="1371396" y="26936"/>
                </a:lnTo>
                <a:lnTo>
                  <a:pt x="1371396" y="18846"/>
                </a:lnTo>
                <a:close/>
              </a:path>
              <a:path w="1412875" h="180975">
                <a:moveTo>
                  <a:pt x="1412506" y="22720"/>
                </a:moveTo>
                <a:lnTo>
                  <a:pt x="1412455" y="20523"/>
                </a:lnTo>
                <a:lnTo>
                  <a:pt x="1410665" y="18757"/>
                </a:lnTo>
                <a:lnTo>
                  <a:pt x="1399184" y="18745"/>
                </a:lnTo>
                <a:lnTo>
                  <a:pt x="1397406" y="20510"/>
                </a:lnTo>
                <a:lnTo>
                  <a:pt x="1397355" y="22694"/>
                </a:lnTo>
                <a:lnTo>
                  <a:pt x="1397355" y="18745"/>
                </a:lnTo>
                <a:lnTo>
                  <a:pt x="1384007" y="18745"/>
                </a:lnTo>
                <a:lnTo>
                  <a:pt x="1382242" y="20485"/>
                </a:lnTo>
                <a:lnTo>
                  <a:pt x="1382166" y="22656"/>
                </a:lnTo>
                <a:lnTo>
                  <a:pt x="1382166" y="18732"/>
                </a:lnTo>
                <a:lnTo>
                  <a:pt x="1374089" y="18732"/>
                </a:lnTo>
                <a:lnTo>
                  <a:pt x="1374089" y="51231"/>
                </a:lnTo>
                <a:lnTo>
                  <a:pt x="1382166" y="51231"/>
                </a:lnTo>
                <a:lnTo>
                  <a:pt x="1382166" y="23507"/>
                </a:lnTo>
                <a:lnTo>
                  <a:pt x="1389265" y="23507"/>
                </a:lnTo>
                <a:lnTo>
                  <a:pt x="1389265" y="51231"/>
                </a:lnTo>
                <a:lnTo>
                  <a:pt x="1397355" y="51231"/>
                </a:lnTo>
                <a:lnTo>
                  <a:pt x="1397355" y="23507"/>
                </a:lnTo>
                <a:lnTo>
                  <a:pt x="1404391" y="23507"/>
                </a:lnTo>
                <a:lnTo>
                  <a:pt x="1404391" y="51219"/>
                </a:lnTo>
                <a:lnTo>
                  <a:pt x="1412506" y="51219"/>
                </a:lnTo>
                <a:lnTo>
                  <a:pt x="1412506" y="2272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54183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04767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35941" y="6350"/>
                </a:lnTo>
                <a:lnTo>
                  <a:pt x="35941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86788" y="3238500"/>
            <a:ext cx="531495" cy="678815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5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</a:pP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Address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7909" y="3238500"/>
            <a:ext cx="418465" cy="678815"/>
          </a:xfrm>
          <a:prstGeom prst="rect">
            <a:avLst/>
          </a:prstGeom>
          <a:ln w="6857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5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</a:pPr>
            <a:r>
              <a:rPr sz="900" spc="25" dirty="0">
                <a:solidFill>
                  <a:srgbClr val="231F20"/>
                </a:solidFill>
                <a:latin typeface="Malgun Gothic"/>
                <a:cs typeface="Malgun Gothic"/>
              </a:rPr>
              <a:t>DWR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49373" y="3238500"/>
            <a:ext cx="399415" cy="678815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</a:pPr>
            <a:r>
              <a:rPr sz="900" spc="15" dirty="0">
                <a:solidFill>
                  <a:srgbClr val="231F20"/>
                </a:solidFill>
                <a:latin typeface="Malgun Gothic"/>
                <a:cs typeface="Malgun Gothic"/>
              </a:rPr>
              <a:t>Dat</a:t>
            </a:r>
            <a:r>
              <a:rPr sz="900" spc="20" dirty="0">
                <a:solidFill>
                  <a:srgbClr val="231F20"/>
                </a:solidFill>
                <a:latin typeface="Malgun Gothic"/>
                <a:cs typeface="Malgun Gothic"/>
              </a:rPr>
              <a:t>a</a:t>
            </a:r>
            <a:r>
              <a:rPr sz="900" spc="-1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600" spc="15" dirty="0">
                <a:solidFill>
                  <a:srgbClr val="231F20"/>
                </a:solidFill>
                <a:latin typeface="Malgun Gothic"/>
                <a:cs typeface="Malgun Gothic"/>
              </a:rPr>
              <a:t>n</a:t>
            </a:r>
            <a:endParaRPr sz="6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48648" y="3238500"/>
            <a:ext cx="708025" cy="678815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Times New Roman"/>
              <a:cs typeface="Times New Roman"/>
            </a:endParaRPr>
          </a:p>
          <a:p>
            <a:pPr marL="77470">
              <a:lnSpc>
                <a:spcPct val="100000"/>
              </a:lnSpc>
            </a:pPr>
            <a:r>
              <a:rPr sz="900" spc="20" dirty="0">
                <a:solidFill>
                  <a:srgbClr val="231F20"/>
                </a:solidFill>
                <a:latin typeface="Malgun Gothic"/>
                <a:cs typeface="Malgun Gothic"/>
              </a:rPr>
              <a:t>CheckSUM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36241" y="3238500"/>
            <a:ext cx="163195" cy="678815"/>
          </a:xfrm>
          <a:prstGeom prst="rect">
            <a:avLst/>
          </a:prstGeom>
          <a:ln w="6870">
            <a:solidFill>
              <a:srgbClr val="0501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100" spc="100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05632" y="3238500"/>
            <a:ext cx="163195" cy="678815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5"/>
              </a:spcBef>
            </a:pPr>
            <a:r>
              <a:rPr sz="1100" spc="100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7441" y="3238500"/>
            <a:ext cx="163195" cy="678815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48895">
              <a:lnSpc>
                <a:spcPct val="100000"/>
              </a:lnSpc>
              <a:spcBef>
                <a:spcPts val="5"/>
              </a:spcBef>
            </a:pPr>
            <a:r>
              <a:rPr sz="1100" spc="100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34732" y="3238500"/>
            <a:ext cx="163195" cy="678815"/>
          </a:xfrm>
          <a:prstGeom prst="rect">
            <a:avLst/>
          </a:prstGeom>
          <a:ln w="6870">
            <a:solidFill>
              <a:srgbClr val="0501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5"/>
              </a:spcBef>
            </a:pPr>
            <a:r>
              <a:rPr sz="1100" spc="100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60881" y="3238500"/>
            <a:ext cx="163195" cy="678815"/>
          </a:xfrm>
          <a:prstGeom prst="rect">
            <a:avLst/>
          </a:prstGeom>
          <a:ln w="6870">
            <a:solidFill>
              <a:srgbClr val="0501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700">
              <a:latin typeface="Times New Roman"/>
              <a:cs typeface="Times New Roman"/>
            </a:endParaRPr>
          </a:p>
          <a:p>
            <a:pPr marL="48895">
              <a:lnSpc>
                <a:spcPct val="100000"/>
              </a:lnSpc>
              <a:spcBef>
                <a:spcPts val="5"/>
              </a:spcBef>
            </a:pPr>
            <a:r>
              <a:rPr sz="1100" spc="100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86305" y="3238500"/>
            <a:ext cx="163195" cy="678815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Times New Roman"/>
              <a:cs typeface="Times New Roman"/>
            </a:endParaRPr>
          </a:p>
          <a:p>
            <a:pPr marL="7620" algn="ctr">
              <a:lnSpc>
                <a:spcPct val="100000"/>
              </a:lnSpc>
            </a:pPr>
            <a:r>
              <a:rPr sz="1100" spc="100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2940" y="6295111"/>
            <a:ext cx="5452110" cy="282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35" dirty="0">
                <a:solidFill>
                  <a:srgbClr val="231F20"/>
                </a:solidFill>
                <a:latin typeface="Malgun Gothic"/>
                <a:cs typeface="Malgun Gothic"/>
              </a:rPr>
              <a:t>예) </a:t>
            </a:r>
            <a:r>
              <a:rPr sz="1100" b="1" spc="-1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5" dirty="0">
                <a:solidFill>
                  <a:srgbClr val="231F20"/>
                </a:solidFill>
                <a:latin typeface="Malgun Gothic"/>
                <a:cs typeface="Malgun Gothic"/>
              </a:rPr>
              <a:t>CH1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31F20"/>
                </a:solidFill>
                <a:latin typeface="Malgun Gothic"/>
                <a:cs typeface="Malgun Gothic"/>
              </a:rPr>
              <a:t>~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1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5" dirty="0">
                <a:solidFill>
                  <a:srgbClr val="231F20"/>
                </a:solidFill>
                <a:latin typeface="Malgun Gothic"/>
                <a:cs typeface="Malgun Gothic"/>
              </a:rPr>
              <a:t>ALARM1(ALM1)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값을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설정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45" dirty="0">
                <a:solidFill>
                  <a:srgbClr val="231F20"/>
                </a:solidFill>
                <a:latin typeface="Malgun Gothic"/>
                <a:cs typeface="Malgun Gothic"/>
              </a:rPr>
              <a:t>(입력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모드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소숫점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Malgun Gothic"/>
                <a:cs typeface="Malgun Gothic"/>
              </a:rPr>
              <a:t>1자리)</a:t>
            </a:r>
            <a:endParaRPr sz="1100">
              <a:latin typeface="Malgun Gothic"/>
              <a:cs typeface="Malgun Gothic"/>
            </a:endParaRPr>
          </a:p>
          <a:p>
            <a:pPr marL="273050">
              <a:lnSpc>
                <a:spcPct val="100000"/>
              </a:lnSpc>
              <a:spcBef>
                <a:spcPts val="785"/>
              </a:spcBef>
            </a:pPr>
            <a:r>
              <a:rPr sz="1100" spc="30" dirty="0">
                <a:solidFill>
                  <a:srgbClr val="231F20"/>
                </a:solidFill>
                <a:latin typeface="Malgun Gothic"/>
                <a:cs typeface="Malgun Gothic"/>
              </a:rPr>
              <a:t>CH1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55" dirty="0">
                <a:solidFill>
                  <a:srgbClr val="231F20"/>
                </a:solidFill>
                <a:latin typeface="Malgun Gothic"/>
                <a:cs typeface="Malgun Gothic"/>
              </a:rPr>
              <a:t>~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45" dirty="0">
                <a:solidFill>
                  <a:srgbClr val="231F20"/>
                </a:solidFill>
                <a:latin typeface="Malgun Gothic"/>
                <a:cs typeface="Malgun Gothic"/>
              </a:rPr>
              <a:t>ALARM1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D-Register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10" dirty="0">
                <a:solidFill>
                  <a:srgbClr val="231F20"/>
                </a:solidFill>
                <a:latin typeface="Malgun Gothic"/>
                <a:cs typeface="Malgun Gothic"/>
              </a:rPr>
              <a:t>Address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10" dirty="0">
                <a:solidFill>
                  <a:srgbClr val="231F20"/>
                </a:solidFill>
                <a:latin typeface="Malgun Gothic"/>
                <a:cs typeface="Malgun Gothic"/>
              </a:rPr>
              <a:t>는,</a:t>
            </a:r>
            <a:endParaRPr sz="1100">
              <a:latin typeface="Malgun Gothic"/>
              <a:cs typeface="Malgun Gothic"/>
            </a:endParaRPr>
          </a:p>
          <a:p>
            <a:pPr marL="273050">
              <a:lnSpc>
                <a:spcPct val="100000"/>
              </a:lnSpc>
              <a:spcBef>
                <a:spcPts val="400"/>
              </a:spcBef>
            </a:pPr>
            <a:r>
              <a:rPr sz="1100" spc="-70" dirty="0">
                <a:solidFill>
                  <a:srgbClr val="231F20"/>
                </a:solidFill>
                <a:latin typeface="Malgun Gothic"/>
                <a:cs typeface="Malgun Gothic"/>
              </a:rPr>
              <a:t>각</a:t>
            </a:r>
            <a:r>
              <a:rPr sz="1100" spc="2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30" dirty="0">
                <a:solidFill>
                  <a:srgbClr val="231F20"/>
                </a:solidFill>
                <a:latin typeface="Malgun Gothic"/>
                <a:cs typeface="Malgun Gothic"/>
              </a:rPr>
              <a:t>CH1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ALM1(0137),</a:t>
            </a:r>
            <a:r>
              <a:rPr sz="1100" spc="22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30" dirty="0">
                <a:solidFill>
                  <a:srgbClr val="231F20"/>
                </a:solidFill>
                <a:latin typeface="Malgun Gothic"/>
                <a:cs typeface="Malgun Gothic"/>
              </a:rPr>
              <a:t>CH2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ALM1(0237),</a:t>
            </a:r>
            <a:r>
              <a:rPr sz="1100" spc="22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30" dirty="0">
                <a:solidFill>
                  <a:srgbClr val="231F20"/>
                </a:solidFill>
                <a:latin typeface="Malgun Gothic"/>
                <a:cs typeface="Malgun Gothic"/>
              </a:rPr>
              <a:t>CH3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ALM1(0337),</a:t>
            </a:r>
            <a:r>
              <a:rPr sz="1100" spc="22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30" dirty="0">
                <a:solidFill>
                  <a:srgbClr val="231F20"/>
                </a:solidFill>
                <a:latin typeface="Malgun Gothic"/>
                <a:cs typeface="Malgun Gothic"/>
              </a:rPr>
              <a:t>CH4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ALM1(0437)</a:t>
            </a:r>
            <a:endParaRPr sz="1100">
              <a:latin typeface="Malgun Gothic"/>
              <a:cs typeface="Malgun Gothic"/>
            </a:endParaRPr>
          </a:p>
          <a:p>
            <a:pPr marL="284480" marR="2084705" algn="just">
              <a:lnSpc>
                <a:spcPct val="136900"/>
              </a:lnSpc>
              <a:spcBef>
                <a:spcPts val="660"/>
              </a:spcBef>
            </a:pPr>
            <a:r>
              <a:rPr sz="1100" spc="15" dirty="0">
                <a:solidFill>
                  <a:srgbClr val="231F20"/>
                </a:solidFill>
                <a:latin typeface="Malgun Gothic"/>
                <a:cs typeface="Malgun Gothic"/>
              </a:rPr>
              <a:t>CH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9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013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7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(</a:t>
            </a:r>
            <a:r>
              <a:rPr sz="1100" spc="50" dirty="0">
                <a:solidFill>
                  <a:srgbClr val="231F20"/>
                </a:solidFill>
                <a:latin typeface="Malgun Gothic"/>
                <a:cs typeface="Malgun Gothic"/>
              </a:rPr>
              <a:t>ALM1)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55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75" dirty="0">
                <a:solidFill>
                  <a:srgbClr val="231F20"/>
                </a:solidFill>
                <a:latin typeface="Malgun Gothic"/>
                <a:cs typeface="Malgun Gothic"/>
              </a:rPr>
              <a:t>.0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20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00</a:t>
            </a:r>
            <a:r>
              <a:rPr sz="1100" spc="40" dirty="0">
                <a:solidFill>
                  <a:srgbClr val="231F20"/>
                </a:solidFill>
                <a:latin typeface="Malgun Gothic"/>
                <a:cs typeface="Malgun Gothic"/>
              </a:rPr>
              <a:t>C</a:t>
            </a:r>
            <a:r>
              <a:rPr sz="1100" spc="30" dirty="0">
                <a:solidFill>
                  <a:srgbClr val="231F20"/>
                </a:solidFill>
                <a:latin typeface="Malgun Gothic"/>
                <a:cs typeface="Malgun Gothic"/>
              </a:rPr>
              <a:t>8h  </a:t>
            </a:r>
            <a:r>
              <a:rPr sz="1100" spc="15" dirty="0">
                <a:solidFill>
                  <a:srgbClr val="231F20"/>
                </a:solidFill>
                <a:latin typeface="Malgun Gothic"/>
                <a:cs typeface="Malgun Gothic"/>
              </a:rPr>
              <a:t>CH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9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023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7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(</a:t>
            </a:r>
            <a:r>
              <a:rPr sz="1100" spc="50" dirty="0">
                <a:solidFill>
                  <a:srgbClr val="231F20"/>
                </a:solidFill>
                <a:latin typeface="Malgun Gothic"/>
                <a:cs typeface="Malgun Gothic"/>
              </a:rPr>
              <a:t>ALM1)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55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5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75" dirty="0">
                <a:solidFill>
                  <a:srgbClr val="231F20"/>
                </a:solidFill>
                <a:latin typeface="Malgun Gothic"/>
                <a:cs typeface="Malgun Gothic"/>
              </a:rPr>
              <a:t>.0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50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25" dirty="0">
                <a:solidFill>
                  <a:srgbClr val="231F20"/>
                </a:solidFill>
                <a:latin typeface="Malgun Gothic"/>
                <a:cs typeface="Malgun Gothic"/>
              </a:rPr>
              <a:t>1F4h  </a:t>
            </a:r>
            <a:r>
              <a:rPr sz="1100" spc="15" dirty="0">
                <a:solidFill>
                  <a:srgbClr val="231F20"/>
                </a:solidFill>
                <a:latin typeface="Malgun Gothic"/>
                <a:cs typeface="Malgun Gothic"/>
              </a:rPr>
              <a:t>CH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3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9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033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7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(</a:t>
            </a:r>
            <a:r>
              <a:rPr sz="1100" spc="50" dirty="0">
                <a:solidFill>
                  <a:srgbClr val="231F20"/>
                </a:solidFill>
                <a:latin typeface="Malgun Gothic"/>
                <a:cs typeface="Malgun Gothic"/>
              </a:rPr>
              <a:t>ALM1)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55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120</a:t>
            </a:r>
            <a:r>
              <a:rPr sz="1100" spc="75" dirty="0">
                <a:solidFill>
                  <a:srgbClr val="231F20"/>
                </a:solidFill>
                <a:latin typeface="Malgun Gothic"/>
                <a:cs typeface="Malgun Gothic"/>
              </a:rPr>
              <a:t>.0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120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30" dirty="0">
                <a:solidFill>
                  <a:srgbClr val="231F20"/>
                </a:solidFill>
                <a:latin typeface="Malgun Gothic"/>
                <a:cs typeface="Malgun Gothic"/>
              </a:rPr>
              <a:t>4B0h  </a:t>
            </a:r>
            <a:r>
              <a:rPr sz="1100" spc="15" dirty="0">
                <a:solidFill>
                  <a:srgbClr val="231F20"/>
                </a:solidFill>
                <a:latin typeface="Malgun Gothic"/>
                <a:cs typeface="Malgun Gothic"/>
              </a:rPr>
              <a:t>CH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9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9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1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043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7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(</a:t>
            </a:r>
            <a:r>
              <a:rPr sz="1100" spc="50" dirty="0">
                <a:solidFill>
                  <a:srgbClr val="231F20"/>
                </a:solidFill>
                <a:latin typeface="Malgun Gothic"/>
                <a:cs typeface="Malgun Gothic"/>
              </a:rPr>
              <a:t>ALM1)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55" dirty="0">
                <a:solidFill>
                  <a:srgbClr val="231F20"/>
                </a:solidFill>
                <a:latin typeface="Malgun Gothic"/>
                <a:cs typeface="Malgun Gothic"/>
              </a:rPr>
              <a:t>=</a:t>
            </a:r>
            <a:r>
              <a:rPr sz="11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14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75" dirty="0">
                <a:solidFill>
                  <a:srgbClr val="231F20"/>
                </a:solidFill>
                <a:latin typeface="Malgun Gothic"/>
                <a:cs typeface="Malgun Gothic"/>
              </a:rPr>
              <a:t>.0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r>
              <a:rPr sz="11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-15" dirty="0">
                <a:solidFill>
                  <a:srgbClr val="231F20"/>
                </a:solidFill>
                <a:latin typeface="Malgun Gothic"/>
                <a:cs typeface="Malgun Gothic"/>
              </a:rPr>
              <a:t>→</a:t>
            </a:r>
            <a:r>
              <a:rPr sz="1100" spc="-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spc="6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spc="45" dirty="0">
                <a:solidFill>
                  <a:srgbClr val="231F20"/>
                </a:solidFill>
                <a:latin typeface="Malgun Gothic"/>
                <a:cs typeface="Malgun Gothic"/>
              </a:rPr>
              <a:t>578h</a:t>
            </a:r>
            <a:endParaRPr sz="11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750">
              <a:latin typeface="Malgun Gothic"/>
              <a:cs typeface="Malgun Gothic"/>
            </a:endParaRPr>
          </a:p>
          <a:p>
            <a:pPr marL="278765">
              <a:lnSpc>
                <a:spcPct val="100000"/>
              </a:lnSpc>
              <a:tabLst>
                <a:tab pos="1108710" algn="l"/>
                <a:tab pos="1882139" algn="l"/>
              </a:tabLst>
            </a:pP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ST</a:t>
            </a:r>
            <a:r>
              <a:rPr sz="1000" spc="25" dirty="0">
                <a:solidFill>
                  <a:srgbClr val="231F20"/>
                </a:solidFill>
                <a:latin typeface="Malgun Gothic"/>
                <a:cs typeface="Malgun Gothic"/>
              </a:rPr>
              <a:t>X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000" spc="45" dirty="0">
                <a:solidFill>
                  <a:srgbClr val="231F20"/>
                </a:solidFill>
                <a:latin typeface="Malgun Gothic"/>
                <a:cs typeface="Malgun Gothic"/>
              </a:rPr>
              <a:t>x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	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CR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0x0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	LF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80" dirty="0">
                <a:solidFill>
                  <a:srgbClr val="231F20"/>
                </a:solidFill>
                <a:latin typeface="Malgun Gothic"/>
                <a:cs typeface="Malgun Gothic"/>
              </a:rPr>
              <a:t>: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0x0</a:t>
            </a:r>
            <a:r>
              <a:rPr sz="1000" spc="65" dirty="0">
                <a:solidFill>
                  <a:srgbClr val="231F20"/>
                </a:solidFill>
                <a:latin typeface="Malgun Gothic"/>
                <a:cs typeface="Malgun Gothic"/>
              </a:rPr>
              <a:t>A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Malgun Gothic"/>
              <a:cs typeface="Malgun Gothic"/>
            </a:endParaRPr>
          </a:p>
          <a:p>
            <a:pPr marL="286385">
              <a:lnSpc>
                <a:spcPct val="100000"/>
              </a:lnSpc>
            </a:pP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송신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→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856A7"/>
                </a:solidFill>
                <a:latin typeface="Malgun Gothic"/>
                <a:cs typeface="Malgun Gothic"/>
              </a:rPr>
              <a:t>STX</a:t>
            </a: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20" dirty="0">
                <a:solidFill>
                  <a:srgbClr val="231F20"/>
                </a:solidFill>
                <a:latin typeface="Malgun Gothic"/>
                <a:cs typeface="Malgun Gothic"/>
              </a:rPr>
              <a:t>"01</a:t>
            </a:r>
            <a:r>
              <a:rPr sz="1100" b="1" spc="20" dirty="0">
                <a:solidFill>
                  <a:srgbClr val="753825"/>
                </a:solidFill>
                <a:latin typeface="Malgun Gothic"/>
                <a:cs typeface="Malgun Gothic"/>
              </a:rPr>
              <a:t>DWR</a:t>
            </a:r>
            <a:r>
              <a:rPr sz="1100" b="1" spc="2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6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EE2E2A"/>
                </a:solidFill>
                <a:latin typeface="Malgun Gothic"/>
                <a:cs typeface="Malgun Gothic"/>
              </a:rPr>
              <a:t>04</a:t>
            </a:r>
            <a:r>
              <a:rPr sz="1100" b="1" spc="-275" dirty="0">
                <a:solidFill>
                  <a:srgbClr val="EE2E2A"/>
                </a:solidFill>
                <a:latin typeface="Malgun Gothic"/>
                <a:cs typeface="Malgun Gothic"/>
              </a:rPr>
              <a:t> </a:t>
            </a:r>
            <a:r>
              <a:rPr sz="1100" b="1" spc="45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25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B55330"/>
                </a:solidFill>
                <a:latin typeface="Malgun Gothic"/>
                <a:cs typeface="Malgun Gothic"/>
              </a:rPr>
              <a:t>0137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14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50" dirty="0">
                <a:solidFill>
                  <a:srgbClr val="38AD5B"/>
                </a:solidFill>
                <a:latin typeface="Malgun Gothic"/>
                <a:cs typeface="Malgun Gothic"/>
              </a:rPr>
              <a:t>00C8</a:t>
            </a:r>
            <a:r>
              <a:rPr sz="1100" b="1" spc="50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25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B55330"/>
                </a:solidFill>
                <a:latin typeface="Malgun Gothic"/>
                <a:cs typeface="Malgun Gothic"/>
              </a:rPr>
              <a:t>0237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2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15" dirty="0">
                <a:solidFill>
                  <a:srgbClr val="38AD5B"/>
                </a:solidFill>
                <a:latin typeface="Malgun Gothic"/>
                <a:cs typeface="Malgun Gothic"/>
              </a:rPr>
              <a:t>01F4</a:t>
            </a:r>
            <a:r>
              <a:rPr sz="1100" b="1" spc="-275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1100" b="1" spc="45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4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B55330"/>
                </a:solidFill>
                <a:latin typeface="Malgun Gothic"/>
                <a:cs typeface="Malgun Gothic"/>
              </a:rPr>
              <a:t>0337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2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10" dirty="0">
                <a:solidFill>
                  <a:srgbClr val="38AD5B"/>
                </a:solidFill>
                <a:latin typeface="Malgun Gothic"/>
                <a:cs typeface="Malgun Gothic"/>
              </a:rPr>
              <a:t>04B0</a:t>
            </a:r>
            <a:r>
              <a:rPr sz="1100" b="1" spc="-280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1100" b="1" spc="45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4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B55330"/>
                </a:solidFill>
                <a:latin typeface="Malgun Gothic"/>
                <a:cs typeface="Malgun Gothic"/>
              </a:rPr>
              <a:t>0437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,</a:t>
            </a:r>
            <a:r>
              <a:rPr sz="1100" b="1" spc="-12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38AD5B"/>
                </a:solidFill>
                <a:latin typeface="Malgun Gothic"/>
                <a:cs typeface="Malgun Gothic"/>
              </a:rPr>
              <a:t>0578</a:t>
            </a:r>
            <a:r>
              <a:rPr sz="1100" b="1" spc="-225" dirty="0">
                <a:solidFill>
                  <a:srgbClr val="38AD5B"/>
                </a:solidFill>
                <a:latin typeface="Malgun Gothic"/>
                <a:cs typeface="Malgun Gothic"/>
              </a:rPr>
              <a:t> </a:t>
            </a:r>
            <a:r>
              <a:rPr sz="1100" b="1" spc="-55" dirty="0">
                <a:solidFill>
                  <a:srgbClr val="231F20"/>
                </a:solidFill>
                <a:latin typeface="Malgun Gothic"/>
                <a:cs typeface="Malgun Gothic"/>
              </a:rPr>
              <a:t>"</a:t>
            </a:r>
            <a:endParaRPr sz="1100">
              <a:latin typeface="Malgun Gothic"/>
              <a:cs typeface="Malgun Gothic"/>
            </a:endParaRPr>
          </a:p>
          <a:p>
            <a:pPr marL="1041400">
              <a:lnSpc>
                <a:spcPct val="100000"/>
              </a:lnSpc>
              <a:spcBef>
                <a:spcPts val="260"/>
              </a:spcBef>
            </a:pP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5" dirty="0">
                <a:solidFill>
                  <a:srgbClr val="503996"/>
                </a:solidFill>
                <a:latin typeface="Malgun Gothic"/>
                <a:cs typeface="Malgun Gothic"/>
              </a:rPr>
              <a:t>CheckSUM</a:t>
            </a:r>
            <a:r>
              <a:rPr sz="1100" b="1" spc="-1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8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CR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8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856A7"/>
                </a:solidFill>
                <a:latin typeface="Malgun Gothic"/>
                <a:cs typeface="Malgun Gothic"/>
              </a:rPr>
              <a:t>LF</a:t>
            </a:r>
            <a:endParaRPr sz="1100">
              <a:latin typeface="Malgun Gothic"/>
              <a:cs typeface="Malgun Gothic"/>
            </a:endParaRPr>
          </a:p>
          <a:p>
            <a:pPr marL="286385">
              <a:lnSpc>
                <a:spcPct val="100000"/>
              </a:lnSpc>
              <a:spcBef>
                <a:spcPts val="850"/>
              </a:spcBef>
            </a:pP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수신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856A7"/>
                </a:solidFill>
                <a:latin typeface="Malgun Gothic"/>
                <a:cs typeface="Malgun Gothic"/>
              </a:rPr>
              <a:t>←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856A7"/>
                </a:solidFill>
                <a:latin typeface="Malgun Gothic"/>
                <a:cs typeface="Malgun Gothic"/>
              </a:rPr>
              <a:t>STX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8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60" dirty="0">
                <a:solidFill>
                  <a:srgbClr val="231F20"/>
                </a:solidFill>
                <a:latin typeface="Malgun Gothic"/>
                <a:cs typeface="Malgun Gothic"/>
              </a:rPr>
              <a:t>"</a:t>
            </a:r>
            <a:r>
              <a:rPr sz="1100" b="1" spc="25" dirty="0">
                <a:solidFill>
                  <a:srgbClr val="231F20"/>
                </a:solidFill>
                <a:latin typeface="Malgun Gothic"/>
                <a:cs typeface="Malgun Gothic"/>
              </a:rPr>
              <a:t>0</a:t>
            </a:r>
            <a:r>
              <a:rPr sz="1100" b="1" spc="8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1100" b="1" spc="-15" dirty="0">
                <a:solidFill>
                  <a:srgbClr val="753825"/>
                </a:solidFill>
                <a:latin typeface="Malgun Gothic"/>
                <a:cs typeface="Malgun Gothic"/>
              </a:rPr>
              <a:t>DW</a:t>
            </a:r>
            <a:r>
              <a:rPr sz="1100" b="1" spc="40" dirty="0">
                <a:solidFill>
                  <a:srgbClr val="753825"/>
                </a:solidFill>
                <a:latin typeface="Malgun Gothic"/>
                <a:cs typeface="Malgun Gothic"/>
              </a:rPr>
              <a:t>R</a:t>
            </a:r>
            <a:r>
              <a:rPr sz="1100" b="1" spc="45" dirty="0">
                <a:solidFill>
                  <a:srgbClr val="231F20"/>
                </a:solidFill>
                <a:latin typeface="Malgun Gothic"/>
                <a:cs typeface="Malgun Gothic"/>
              </a:rPr>
              <a:t>,</a:t>
            </a:r>
            <a:r>
              <a:rPr sz="1100" b="1" spc="-19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5" dirty="0">
                <a:solidFill>
                  <a:srgbClr val="EE2E2A"/>
                </a:solidFill>
                <a:latin typeface="Malgun Gothic"/>
                <a:cs typeface="Malgun Gothic"/>
              </a:rPr>
              <a:t>O</a:t>
            </a:r>
            <a:r>
              <a:rPr sz="1100" b="1" spc="110" dirty="0">
                <a:solidFill>
                  <a:srgbClr val="EE2E2A"/>
                </a:solidFill>
                <a:latin typeface="Malgun Gothic"/>
                <a:cs typeface="Malgun Gothic"/>
              </a:rPr>
              <a:t>K</a:t>
            </a:r>
            <a:r>
              <a:rPr sz="1100" b="1" spc="-55" dirty="0">
                <a:solidFill>
                  <a:srgbClr val="231F20"/>
                </a:solidFill>
                <a:latin typeface="Malgun Gothic"/>
                <a:cs typeface="Malgun Gothic"/>
              </a:rPr>
              <a:t>"</a:t>
            </a:r>
            <a:r>
              <a:rPr sz="1100" b="1" spc="-1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145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5" dirty="0">
                <a:solidFill>
                  <a:srgbClr val="503996"/>
                </a:solidFill>
                <a:latin typeface="Malgun Gothic"/>
                <a:cs typeface="Malgun Gothic"/>
              </a:rPr>
              <a:t>CheckSUM</a:t>
            </a:r>
            <a:r>
              <a:rPr sz="1100" b="1" spc="40" dirty="0">
                <a:solidFill>
                  <a:srgbClr val="503996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2856A7"/>
                </a:solidFill>
                <a:latin typeface="Malgun Gothic"/>
                <a:cs typeface="Malgun Gothic"/>
              </a:rPr>
              <a:t>CR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75" dirty="0">
                <a:solidFill>
                  <a:srgbClr val="2856A7"/>
                </a:solidFill>
                <a:latin typeface="Malgun Gothic"/>
                <a:cs typeface="Malgun Gothic"/>
              </a:rPr>
              <a:t>+</a:t>
            </a:r>
            <a:r>
              <a:rPr sz="1100" b="1" spc="-80" dirty="0">
                <a:solidFill>
                  <a:srgbClr val="2856A7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856A7"/>
                </a:solidFill>
                <a:latin typeface="Malgun Gothic"/>
                <a:cs typeface="Malgun Gothic"/>
              </a:rPr>
              <a:t>LF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597" y="1239278"/>
            <a:ext cx="1383030" cy="275590"/>
          </a:xfrm>
          <a:prstGeom prst="rect">
            <a:avLst/>
          </a:prstGeom>
          <a:ln w="16129">
            <a:solidFill>
              <a:srgbClr val="7A7472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280"/>
              </a:spcBef>
            </a:pPr>
            <a:r>
              <a:rPr sz="1200" b="1" spc="10" dirty="0">
                <a:solidFill>
                  <a:srgbClr val="231F20"/>
                </a:solidFill>
                <a:latin typeface="Arial"/>
                <a:cs typeface="Arial"/>
              </a:rPr>
              <a:t>Write</a:t>
            </a:r>
            <a:r>
              <a:rPr sz="1200" b="1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31F20"/>
                </a:solidFill>
                <a:latin typeface="Arial"/>
                <a:cs typeface="Arial"/>
              </a:rPr>
              <a:t>Command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0684" y="1671963"/>
            <a:ext cx="4956175" cy="1303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5" dirty="0">
                <a:solidFill>
                  <a:srgbClr val="231F20"/>
                </a:solidFill>
                <a:latin typeface="Malgun Gothic"/>
                <a:cs typeface="Malgun Gothic"/>
              </a:rPr>
              <a:t>(4)</a:t>
            </a:r>
            <a:r>
              <a:rPr sz="1200" spc="-10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200" spc="35" dirty="0">
                <a:solidFill>
                  <a:srgbClr val="231F20"/>
                </a:solidFill>
                <a:latin typeface="Malgun Gothic"/>
                <a:cs typeface="Malgun Gothic"/>
              </a:rPr>
              <a:t>DWR</a:t>
            </a:r>
            <a:r>
              <a:rPr sz="1200" spc="-10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200" spc="20" dirty="0">
                <a:solidFill>
                  <a:srgbClr val="231F20"/>
                </a:solidFill>
                <a:latin typeface="Malgun Gothic"/>
                <a:cs typeface="Malgun Gothic"/>
              </a:rPr>
              <a:t>Command</a:t>
            </a:r>
            <a:endParaRPr sz="12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Malgun Gothic"/>
              <a:cs typeface="Malgun Gothic"/>
            </a:endParaRPr>
          </a:p>
          <a:p>
            <a:pPr marL="212725" marR="5080">
              <a:lnSpc>
                <a:spcPct val="151000"/>
              </a:lnSpc>
            </a:pPr>
            <a:r>
              <a:rPr sz="1000" spc="30" dirty="0">
                <a:solidFill>
                  <a:srgbClr val="231F20"/>
                </a:solidFill>
                <a:latin typeface="Malgun Gothic"/>
                <a:cs typeface="Malgun Gothic"/>
              </a:rPr>
              <a:t>DWR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Command는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임의의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Register를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Write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하기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위한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Command로,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상에는 </a:t>
            </a:r>
            <a:r>
              <a:rPr sz="1000" spc="-34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Write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갯수와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각각의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Register의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Malgun Gothic"/>
                <a:cs typeface="Malgun Gothic"/>
              </a:rPr>
              <a:t>번호,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Write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설정한다.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Malgun Gothic"/>
              <a:cs typeface="Malgun Gothic"/>
            </a:endParaRPr>
          </a:p>
          <a:p>
            <a:pPr marL="213360">
              <a:lnSpc>
                <a:spcPct val="100000"/>
              </a:lnSpc>
            </a:pP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Format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4422" y="3016008"/>
            <a:ext cx="454659" cy="222885"/>
          </a:xfrm>
          <a:prstGeom prst="rect">
            <a:avLst/>
          </a:prstGeom>
          <a:solidFill>
            <a:srgbClr val="C3C4C6"/>
          </a:solidFill>
          <a:ln w="6858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345"/>
              </a:spcBef>
            </a:pP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Bytes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98575" y="3016008"/>
            <a:ext cx="188595" cy="222885"/>
          </a:xfrm>
          <a:prstGeom prst="rect">
            <a:avLst/>
          </a:prstGeom>
          <a:solidFill>
            <a:srgbClr val="C3C4C6"/>
          </a:solidFill>
          <a:ln w="6858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86788" y="3016008"/>
            <a:ext cx="531495" cy="222885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17909" y="3016008"/>
            <a:ext cx="418465" cy="222885"/>
          </a:xfrm>
          <a:prstGeom prst="rect">
            <a:avLst/>
          </a:prstGeom>
          <a:solidFill>
            <a:srgbClr val="C3C4C6"/>
          </a:solidFill>
          <a:ln w="6857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3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36241" y="3016008"/>
            <a:ext cx="163195" cy="222885"/>
          </a:xfrm>
          <a:prstGeom prst="rect">
            <a:avLst/>
          </a:prstGeom>
          <a:solidFill>
            <a:srgbClr val="C3C4C6"/>
          </a:solidFill>
          <a:ln w="6870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99315" y="3016008"/>
            <a:ext cx="306705" cy="222885"/>
          </a:xfrm>
          <a:prstGeom prst="rect">
            <a:avLst/>
          </a:prstGeom>
          <a:solidFill>
            <a:srgbClr val="C3C4C6"/>
          </a:solidFill>
          <a:ln w="6857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05632" y="3016008"/>
            <a:ext cx="163195" cy="222885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68707" y="3016008"/>
            <a:ext cx="539115" cy="222885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07441" y="3016008"/>
            <a:ext cx="163195" cy="222885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70509" y="3016008"/>
            <a:ext cx="364490" cy="222885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34732" y="3016008"/>
            <a:ext cx="163195" cy="222885"/>
          </a:xfrm>
          <a:prstGeom prst="rect">
            <a:avLst/>
          </a:prstGeom>
          <a:solidFill>
            <a:srgbClr val="C3C4C6"/>
          </a:solidFill>
          <a:ln w="6870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97813" y="3016008"/>
            <a:ext cx="163195" cy="222885"/>
          </a:xfrm>
          <a:prstGeom prst="rect">
            <a:avLst/>
          </a:prstGeom>
          <a:solidFill>
            <a:srgbClr val="C3C4C6"/>
          </a:solidFill>
          <a:ln w="6870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1165"/>
              </a:lnSpc>
            </a:pPr>
            <a:r>
              <a:rPr sz="1100" spc="85" dirty="0">
                <a:solidFill>
                  <a:srgbClr val="231F20"/>
                </a:solidFill>
                <a:latin typeface="Malgun Gothic"/>
                <a:cs typeface="Malgun Gothic"/>
              </a:rPr>
              <a:t>..</a:t>
            </a:r>
            <a:r>
              <a:rPr sz="1100" spc="90" dirty="0">
                <a:solidFill>
                  <a:srgbClr val="231F20"/>
                </a:solidFill>
                <a:latin typeface="Malgun Gothic"/>
                <a:cs typeface="Malgun Gothic"/>
              </a:rPr>
              <a:t>.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97813" y="3238500"/>
            <a:ext cx="163195" cy="678815"/>
          </a:xfrm>
          <a:prstGeom prst="rect">
            <a:avLst/>
          </a:prstGeom>
          <a:ln w="6870">
            <a:solidFill>
              <a:srgbClr val="0501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5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5"/>
              </a:spcBef>
            </a:pPr>
            <a:r>
              <a:rPr sz="1100" spc="85" dirty="0">
                <a:solidFill>
                  <a:srgbClr val="231F20"/>
                </a:solidFill>
                <a:latin typeface="Malgun Gothic"/>
                <a:cs typeface="Malgun Gothic"/>
              </a:rPr>
              <a:t>..</a:t>
            </a:r>
            <a:r>
              <a:rPr sz="1100" spc="90" dirty="0">
                <a:solidFill>
                  <a:srgbClr val="231F20"/>
                </a:solidFill>
                <a:latin typeface="Malgun Gothic"/>
                <a:cs typeface="Malgun Gothic"/>
              </a:rPr>
              <a:t>.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460881" y="3016008"/>
            <a:ext cx="163195" cy="222885"/>
          </a:xfrm>
          <a:prstGeom prst="rect">
            <a:avLst/>
          </a:prstGeom>
          <a:solidFill>
            <a:srgbClr val="C3C4C6"/>
          </a:solidFill>
          <a:ln w="6870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23949" y="3016008"/>
            <a:ext cx="562610" cy="222885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86305" y="3016008"/>
            <a:ext cx="163195" cy="222885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49373" y="3016008"/>
            <a:ext cx="399415" cy="222885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4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48648" y="3016008"/>
            <a:ext cx="708025" cy="222885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56559" y="3016008"/>
            <a:ext cx="163195" cy="222885"/>
          </a:xfrm>
          <a:prstGeom prst="rect">
            <a:avLst/>
          </a:prstGeom>
          <a:solidFill>
            <a:srgbClr val="C3C4C6"/>
          </a:solidFill>
          <a:ln w="6845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619614" y="3016008"/>
            <a:ext cx="159385" cy="222885"/>
          </a:xfrm>
          <a:prstGeom prst="rect">
            <a:avLst/>
          </a:prstGeom>
          <a:solidFill>
            <a:srgbClr val="C3C4C6"/>
          </a:solidFill>
          <a:ln w="6870">
            <a:solidFill>
              <a:srgbClr val="0501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345"/>
              </a:spcBef>
            </a:pP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4422" y="3238500"/>
            <a:ext cx="454659" cy="678815"/>
          </a:xfrm>
          <a:prstGeom prst="rect">
            <a:avLst/>
          </a:prstGeom>
          <a:solidFill>
            <a:srgbClr val="C3C4C6"/>
          </a:solidFill>
          <a:ln w="6858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50">
              <a:latin typeface="Times New Roman"/>
              <a:cs typeface="Times New Roman"/>
            </a:endParaRPr>
          </a:p>
          <a:p>
            <a:pPr marL="62230">
              <a:lnSpc>
                <a:spcPct val="100000"/>
              </a:lnSpc>
            </a:pP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Frame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637011" y="3496702"/>
            <a:ext cx="2406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갯수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04384" y="3496702"/>
            <a:ext cx="4800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R</a:t>
            </a:r>
            <a:r>
              <a:rPr sz="900" spc="50" dirty="0">
                <a:solidFill>
                  <a:srgbClr val="231F20"/>
                </a:solidFill>
                <a:latin typeface="Malgun Gothic"/>
                <a:cs typeface="Malgun Gothic"/>
              </a:rPr>
              <a:t>E</a:t>
            </a:r>
            <a:r>
              <a:rPr sz="900" spc="80" dirty="0">
                <a:solidFill>
                  <a:srgbClr val="231F20"/>
                </a:solidFill>
                <a:latin typeface="Malgun Gothic"/>
                <a:cs typeface="Malgun Gothic"/>
              </a:rPr>
              <a:t>G</a:t>
            </a:r>
            <a:r>
              <a:rPr sz="900" spc="-45" dirty="0">
                <a:solidFill>
                  <a:srgbClr val="231F20"/>
                </a:solidFill>
                <a:latin typeface="Malgun Gothic"/>
                <a:cs typeface="Malgun Gothic"/>
              </a:rPr>
              <a:t>-</a:t>
            </a: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770509" y="3238500"/>
            <a:ext cx="364490" cy="678815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865"/>
              </a:spcBef>
            </a:pPr>
            <a:r>
              <a:rPr sz="900" spc="25" dirty="0">
                <a:solidFill>
                  <a:srgbClr val="231F20"/>
                </a:solidFill>
                <a:latin typeface="Malgun Gothic"/>
                <a:cs typeface="Malgun Gothic"/>
              </a:rPr>
              <a:t>Data</a:t>
            </a:r>
            <a:r>
              <a:rPr sz="900" spc="37" baseline="-13888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endParaRPr sz="900" baseline="-13888">
              <a:latin typeface="Malgun Gothic"/>
              <a:cs typeface="Malgun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23949" y="3238500"/>
            <a:ext cx="562610" cy="678815"/>
          </a:xfrm>
          <a:prstGeom prst="rect">
            <a:avLst/>
          </a:prstGeom>
          <a:ln w="6845">
            <a:solidFill>
              <a:srgbClr val="0501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5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</a:pP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R</a:t>
            </a:r>
            <a:r>
              <a:rPr sz="900" spc="50" dirty="0">
                <a:solidFill>
                  <a:srgbClr val="231F20"/>
                </a:solidFill>
                <a:latin typeface="Malgun Gothic"/>
                <a:cs typeface="Malgun Gothic"/>
              </a:rPr>
              <a:t>E</a:t>
            </a:r>
            <a:r>
              <a:rPr sz="900" spc="80" dirty="0">
                <a:solidFill>
                  <a:srgbClr val="231F20"/>
                </a:solidFill>
                <a:latin typeface="Malgun Gothic"/>
                <a:cs typeface="Malgun Gothic"/>
              </a:rPr>
              <a:t>G</a:t>
            </a:r>
            <a:r>
              <a:rPr sz="900" spc="-45" dirty="0">
                <a:solidFill>
                  <a:srgbClr val="231F20"/>
                </a:solidFill>
                <a:latin typeface="Malgun Gothic"/>
                <a:cs typeface="Malgun Gothic"/>
              </a:rPr>
              <a:t>-</a:t>
            </a:r>
            <a:r>
              <a:rPr sz="900" spc="25" dirty="0">
                <a:solidFill>
                  <a:srgbClr val="231F20"/>
                </a:solidFill>
                <a:latin typeface="Malgun Gothic"/>
                <a:cs typeface="Malgun Gothic"/>
              </a:rPr>
              <a:t>n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501176" y="3306392"/>
            <a:ext cx="2349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30" dirty="0">
                <a:solidFill>
                  <a:srgbClr val="231F20"/>
                </a:solidFill>
                <a:latin typeface="Malgun Gothic"/>
                <a:cs typeface="Malgun Gothic"/>
              </a:rPr>
              <a:t>C</a:t>
            </a:r>
            <a:r>
              <a:rPr sz="900" spc="31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L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298575" y="3238500"/>
            <a:ext cx="188595" cy="678815"/>
          </a:xfrm>
          <a:prstGeom prst="rect">
            <a:avLst/>
          </a:prstGeom>
          <a:ln w="6858">
            <a:solidFill>
              <a:srgbClr val="0501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endParaRPr sz="900">
              <a:latin typeface="Malgun Gothic"/>
              <a:cs typeface="Malgun Gothic"/>
            </a:endParaRPr>
          </a:p>
          <a:p>
            <a:pPr marL="59055" marR="45085" indent="-6350" algn="ctr">
              <a:lnSpc>
                <a:spcPct val="148000"/>
              </a:lnSpc>
              <a:spcBef>
                <a:spcPts val="40"/>
              </a:spcBef>
            </a:pP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T </a:t>
            </a:r>
            <a:r>
              <a:rPr sz="900" spc="-30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5" dirty="0">
                <a:solidFill>
                  <a:srgbClr val="231F20"/>
                </a:solidFill>
                <a:latin typeface="Malgun Gothic"/>
                <a:cs typeface="Malgun Gothic"/>
              </a:rPr>
              <a:t>X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503577" y="3692269"/>
            <a:ext cx="231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R</a:t>
            </a:r>
            <a:r>
              <a:rPr sz="900" spc="3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F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006322" y="4178143"/>
            <a:ext cx="3759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1</a:t>
            </a:r>
            <a:r>
              <a:rPr sz="1000" spc="-65" dirty="0">
                <a:solidFill>
                  <a:srgbClr val="231F20"/>
                </a:solidFill>
                <a:latin typeface="Malgun Gothic"/>
                <a:cs typeface="Malgun Gothic"/>
              </a:rPr>
              <a:t>～</a:t>
            </a:r>
            <a:r>
              <a:rPr sz="1000" spc="55" dirty="0">
                <a:solidFill>
                  <a:srgbClr val="231F20"/>
                </a:solidFill>
                <a:latin typeface="Malgun Gothic"/>
                <a:cs typeface="Malgun Gothic"/>
              </a:rPr>
              <a:t>25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248255" y="4178143"/>
            <a:ext cx="15716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16진수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75" dirty="0">
                <a:solidFill>
                  <a:srgbClr val="231F20"/>
                </a:solidFill>
                <a:latin typeface="Malgun Gothic"/>
                <a:cs typeface="Malgun Gothic"/>
              </a:rPr>
              <a:t>W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o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r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문자열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817217" y="4397599"/>
            <a:ext cx="6235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D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Re</a:t>
            </a:r>
            <a:r>
              <a:rPr sz="1000" spc="-5" dirty="0">
                <a:solidFill>
                  <a:srgbClr val="231F20"/>
                </a:solidFill>
                <a:latin typeface="Malgun Gothic"/>
                <a:cs typeface="Malgun Gothic"/>
              </a:rPr>
              <a:t>gi</a:t>
            </a:r>
            <a:r>
              <a:rPr sz="1000" spc="-10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t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er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40994" y="3012579"/>
            <a:ext cx="5941695" cy="1515110"/>
            <a:chOff x="840994" y="3012579"/>
            <a:chExt cx="5941695" cy="1515110"/>
          </a:xfrm>
        </p:grpSpPr>
        <p:sp>
          <p:nvSpPr>
            <p:cNvPr id="56" name="object 56"/>
            <p:cNvSpPr/>
            <p:nvPr/>
          </p:nvSpPr>
          <p:spPr>
            <a:xfrm>
              <a:off x="840994" y="3012579"/>
              <a:ext cx="5941695" cy="1297305"/>
            </a:xfrm>
            <a:custGeom>
              <a:avLst/>
              <a:gdLst/>
              <a:ahLst/>
              <a:cxnLst/>
              <a:rect l="l" t="t" r="r" b="b"/>
              <a:pathLst>
                <a:path w="5941695" h="1297304">
                  <a:moveTo>
                    <a:pt x="2154936" y="1258824"/>
                  </a:moveTo>
                  <a:lnTo>
                    <a:pt x="2145792" y="1254252"/>
                  </a:lnTo>
                  <a:lnTo>
                    <a:pt x="2078736" y="1220724"/>
                  </a:lnTo>
                  <a:lnTo>
                    <a:pt x="2078736" y="1254252"/>
                  </a:lnTo>
                  <a:lnTo>
                    <a:pt x="1866900" y="1254252"/>
                  </a:lnTo>
                  <a:lnTo>
                    <a:pt x="1863852" y="1255014"/>
                  </a:lnTo>
                  <a:lnTo>
                    <a:pt x="1862340" y="1258824"/>
                  </a:lnTo>
                  <a:lnTo>
                    <a:pt x="1863852" y="1261872"/>
                  </a:lnTo>
                  <a:lnTo>
                    <a:pt x="1866900" y="1263396"/>
                  </a:lnTo>
                  <a:lnTo>
                    <a:pt x="2078736" y="1263396"/>
                  </a:lnTo>
                  <a:lnTo>
                    <a:pt x="2078736" y="1296924"/>
                  </a:lnTo>
                  <a:lnTo>
                    <a:pt x="2145792" y="1263396"/>
                  </a:lnTo>
                  <a:lnTo>
                    <a:pt x="2154936" y="1258824"/>
                  </a:lnTo>
                  <a:close/>
                </a:path>
                <a:path w="5941695" h="1297304">
                  <a:moveTo>
                    <a:pt x="5941326" y="3048"/>
                  </a:moveTo>
                  <a:lnTo>
                    <a:pt x="5941314" y="0"/>
                  </a:lnTo>
                  <a:lnTo>
                    <a:pt x="5934456" y="0"/>
                  </a:lnTo>
                  <a:lnTo>
                    <a:pt x="5934456" y="6858"/>
                  </a:lnTo>
                  <a:lnTo>
                    <a:pt x="5934456" y="222491"/>
                  </a:lnTo>
                  <a:lnTo>
                    <a:pt x="5934456" y="229349"/>
                  </a:lnTo>
                  <a:lnTo>
                    <a:pt x="5934456" y="900684"/>
                  </a:lnTo>
                  <a:lnTo>
                    <a:pt x="5782043" y="900684"/>
                  </a:lnTo>
                  <a:lnTo>
                    <a:pt x="5782043" y="229349"/>
                  </a:lnTo>
                  <a:lnTo>
                    <a:pt x="5934456" y="229349"/>
                  </a:lnTo>
                  <a:lnTo>
                    <a:pt x="5934456" y="222491"/>
                  </a:lnTo>
                  <a:lnTo>
                    <a:pt x="5782043" y="222491"/>
                  </a:lnTo>
                  <a:lnTo>
                    <a:pt x="5782043" y="6858"/>
                  </a:lnTo>
                  <a:lnTo>
                    <a:pt x="5934456" y="6858"/>
                  </a:lnTo>
                  <a:lnTo>
                    <a:pt x="5934456" y="0"/>
                  </a:lnTo>
                  <a:lnTo>
                    <a:pt x="5775198" y="0"/>
                  </a:lnTo>
                  <a:lnTo>
                    <a:pt x="5775198" y="6858"/>
                  </a:lnTo>
                  <a:lnTo>
                    <a:pt x="5775198" y="222491"/>
                  </a:lnTo>
                  <a:lnTo>
                    <a:pt x="5775198" y="229349"/>
                  </a:lnTo>
                  <a:lnTo>
                    <a:pt x="5775198" y="900684"/>
                  </a:lnTo>
                  <a:lnTo>
                    <a:pt x="5618975" y="900684"/>
                  </a:lnTo>
                  <a:lnTo>
                    <a:pt x="5618975" y="229349"/>
                  </a:lnTo>
                  <a:lnTo>
                    <a:pt x="5775198" y="229349"/>
                  </a:lnTo>
                  <a:lnTo>
                    <a:pt x="5775198" y="222491"/>
                  </a:lnTo>
                  <a:lnTo>
                    <a:pt x="5618975" y="222491"/>
                  </a:lnTo>
                  <a:lnTo>
                    <a:pt x="5618975" y="6858"/>
                  </a:lnTo>
                  <a:lnTo>
                    <a:pt x="5775198" y="6858"/>
                  </a:lnTo>
                  <a:lnTo>
                    <a:pt x="5775198" y="0"/>
                  </a:lnTo>
                  <a:lnTo>
                    <a:pt x="5612142" y="0"/>
                  </a:lnTo>
                  <a:lnTo>
                    <a:pt x="5612142" y="6858"/>
                  </a:lnTo>
                  <a:lnTo>
                    <a:pt x="5612142" y="222491"/>
                  </a:lnTo>
                  <a:lnTo>
                    <a:pt x="5612142" y="229349"/>
                  </a:lnTo>
                  <a:lnTo>
                    <a:pt x="5612142" y="900684"/>
                  </a:lnTo>
                  <a:lnTo>
                    <a:pt x="4911077" y="900684"/>
                  </a:lnTo>
                  <a:lnTo>
                    <a:pt x="4911077" y="229349"/>
                  </a:lnTo>
                  <a:lnTo>
                    <a:pt x="5612142" y="229349"/>
                  </a:lnTo>
                  <a:lnTo>
                    <a:pt x="5612142" y="222491"/>
                  </a:lnTo>
                  <a:lnTo>
                    <a:pt x="4911077" y="222491"/>
                  </a:lnTo>
                  <a:lnTo>
                    <a:pt x="4911077" y="6858"/>
                  </a:lnTo>
                  <a:lnTo>
                    <a:pt x="5612142" y="6858"/>
                  </a:lnTo>
                  <a:lnTo>
                    <a:pt x="5612142" y="0"/>
                  </a:lnTo>
                  <a:lnTo>
                    <a:pt x="4904232" y="0"/>
                  </a:lnTo>
                  <a:lnTo>
                    <a:pt x="4904232" y="6858"/>
                  </a:lnTo>
                  <a:lnTo>
                    <a:pt x="4904232" y="222491"/>
                  </a:lnTo>
                  <a:lnTo>
                    <a:pt x="4904232" y="229349"/>
                  </a:lnTo>
                  <a:lnTo>
                    <a:pt x="4904232" y="900684"/>
                  </a:lnTo>
                  <a:lnTo>
                    <a:pt x="4511789" y="900684"/>
                  </a:lnTo>
                  <a:lnTo>
                    <a:pt x="4511789" y="229349"/>
                  </a:lnTo>
                  <a:lnTo>
                    <a:pt x="4904232" y="229349"/>
                  </a:lnTo>
                  <a:lnTo>
                    <a:pt x="4904232" y="222491"/>
                  </a:lnTo>
                  <a:lnTo>
                    <a:pt x="4511789" y="222491"/>
                  </a:lnTo>
                  <a:lnTo>
                    <a:pt x="4511789" y="6858"/>
                  </a:lnTo>
                  <a:lnTo>
                    <a:pt x="4904232" y="6858"/>
                  </a:lnTo>
                  <a:lnTo>
                    <a:pt x="4904232" y="0"/>
                  </a:lnTo>
                  <a:lnTo>
                    <a:pt x="4504956" y="0"/>
                  </a:lnTo>
                  <a:lnTo>
                    <a:pt x="4504956" y="6858"/>
                  </a:lnTo>
                  <a:lnTo>
                    <a:pt x="4504956" y="222491"/>
                  </a:lnTo>
                  <a:lnTo>
                    <a:pt x="4504956" y="229349"/>
                  </a:lnTo>
                  <a:lnTo>
                    <a:pt x="4504956" y="900684"/>
                  </a:lnTo>
                  <a:lnTo>
                    <a:pt x="4348734" y="900684"/>
                  </a:lnTo>
                  <a:lnTo>
                    <a:pt x="4348734" y="229349"/>
                  </a:lnTo>
                  <a:lnTo>
                    <a:pt x="4504956" y="229349"/>
                  </a:lnTo>
                  <a:lnTo>
                    <a:pt x="4504956" y="222491"/>
                  </a:lnTo>
                  <a:lnTo>
                    <a:pt x="4348734" y="222491"/>
                  </a:lnTo>
                  <a:lnTo>
                    <a:pt x="4348734" y="6858"/>
                  </a:lnTo>
                  <a:lnTo>
                    <a:pt x="4504956" y="6858"/>
                  </a:lnTo>
                  <a:lnTo>
                    <a:pt x="4504956" y="0"/>
                  </a:lnTo>
                  <a:lnTo>
                    <a:pt x="4341888" y="0"/>
                  </a:lnTo>
                  <a:lnTo>
                    <a:pt x="4341888" y="6858"/>
                  </a:lnTo>
                  <a:lnTo>
                    <a:pt x="4341888" y="222491"/>
                  </a:lnTo>
                  <a:lnTo>
                    <a:pt x="4341888" y="229349"/>
                  </a:lnTo>
                  <a:lnTo>
                    <a:pt x="4341888" y="900684"/>
                  </a:lnTo>
                  <a:lnTo>
                    <a:pt x="3786390" y="900684"/>
                  </a:lnTo>
                  <a:lnTo>
                    <a:pt x="3786390" y="229349"/>
                  </a:lnTo>
                  <a:lnTo>
                    <a:pt x="4341888" y="229349"/>
                  </a:lnTo>
                  <a:lnTo>
                    <a:pt x="4341888" y="222491"/>
                  </a:lnTo>
                  <a:lnTo>
                    <a:pt x="3786390" y="222491"/>
                  </a:lnTo>
                  <a:lnTo>
                    <a:pt x="3786390" y="6858"/>
                  </a:lnTo>
                  <a:lnTo>
                    <a:pt x="4341888" y="6858"/>
                  </a:lnTo>
                  <a:lnTo>
                    <a:pt x="4341888" y="0"/>
                  </a:lnTo>
                  <a:lnTo>
                    <a:pt x="3779520" y="0"/>
                  </a:lnTo>
                  <a:lnTo>
                    <a:pt x="3779520" y="6858"/>
                  </a:lnTo>
                  <a:lnTo>
                    <a:pt x="3779520" y="222491"/>
                  </a:lnTo>
                  <a:lnTo>
                    <a:pt x="3779520" y="229349"/>
                  </a:lnTo>
                  <a:lnTo>
                    <a:pt x="3779520" y="900684"/>
                  </a:lnTo>
                  <a:lnTo>
                    <a:pt x="3623322" y="900684"/>
                  </a:lnTo>
                  <a:lnTo>
                    <a:pt x="3623322" y="229349"/>
                  </a:lnTo>
                  <a:lnTo>
                    <a:pt x="3779520" y="229349"/>
                  </a:lnTo>
                  <a:lnTo>
                    <a:pt x="3779520" y="222491"/>
                  </a:lnTo>
                  <a:lnTo>
                    <a:pt x="3623322" y="222491"/>
                  </a:lnTo>
                  <a:lnTo>
                    <a:pt x="3623322" y="6858"/>
                  </a:lnTo>
                  <a:lnTo>
                    <a:pt x="3779520" y="6858"/>
                  </a:lnTo>
                  <a:lnTo>
                    <a:pt x="3779520" y="0"/>
                  </a:lnTo>
                  <a:lnTo>
                    <a:pt x="3616452" y="0"/>
                  </a:lnTo>
                  <a:lnTo>
                    <a:pt x="3616452" y="6858"/>
                  </a:lnTo>
                  <a:lnTo>
                    <a:pt x="3616452" y="222491"/>
                  </a:lnTo>
                  <a:lnTo>
                    <a:pt x="3616452" y="229349"/>
                  </a:lnTo>
                  <a:lnTo>
                    <a:pt x="3616452" y="900684"/>
                  </a:lnTo>
                  <a:lnTo>
                    <a:pt x="3460254" y="900684"/>
                  </a:lnTo>
                  <a:lnTo>
                    <a:pt x="3460254" y="229349"/>
                  </a:lnTo>
                  <a:lnTo>
                    <a:pt x="3616452" y="229349"/>
                  </a:lnTo>
                  <a:lnTo>
                    <a:pt x="3616452" y="222491"/>
                  </a:lnTo>
                  <a:lnTo>
                    <a:pt x="3460254" y="222491"/>
                  </a:lnTo>
                  <a:lnTo>
                    <a:pt x="3460254" y="6858"/>
                  </a:lnTo>
                  <a:lnTo>
                    <a:pt x="3616452" y="6858"/>
                  </a:lnTo>
                  <a:lnTo>
                    <a:pt x="3616452" y="0"/>
                  </a:lnTo>
                  <a:lnTo>
                    <a:pt x="3453384" y="0"/>
                  </a:lnTo>
                  <a:lnTo>
                    <a:pt x="3453384" y="6858"/>
                  </a:lnTo>
                  <a:lnTo>
                    <a:pt x="3453384" y="222491"/>
                  </a:lnTo>
                  <a:lnTo>
                    <a:pt x="3453384" y="229349"/>
                  </a:lnTo>
                  <a:lnTo>
                    <a:pt x="3453384" y="900684"/>
                  </a:lnTo>
                  <a:lnTo>
                    <a:pt x="3297161" y="900684"/>
                  </a:lnTo>
                  <a:lnTo>
                    <a:pt x="3297161" y="229349"/>
                  </a:lnTo>
                  <a:lnTo>
                    <a:pt x="3453384" y="229349"/>
                  </a:lnTo>
                  <a:lnTo>
                    <a:pt x="3453384" y="222491"/>
                  </a:lnTo>
                  <a:lnTo>
                    <a:pt x="3297161" y="222491"/>
                  </a:lnTo>
                  <a:lnTo>
                    <a:pt x="3297161" y="6858"/>
                  </a:lnTo>
                  <a:lnTo>
                    <a:pt x="3453384" y="6858"/>
                  </a:lnTo>
                  <a:lnTo>
                    <a:pt x="3453384" y="0"/>
                  </a:lnTo>
                  <a:lnTo>
                    <a:pt x="3290316" y="0"/>
                  </a:lnTo>
                  <a:lnTo>
                    <a:pt x="3290316" y="6858"/>
                  </a:lnTo>
                  <a:lnTo>
                    <a:pt x="3290316" y="222491"/>
                  </a:lnTo>
                  <a:lnTo>
                    <a:pt x="3290316" y="229349"/>
                  </a:lnTo>
                  <a:lnTo>
                    <a:pt x="3290316" y="900684"/>
                  </a:lnTo>
                  <a:lnTo>
                    <a:pt x="2932925" y="900684"/>
                  </a:lnTo>
                  <a:lnTo>
                    <a:pt x="2932925" y="229349"/>
                  </a:lnTo>
                  <a:lnTo>
                    <a:pt x="3290316" y="229349"/>
                  </a:lnTo>
                  <a:lnTo>
                    <a:pt x="3290316" y="222491"/>
                  </a:lnTo>
                  <a:lnTo>
                    <a:pt x="2932925" y="222491"/>
                  </a:lnTo>
                  <a:lnTo>
                    <a:pt x="2932925" y="6858"/>
                  </a:lnTo>
                  <a:lnTo>
                    <a:pt x="3290316" y="6858"/>
                  </a:lnTo>
                  <a:lnTo>
                    <a:pt x="3290316" y="0"/>
                  </a:lnTo>
                  <a:lnTo>
                    <a:pt x="2926092" y="0"/>
                  </a:lnTo>
                  <a:lnTo>
                    <a:pt x="2926092" y="6858"/>
                  </a:lnTo>
                  <a:lnTo>
                    <a:pt x="2926092" y="222491"/>
                  </a:lnTo>
                  <a:lnTo>
                    <a:pt x="2926092" y="229349"/>
                  </a:lnTo>
                  <a:lnTo>
                    <a:pt x="2926092" y="900684"/>
                  </a:lnTo>
                  <a:lnTo>
                    <a:pt x="2769870" y="900684"/>
                  </a:lnTo>
                  <a:lnTo>
                    <a:pt x="2769870" y="229349"/>
                  </a:lnTo>
                  <a:lnTo>
                    <a:pt x="2926092" y="229349"/>
                  </a:lnTo>
                  <a:lnTo>
                    <a:pt x="2926092" y="222491"/>
                  </a:lnTo>
                  <a:lnTo>
                    <a:pt x="2769870" y="222491"/>
                  </a:lnTo>
                  <a:lnTo>
                    <a:pt x="2769870" y="6858"/>
                  </a:lnTo>
                  <a:lnTo>
                    <a:pt x="2926092" y="6858"/>
                  </a:lnTo>
                  <a:lnTo>
                    <a:pt x="2926092" y="0"/>
                  </a:lnTo>
                  <a:lnTo>
                    <a:pt x="2763024" y="0"/>
                  </a:lnTo>
                  <a:lnTo>
                    <a:pt x="2763024" y="6858"/>
                  </a:lnTo>
                  <a:lnTo>
                    <a:pt x="2763024" y="222491"/>
                  </a:lnTo>
                  <a:lnTo>
                    <a:pt x="2763024" y="229349"/>
                  </a:lnTo>
                  <a:lnTo>
                    <a:pt x="2763024" y="900684"/>
                  </a:lnTo>
                  <a:lnTo>
                    <a:pt x="2231123" y="900684"/>
                  </a:lnTo>
                  <a:lnTo>
                    <a:pt x="2231123" y="229349"/>
                  </a:lnTo>
                  <a:lnTo>
                    <a:pt x="2763024" y="229349"/>
                  </a:lnTo>
                  <a:lnTo>
                    <a:pt x="2763024" y="222491"/>
                  </a:lnTo>
                  <a:lnTo>
                    <a:pt x="2231123" y="222491"/>
                  </a:lnTo>
                  <a:lnTo>
                    <a:pt x="2231123" y="6858"/>
                  </a:lnTo>
                  <a:lnTo>
                    <a:pt x="2763024" y="6858"/>
                  </a:lnTo>
                  <a:lnTo>
                    <a:pt x="2763024" y="0"/>
                  </a:lnTo>
                  <a:lnTo>
                    <a:pt x="2224290" y="0"/>
                  </a:lnTo>
                  <a:lnTo>
                    <a:pt x="2224290" y="6858"/>
                  </a:lnTo>
                  <a:lnTo>
                    <a:pt x="2224290" y="222491"/>
                  </a:lnTo>
                  <a:lnTo>
                    <a:pt x="2224290" y="229349"/>
                  </a:lnTo>
                  <a:lnTo>
                    <a:pt x="2224290" y="900684"/>
                  </a:lnTo>
                  <a:lnTo>
                    <a:pt x="2068068" y="900684"/>
                  </a:lnTo>
                  <a:lnTo>
                    <a:pt x="2068068" y="229349"/>
                  </a:lnTo>
                  <a:lnTo>
                    <a:pt x="2224290" y="229349"/>
                  </a:lnTo>
                  <a:lnTo>
                    <a:pt x="2224290" y="222491"/>
                  </a:lnTo>
                  <a:lnTo>
                    <a:pt x="2068068" y="222491"/>
                  </a:lnTo>
                  <a:lnTo>
                    <a:pt x="2068068" y="6858"/>
                  </a:lnTo>
                  <a:lnTo>
                    <a:pt x="2224290" y="6858"/>
                  </a:lnTo>
                  <a:lnTo>
                    <a:pt x="2224290" y="0"/>
                  </a:lnTo>
                  <a:lnTo>
                    <a:pt x="2061210" y="0"/>
                  </a:lnTo>
                  <a:lnTo>
                    <a:pt x="2061210" y="6858"/>
                  </a:lnTo>
                  <a:lnTo>
                    <a:pt x="2061210" y="222491"/>
                  </a:lnTo>
                  <a:lnTo>
                    <a:pt x="2061210" y="229349"/>
                  </a:lnTo>
                  <a:lnTo>
                    <a:pt x="2061210" y="900684"/>
                  </a:lnTo>
                  <a:lnTo>
                    <a:pt x="1761756" y="900684"/>
                  </a:lnTo>
                  <a:lnTo>
                    <a:pt x="1761756" y="229349"/>
                  </a:lnTo>
                  <a:lnTo>
                    <a:pt x="2061210" y="229349"/>
                  </a:lnTo>
                  <a:lnTo>
                    <a:pt x="2061210" y="222491"/>
                  </a:lnTo>
                  <a:lnTo>
                    <a:pt x="1761756" y="222491"/>
                  </a:lnTo>
                  <a:lnTo>
                    <a:pt x="1761756" y="6858"/>
                  </a:lnTo>
                  <a:lnTo>
                    <a:pt x="2061210" y="6858"/>
                  </a:lnTo>
                  <a:lnTo>
                    <a:pt x="2061210" y="0"/>
                  </a:lnTo>
                  <a:lnTo>
                    <a:pt x="1754886" y="0"/>
                  </a:lnTo>
                  <a:lnTo>
                    <a:pt x="1754886" y="6858"/>
                  </a:lnTo>
                  <a:lnTo>
                    <a:pt x="1754886" y="222491"/>
                  </a:lnTo>
                  <a:lnTo>
                    <a:pt x="1754886" y="229349"/>
                  </a:lnTo>
                  <a:lnTo>
                    <a:pt x="1754886" y="900684"/>
                  </a:lnTo>
                  <a:lnTo>
                    <a:pt x="1598676" y="900684"/>
                  </a:lnTo>
                  <a:lnTo>
                    <a:pt x="1598676" y="229349"/>
                  </a:lnTo>
                  <a:lnTo>
                    <a:pt x="1754886" y="229349"/>
                  </a:lnTo>
                  <a:lnTo>
                    <a:pt x="1754886" y="222491"/>
                  </a:lnTo>
                  <a:lnTo>
                    <a:pt x="1598676" y="222491"/>
                  </a:lnTo>
                  <a:lnTo>
                    <a:pt x="1598676" y="6858"/>
                  </a:lnTo>
                  <a:lnTo>
                    <a:pt x="1754886" y="6858"/>
                  </a:lnTo>
                  <a:lnTo>
                    <a:pt x="1754886" y="0"/>
                  </a:lnTo>
                  <a:lnTo>
                    <a:pt x="1591818" y="0"/>
                  </a:lnTo>
                  <a:lnTo>
                    <a:pt x="1591818" y="6858"/>
                  </a:lnTo>
                  <a:lnTo>
                    <a:pt x="1591818" y="222491"/>
                  </a:lnTo>
                  <a:lnTo>
                    <a:pt x="1591818" y="229349"/>
                  </a:lnTo>
                  <a:lnTo>
                    <a:pt x="1591818" y="900684"/>
                  </a:lnTo>
                  <a:lnTo>
                    <a:pt x="1180338" y="900684"/>
                  </a:lnTo>
                  <a:lnTo>
                    <a:pt x="1180338" y="229349"/>
                  </a:lnTo>
                  <a:lnTo>
                    <a:pt x="1591818" y="229349"/>
                  </a:lnTo>
                  <a:lnTo>
                    <a:pt x="1591818" y="222491"/>
                  </a:lnTo>
                  <a:lnTo>
                    <a:pt x="1180338" y="222491"/>
                  </a:lnTo>
                  <a:lnTo>
                    <a:pt x="1180338" y="6858"/>
                  </a:lnTo>
                  <a:lnTo>
                    <a:pt x="1591818" y="6858"/>
                  </a:lnTo>
                  <a:lnTo>
                    <a:pt x="1591818" y="0"/>
                  </a:lnTo>
                  <a:lnTo>
                    <a:pt x="1173492" y="0"/>
                  </a:lnTo>
                  <a:lnTo>
                    <a:pt x="1173492" y="6858"/>
                  </a:lnTo>
                  <a:lnTo>
                    <a:pt x="1173492" y="222491"/>
                  </a:lnTo>
                  <a:lnTo>
                    <a:pt x="1173492" y="229349"/>
                  </a:lnTo>
                  <a:lnTo>
                    <a:pt x="1173492" y="900684"/>
                  </a:lnTo>
                  <a:lnTo>
                    <a:pt x="649224" y="900684"/>
                  </a:lnTo>
                  <a:lnTo>
                    <a:pt x="649224" y="229349"/>
                  </a:lnTo>
                  <a:lnTo>
                    <a:pt x="1173492" y="229349"/>
                  </a:lnTo>
                  <a:lnTo>
                    <a:pt x="1173492" y="222491"/>
                  </a:lnTo>
                  <a:lnTo>
                    <a:pt x="649224" y="222491"/>
                  </a:lnTo>
                  <a:lnTo>
                    <a:pt x="649224" y="6858"/>
                  </a:lnTo>
                  <a:lnTo>
                    <a:pt x="1173492" y="6858"/>
                  </a:lnTo>
                  <a:lnTo>
                    <a:pt x="1173492" y="0"/>
                  </a:lnTo>
                  <a:lnTo>
                    <a:pt x="642366" y="0"/>
                  </a:lnTo>
                  <a:lnTo>
                    <a:pt x="642366" y="6858"/>
                  </a:lnTo>
                  <a:lnTo>
                    <a:pt x="642366" y="222491"/>
                  </a:lnTo>
                  <a:lnTo>
                    <a:pt x="642366" y="229349"/>
                  </a:lnTo>
                  <a:lnTo>
                    <a:pt x="642366" y="900684"/>
                  </a:lnTo>
                  <a:lnTo>
                    <a:pt x="461010" y="900684"/>
                  </a:lnTo>
                  <a:lnTo>
                    <a:pt x="461010" y="229349"/>
                  </a:lnTo>
                  <a:lnTo>
                    <a:pt x="642366" y="229349"/>
                  </a:lnTo>
                  <a:lnTo>
                    <a:pt x="642366" y="222491"/>
                  </a:lnTo>
                  <a:lnTo>
                    <a:pt x="461010" y="222491"/>
                  </a:lnTo>
                  <a:lnTo>
                    <a:pt x="461010" y="6858"/>
                  </a:lnTo>
                  <a:lnTo>
                    <a:pt x="642366" y="6858"/>
                  </a:lnTo>
                  <a:lnTo>
                    <a:pt x="642366" y="0"/>
                  </a:lnTo>
                  <a:lnTo>
                    <a:pt x="454152" y="0"/>
                  </a:lnTo>
                  <a:lnTo>
                    <a:pt x="454152" y="6858"/>
                  </a:lnTo>
                  <a:lnTo>
                    <a:pt x="454152" y="222491"/>
                  </a:lnTo>
                  <a:lnTo>
                    <a:pt x="454152" y="229349"/>
                  </a:lnTo>
                  <a:lnTo>
                    <a:pt x="454152" y="900684"/>
                  </a:lnTo>
                  <a:lnTo>
                    <a:pt x="6858" y="900684"/>
                  </a:lnTo>
                  <a:lnTo>
                    <a:pt x="6858" y="229349"/>
                  </a:lnTo>
                  <a:lnTo>
                    <a:pt x="454152" y="229349"/>
                  </a:lnTo>
                  <a:lnTo>
                    <a:pt x="454152" y="222491"/>
                  </a:lnTo>
                  <a:lnTo>
                    <a:pt x="6858" y="222491"/>
                  </a:lnTo>
                  <a:lnTo>
                    <a:pt x="6858" y="6858"/>
                  </a:lnTo>
                  <a:lnTo>
                    <a:pt x="454152" y="6858"/>
                  </a:lnTo>
                  <a:lnTo>
                    <a:pt x="454152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0" y="6858"/>
                  </a:lnTo>
                  <a:lnTo>
                    <a:pt x="0" y="222491"/>
                  </a:lnTo>
                  <a:lnTo>
                    <a:pt x="0" y="229349"/>
                  </a:lnTo>
                  <a:lnTo>
                    <a:pt x="0" y="900684"/>
                  </a:lnTo>
                  <a:lnTo>
                    <a:pt x="0" y="907542"/>
                  </a:lnTo>
                  <a:lnTo>
                    <a:pt x="5941314" y="907542"/>
                  </a:lnTo>
                  <a:lnTo>
                    <a:pt x="5941314" y="903719"/>
                  </a:lnTo>
                  <a:lnTo>
                    <a:pt x="5941326" y="3048"/>
                  </a:lnTo>
                  <a:close/>
                </a:path>
              </a:pathLst>
            </a:custGeom>
            <a:solidFill>
              <a:srgbClr val="050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704845" y="3829436"/>
              <a:ext cx="0" cy="441959"/>
            </a:xfrm>
            <a:custGeom>
              <a:avLst/>
              <a:gdLst/>
              <a:ahLst/>
              <a:cxnLst/>
              <a:rect l="l" t="t" r="r" b="b"/>
              <a:pathLst>
                <a:path h="441960">
                  <a:moveTo>
                    <a:pt x="0" y="44196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50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496312" y="4451232"/>
              <a:ext cx="292735" cy="76200"/>
            </a:xfrm>
            <a:custGeom>
              <a:avLst/>
              <a:gdLst/>
              <a:ahLst/>
              <a:cxnLst/>
              <a:rect l="l" t="t" r="r" b="b"/>
              <a:pathLst>
                <a:path w="292735" h="76200">
                  <a:moveTo>
                    <a:pt x="216408" y="0"/>
                  </a:moveTo>
                  <a:lnTo>
                    <a:pt x="216408" y="76199"/>
                  </a:lnTo>
                  <a:lnTo>
                    <a:pt x="283452" y="42671"/>
                  </a:lnTo>
                  <a:lnTo>
                    <a:pt x="229374" y="42671"/>
                  </a:lnTo>
                  <a:lnTo>
                    <a:pt x="232410" y="41147"/>
                  </a:lnTo>
                  <a:lnTo>
                    <a:pt x="233934" y="38099"/>
                  </a:lnTo>
                  <a:lnTo>
                    <a:pt x="232410" y="34289"/>
                  </a:lnTo>
                  <a:lnTo>
                    <a:pt x="229374" y="33527"/>
                  </a:lnTo>
                  <a:lnTo>
                    <a:pt x="283452" y="33527"/>
                  </a:lnTo>
                  <a:lnTo>
                    <a:pt x="216408" y="0"/>
                  </a:lnTo>
                  <a:close/>
                </a:path>
                <a:path w="292735" h="76200">
                  <a:moveTo>
                    <a:pt x="216408" y="33527"/>
                  </a:moveTo>
                  <a:lnTo>
                    <a:pt x="5334" y="33527"/>
                  </a:lnTo>
                  <a:lnTo>
                    <a:pt x="1524" y="34289"/>
                  </a:lnTo>
                  <a:lnTo>
                    <a:pt x="0" y="38099"/>
                  </a:lnTo>
                  <a:lnTo>
                    <a:pt x="1524" y="41147"/>
                  </a:lnTo>
                  <a:lnTo>
                    <a:pt x="5334" y="42671"/>
                  </a:lnTo>
                  <a:lnTo>
                    <a:pt x="216408" y="42671"/>
                  </a:lnTo>
                  <a:lnTo>
                    <a:pt x="216408" y="33527"/>
                  </a:lnTo>
                  <a:close/>
                </a:path>
                <a:path w="292735" h="76200">
                  <a:moveTo>
                    <a:pt x="283452" y="33527"/>
                  </a:moveTo>
                  <a:lnTo>
                    <a:pt x="229374" y="33527"/>
                  </a:lnTo>
                  <a:lnTo>
                    <a:pt x="232410" y="34289"/>
                  </a:lnTo>
                  <a:lnTo>
                    <a:pt x="233934" y="38099"/>
                  </a:lnTo>
                  <a:lnTo>
                    <a:pt x="232410" y="41147"/>
                  </a:lnTo>
                  <a:lnTo>
                    <a:pt x="229374" y="42671"/>
                  </a:lnTo>
                  <a:lnTo>
                    <a:pt x="283452" y="42671"/>
                  </a:lnTo>
                  <a:lnTo>
                    <a:pt x="292595" y="38099"/>
                  </a:lnTo>
                  <a:lnTo>
                    <a:pt x="283452" y="33527"/>
                  </a:lnTo>
                  <a:close/>
                </a:path>
              </a:pathLst>
            </a:custGeom>
            <a:solidFill>
              <a:srgbClr val="050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497839" y="3830962"/>
              <a:ext cx="0" cy="658495"/>
            </a:xfrm>
            <a:custGeom>
              <a:avLst/>
              <a:gdLst/>
              <a:ahLst/>
              <a:cxnLst/>
              <a:rect l="l" t="t" r="r" b="b"/>
              <a:pathLst>
                <a:path h="658495">
                  <a:moveTo>
                    <a:pt x="0" y="658368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50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927869" y="4239393"/>
              <a:ext cx="292735" cy="76200"/>
            </a:xfrm>
            <a:custGeom>
              <a:avLst/>
              <a:gdLst/>
              <a:ahLst/>
              <a:cxnLst/>
              <a:rect l="l" t="t" r="r" b="b"/>
              <a:pathLst>
                <a:path w="292735" h="76200">
                  <a:moveTo>
                    <a:pt x="216395" y="0"/>
                  </a:moveTo>
                  <a:lnTo>
                    <a:pt x="216395" y="76199"/>
                  </a:lnTo>
                  <a:lnTo>
                    <a:pt x="283451" y="42671"/>
                  </a:lnTo>
                  <a:lnTo>
                    <a:pt x="228599" y="42671"/>
                  </a:lnTo>
                  <a:lnTo>
                    <a:pt x="232384" y="41147"/>
                  </a:lnTo>
                  <a:lnTo>
                    <a:pt x="233933" y="38099"/>
                  </a:lnTo>
                  <a:lnTo>
                    <a:pt x="232384" y="35051"/>
                  </a:lnTo>
                  <a:lnTo>
                    <a:pt x="228599" y="33527"/>
                  </a:lnTo>
                  <a:lnTo>
                    <a:pt x="283451" y="33527"/>
                  </a:lnTo>
                  <a:lnTo>
                    <a:pt x="216395" y="0"/>
                  </a:lnTo>
                  <a:close/>
                </a:path>
                <a:path w="292735" h="76200">
                  <a:moveTo>
                    <a:pt x="216395" y="33527"/>
                  </a:moveTo>
                  <a:lnTo>
                    <a:pt x="4559" y="33527"/>
                  </a:lnTo>
                  <a:lnTo>
                    <a:pt x="1511" y="35051"/>
                  </a:lnTo>
                  <a:lnTo>
                    <a:pt x="0" y="38099"/>
                  </a:lnTo>
                  <a:lnTo>
                    <a:pt x="1511" y="41147"/>
                  </a:lnTo>
                  <a:lnTo>
                    <a:pt x="4559" y="42671"/>
                  </a:lnTo>
                  <a:lnTo>
                    <a:pt x="216395" y="42671"/>
                  </a:lnTo>
                  <a:lnTo>
                    <a:pt x="216395" y="33527"/>
                  </a:lnTo>
                  <a:close/>
                </a:path>
                <a:path w="292735" h="76200">
                  <a:moveTo>
                    <a:pt x="283451" y="33527"/>
                  </a:moveTo>
                  <a:lnTo>
                    <a:pt x="228599" y="33527"/>
                  </a:lnTo>
                  <a:lnTo>
                    <a:pt x="232384" y="35051"/>
                  </a:lnTo>
                  <a:lnTo>
                    <a:pt x="233933" y="38099"/>
                  </a:lnTo>
                  <a:lnTo>
                    <a:pt x="232384" y="41147"/>
                  </a:lnTo>
                  <a:lnTo>
                    <a:pt x="228599" y="42671"/>
                  </a:lnTo>
                  <a:lnTo>
                    <a:pt x="283451" y="42671"/>
                  </a:lnTo>
                  <a:lnTo>
                    <a:pt x="292595" y="38099"/>
                  </a:lnTo>
                  <a:lnTo>
                    <a:pt x="283451" y="33527"/>
                  </a:lnTo>
                  <a:close/>
                </a:path>
              </a:pathLst>
            </a:custGeom>
            <a:solidFill>
              <a:srgbClr val="050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29378" y="3835532"/>
              <a:ext cx="0" cy="441959"/>
            </a:xfrm>
            <a:custGeom>
              <a:avLst/>
              <a:gdLst/>
              <a:ahLst/>
              <a:cxnLst/>
              <a:rect l="l" t="t" r="r" b="b"/>
              <a:pathLst>
                <a:path h="441960">
                  <a:moveTo>
                    <a:pt x="0" y="441959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50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725" y="553852"/>
            <a:ext cx="6741795" cy="336550"/>
            <a:chOff x="411725" y="553852"/>
            <a:chExt cx="6741795" cy="336550"/>
          </a:xfrm>
        </p:grpSpPr>
        <p:sp>
          <p:nvSpPr>
            <p:cNvPr id="3" name="object 3"/>
            <p:cNvSpPr/>
            <p:nvPr/>
          </p:nvSpPr>
          <p:spPr>
            <a:xfrm>
              <a:off x="419823" y="564299"/>
              <a:ext cx="6730365" cy="315595"/>
            </a:xfrm>
            <a:custGeom>
              <a:avLst/>
              <a:gdLst/>
              <a:ahLst/>
              <a:cxnLst/>
              <a:rect l="l" t="t" r="r" b="b"/>
              <a:pathLst>
                <a:path w="6730365" h="315594">
                  <a:moveTo>
                    <a:pt x="6730199" y="0"/>
                  </a:moveTo>
                  <a:lnTo>
                    <a:pt x="0" y="0"/>
                  </a:lnTo>
                  <a:lnTo>
                    <a:pt x="0" y="314998"/>
                  </a:lnTo>
                  <a:lnTo>
                    <a:pt x="6730199" y="314998"/>
                  </a:lnTo>
                  <a:lnTo>
                    <a:pt x="6730199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1721" y="553859"/>
              <a:ext cx="6741795" cy="336550"/>
            </a:xfrm>
            <a:custGeom>
              <a:avLst/>
              <a:gdLst/>
              <a:ahLst/>
              <a:cxnLst/>
              <a:rect l="l" t="t" r="r" b="b"/>
              <a:pathLst>
                <a:path w="6741795" h="336550">
                  <a:moveTo>
                    <a:pt x="1422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20040"/>
                  </a:lnTo>
                  <a:lnTo>
                    <a:pt x="0" y="336550"/>
                  </a:lnTo>
                  <a:lnTo>
                    <a:pt x="142201" y="336550"/>
                  </a:lnTo>
                  <a:lnTo>
                    <a:pt x="142201" y="320040"/>
                  </a:lnTo>
                  <a:lnTo>
                    <a:pt x="16205" y="320040"/>
                  </a:lnTo>
                  <a:lnTo>
                    <a:pt x="16205" y="15240"/>
                  </a:lnTo>
                  <a:lnTo>
                    <a:pt x="142201" y="15240"/>
                  </a:lnTo>
                  <a:lnTo>
                    <a:pt x="142201" y="0"/>
                  </a:lnTo>
                  <a:close/>
                </a:path>
                <a:path w="6741795" h="336550">
                  <a:moveTo>
                    <a:pt x="6741642" y="0"/>
                  </a:moveTo>
                  <a:lnTo>
                    <a:pt x="6599441" y="0"/>
                  </a:lnTo>
                  <a:lnTo>
                    <a:pt x="6599441" y="15240"/>
                  </a:lnTo>
                  <a:lnTo>
                    <a:pt x="6725425" y="15240"/>
                  </a:lnTo>
                  <a:lnTo>
                    <a:pt x="6725425" y="320040"/>
                  </a:lnTo>
                  <a:lnTo>
                    <a:pt x="6599441" y="320040"/>
                  </a:lnTo>
                  <a:lnTo>
                    <a:pt x="6599441" y="336550"/>
                  </a:lnTo>
                  <a:lnTo>
                    <a:pt x="6741642" y="336550"/>
                  </a:lnTo>
                  <a:lnTo>
                    <a:pt x="6741642" y="320040"/>
                  </a:lnTo>
                  <a:lnTo>
                    <a:pt x="6741642" y="15240"/>
                  </a:lnTo>
                  <a:lnTo>
                    <a:pt x="6741642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27930" y="609915"/>
            <a:ext cx="67094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Arial"/>
                <a:cs typeface="Arial"/>
              </a:rPr>
              <a:t>M74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Series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Communication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36679" y="627049"/>
            <a:ext cx="1412875" cy="180975"/>
          </a:xfrm>
          <a:custGeom>
            <a:avLst/>
            <a:gdLst/>
            <a:ahLst/>
            <a:cxnLst/>
            <a:rect l="l" t="t" r="r" b="b"/>
            <a:pathLst>
              <a:path w="1412875" h="180975">
                <a:moveTo>
                  <a:pt x="148475" y="355"/>
                </a:moveTo>
                <a:lnTo>
                  <a:pt x="0" y="355"/>
                </a:lnTo>
                <a:lnTo>
                  <a:pt x="0" y="35915"/>
                </a:lnTo>
                <a:lnTo>
                  <a:pt x="50723" y="35915"/>
                </a:lnTo>
                <a:lnTo>
                  <a:pt x="50723" y="179425"/>
                </a:lnTo>
                <a:lnTo>
                  <a:pt x="97332" y="179425"/>
                </a:lnTo>
                <a:lnTo>
                  <a:pt x="97332" y="35915"/>
                </a:lnTo>
                <a:lnTo>
                  <a:pt x="148475" y="35915"/>
                </a:lnTo>
                <a:lnTo>
                  <a:pt x="148475" y="355"/>
                </a:lnTo>
                <a:close/>
              </a:path>
              <a:path w="1412875" h="180975">
                <a:moveTo>
                  <a:pt x="261543" y="82257"/>
                </a:moveTo>
                <a:lnTo>
                  <a:pt x="260845" y="71221"/>
                </a:lnTo>
                <a:lnTo>
                  <a:pt x="258305" y="65176"/>
                </a:lnTo>
                <a:lnTo>
                  <a:pt x="251853" y="61963"/>
                </a:lnTo>
                <a:lnTo>
                  <a:pt x="239420" y="59474"/>
                </a:lnTo>
                <a:lnTo>
                  <a:pt x="219176" y="59474"/>
                </a:lnTo>
                <a:lnTo>
                  <a:pt x="219176" y="89839"/>
                </a:lnTo>
                <a:lnTo>
                  <a:pt x="219176" y="103136"/>
                </a:lnTo>
                <a:lnTo>
                  <a:pt x="161531" y="103136"/>
                </a:lnTo>
                <a:lnTo>
                  <a:pt x="161531" y="89839"/>
                </a:lnTo>
                <a:lnTo>
                  <a:pt x="219176" y="89839"/>
                </a:lnTo>
                <a:lnTo>
                  <a:pt x="219176" y="59474"/>
                </a:lnTo>
                <a:lnTo>
                  <a:pt x="142557" y="59474"/>
                </a:lnTo>
                <a:lnTo>
                  <a:pt x="128638" y="60375"/>
                </a:lnTo>
                <a:lnTo>
                  <a:pt x="121500" y="63360"/>
                </a:lnTo>
                <a:lnTo>
                  <a:pt x="118859" y="70840"/>
                </a:lnTo>
                <a:lnTo>
                  <a:pt x="118567" y="82257"/>
                </a:lnTo>
                <a:lnTo>
                  <a:pt x="118491" y="158445"/>
                </a:lnTo>
                <a:lnTo>
                  <a:pt x="120777" y="170891"/>
                </a:lnTo>
                <a:lnTo>
                  <a:pt x="124053" y="177279"/>
                </a:lnTo>
                <a:lnTo>
                  <a:pt x="130556" y="179641"/>
                </a:lnTo>
                <a:lnTo>
                  <a:pt x="142557" y="179971"/>
                </a:lnTo>
                <a:lnTo>
                  <a:pt x="261493" y="179971"/>
                </a:lnTo>
                <a:lnTo>
                  <a:pt x="261493" y="154012"/>
                </a:lnTo>
                <a:lnTo>
                  <a:pt x="161378" y="154012"/>
                </a:lnTo>
                <a:lnTo>
                  <a:pt x="161378" y="130149"/>
                </a:lnTo>
                <a:lnTo>
                  <a:pt x="261543" y="129997"/>
                </a:lnTo>
                <a:lnTo>
                  <a:pt x="261543" y="103136"/>
                </a:lnTo>
                <a:lnTo>
                  <a:pt x="261543" y="89839"/>
                </a:lnTo>
                <a:lnTo>
                  <a:pt x="261543" y="82257"/>
                </a:lnTo>
                <a:close/>
              </a:path>
              <a:path w="1412875" h="180975">
                <a:moveTo>
                  <a:pt x="500100" y="73240"/>
                </a:moveTo>
                <a:lnTo>
                  <a:pt x="497840" y="66179"/>
                </a:lnTo>
                <a:lnTo>
                  <a:pt x="490753" y="62865"/>
                </a:lnTo>
                <a:lnTo>
                  <a:pt x="476694" y="60896"/>
                </a:lnTo>
                <a:lnTo>
                  <a:pt x="409130" y="60896"/>
                </a:lnTo>
                <a:lnTo>
                  <a:pt x="401828" y="65405"/>
                </a:lnTo>
                <a:lnTo>
                  <a:pt x="388086" y="60236"/>
                </a:lnTo>
                <a:lnTo>
                  <a:pt x="329057" y="60236"/>
                </a:lnTo>
                <a:lnTo>
                  <a:pt x="320522" y="65493"/>
                </a:lnTo>
                <a:lnTo>
                  <a:pt x="320522" y="56299"/>
                </a:lnTo>
                <a:lnTo>
                  <a:pt x="279793" y="56299"/>
                </a:lnTo>
                <a:lnTo>
                  <a:pt x="279793" y="60236"/>
                </a:lnTo>
                <a:lnTo>
                  <a:pt x="279793" y="180378"/>
                </a:lnTo>
                <a:lnTo>
                  <a:pt x="317220" y="180378"/>
                </a:lnTo>
                <a:lnTo>
                  <a:pt x="317220" y="88493"/>
                </a:lnTo>
                <a:lnTo>
                  <a:pt x="367728" y="88493"/>
                </a:lnTo>
                <a:lnTo>
                  <a:pt x="367728" y="180378"/>
                </a:lnTo>
                <a:lnTo>
                  <a:pt x="409130" y="180378"/>
                </a:lnTo>
                <a:lnTo>
                  <a:pt x="409130" y="89801"/>
                </a:lnTo>
                <a:lnTo>
                  <a:pt x="459600" y="89801"/>
                </a:lnTo>
                <a:lnTo>
                  <a:pt x="459600" y="180378"/>
                </a:lnTo>
                <a:lnTo>
                  <a:pt x="499681" y="180378"/>
                </a:lnTo>
                <a:lnTo>
                  <a:pt x="499681" y="86423"/>
                </a:lnTo>
                <a:lnTo>
                  <a:pt x="500100" y="73240"/>
                </a:lnTo>
                <a:close/>
              </a:path>
              <a:path w="1412875" h="180975">
                <a:moveTo>
                  <a:pt x="641692" y="59334"/>
                </a:moveTo>
                <a:lnTo>
                  <a:pt x="540143" y="59334"/>
                </a:lnTo>
                <a:lnTo>
                  <a:pt x="527761" y="62039"/>
                </a:lnTo>
                <a:lnTo>
                  <a:pt x="521411" y="65379"/>
                </a:lnTo>
                <a:lnTo>
                  <a:pt x="519099" y="71564"/>
                </a:lnTo>
                <a:lnTo>
                  <a:pt x="518833" y="82778"/>
                </a:lnTo>
                <a:lnTo>
                  <a:pt x="518833" y="155028"/>
                </a:lnTo>
                <a:lnTo>
                  <a:pt x="519214" y="169125"/>
                </a:lnTo>
                <a:lnTo>
                  <a:pt x="521881" y="176428"/>
                </a:lnTo>
                <a:lnTo>
                  <a:pt x="529094" y="179260"/>
                </a:lnTo>
                <a:lnTo>
                  <a:pt x="543140" y="179971"/>
                </a:lnTo>
                <a:lnTo>
                  <a:pt x="641045" y="179971"/>
                </a:lnTo>
                <a:lnTo>
                  <a:pt x="641045" y="153682"/>
                </a:lnTo>
                <a:lnTo>
                  <a:pt x="562864" y="153682"/>
                </a:lnTo>
                <a:lnTo>
                  <a:pt x="562864" y="82334"/>
                </a:lnTo>
                <a:lnTo>
                  <a:pt x="641692" y="82334"/>
                </a:lnTo>
                <a:lnTo>
                  <a:pt x="641692" y="59334"/>
                </a:lnTo>
                <a:close/>
              </a:path>
              <a:path w="1412875" h="180975">
                <a:moveTo>
                  <a:pt x="799719" y="83058"/>
                </a:moveTo>
                <a:lnTo>
                  <a:pt x="795858" y="69989"/>
                </a:lnTo>
                <a:lnTo>
                  <a:pt x="787374" y="62801"/>
                </a:lnTo>
                <a:lnTo>
                  <a:pt x="778878" y="59766"/>
                </a:lnTo>
                <a:lnTo>
                  <a:pt x="775017" y="59143"/>
                </a:lnTo>
                <a:lnTo>
                  <a:pt x="756907" y="59156"/>
                </a:lnTo>
                <a:lnTo>
                  <a:pt x="756907" y="87083"/>
                </a:lnTo>
                <a:lnTo>
                  <a:pt x="756907" y="153162"/>
                </a:lnTo>
                <a:lnTo>
                  <a:pt x="695744" y="153162"/>
                </a:lnTo>
                <a:lnTo>
                  <a:pt x="695744" y="87083"/>
                </a:lnTo>
                <a:lnTo>
                  <a:pt x="756907" y="87083"/>
                </a:lnTo>
                <a:lnTo>
                  <a:pt x="756907" y="59156"/>
                </a:lnTo>
                <a:lnTo>
                  <a:pt x="679691" y="59156"/>
                </a:lnTo>
                <a:lnTo>
                  <a:pt x="666064" y="63474"/>
                </a:lnTo>
                <a:lnTo>
                  <a:pt x="658799" y="71678"/>
                </a:lnTo>
                <a:lnTo>
                  <a:pt x="655904" y="79641"/>
                </a:lnTo>
                <a:lnTo>
                  <a:pt x="655408" y="83058"/>
                </a:lnTo>
                <a:lnTo>
                  <a:pt x="655281" y="156159"/>
                </a:lnTo>
                <a:lnTo>
                  <a:pt x="659091" y="168414"/>
                </a:lnTo>
                <a:lnTo>
                  <a:pt x="665454" y="175564"/>
                </a:lnTo>
                <a:lnTo>
                  <a:pt x="671423" y="178904"/>
                </a:lnTo>
                <a:lnTo>
                  <a:pt x="674065" y="179730"/>
                </a:lnTo>
                <a:lnTo>
                  <a:pt x="779106" y="179692"/>
                </a:lnTo>
                <a:lnTo>
                  <a:pt x="799719" y="87083"/>
                </a:lnTo>
                <a:lnTo>
                  <a:pt x="799719" y="83058"/>
                </a:lnTo>
                <a:close/>
              </a:path>
              <a:path w="1412875" h="180975">
                <a:moveTo>
                  <a:pt x="952487" y="140995"/>
                </a:moveTo>
                <a:lnTo>
                  <a:pt x="857211" y="140995"/>
                </a:lnTo>
                <a:lnTo>
                  <a:pt x="857211" y="2565"/>
                </a:lnTo>
                <a:lnTo>
                  <a:pt x="815162" y="2565"/>
                </a:lnTo>
                <a:lnTo>
                  <a:pt x="815162" y="140995"/>
                </a:lnTo>
                <a:lnTo>
                  <a:pt x="815162" y="179095"/>
                </a:lnTo>
                <a:lnTo>
                  <a:pt x="952487" y="179095"/>
                </a:lnTo>
                <a:lnTo>
                  <a:pt x="952487" y="140995"/>
                </a:lnTo>
                <a:close/>
              </a:path>
              <a:path w="1412875" h="180975">
                <a:moveTo>
                  <a:pt x="1008481" y="51892"/>
                </a:moveTo>
                <a:lnTo>
                  <a:pt x="969581" y="51892"/>
                </a:lnTo>
                <a:lnTo>
                  <a:pt x="969581" y="179146"/>
                </a:lnTo>
                <a:lnTo>
                  <a:pt x="1008481" y="179146"/>
                </a:lnTo>
                <a:lnTo>
                  <a:pt x="1008481" y="51892"/>
                </a:lnTo>
                <a:close/>
              </a:path>
              <a:path w="1412875" h="180975">
                <a:moveTo>
                  <a:pt x="1008481" y="0"/>
                </a:moveTo>
                <a:lnTo>
                  <a:pt x="969581" y="0"/>
                </a:lnTo>
                <a:lnTo>
                  <a:pt x="969581" y="32600"/>
                </a:lnTo>
                <a:lnTo>
                  <a:pt x="1008481" y="32600"/>
                </a:lnTo>
                <a:lnTo>
                  <a:pt x="1008481" y="0"/>
                </a:lnTo>
                <a:close/>
              </a:path>
              <a:path w="1412875" h="180975">
                <a:moveTo>
                  <a:pt x="1170800" y="67691"/>
                </a:moveTo>
                <a:lnTo>
                  <a:pt x="1167917" y="59702"/>
                </a:lnTo>
                <a:lnTo>
                  <a:pt x="1159306" y="57010"/>
                </a:lnTo>
                <a:lnTo>
                  <a:pt x="1079919" y="57137"/>
                </a:lnTo>
                <a:lnTo>
                  <a:pt x="1070076" y="60426"/>
                </a:lnTo>
                <a:lnTo>
                  <a:pt x="1070076" y="51879"/>
                </a:lnTo>
                <a:lnTo>
                  <a:pt x="1026045" y="51879"/>
                </a:lnTo>
                <a:lnTo>
                  <a:pt x="1026020" y="179197"/>
                </a:lnTo>
                <a:lnTo>
                  <a:pt x="1066800" y="179197"/>
                </a:lnTo>
                <a:lnTo>
                  <a:pt x="1066800" y="85394"/>
                </a:lnTo>
                <a:lnTo>
                  <a:pt x="1125905" y="85394"/>
                </a:lnTo>
                <a:lnTo>
                  <a:pt x="1125905" y="179197"/>
                </a:lnTo>
                <a:lnTo>
                  <a:pt x="1170609" y="179197"/>
                </a:lnTo>
                <a:lnTo>
                  <a:pt x="1170609" y="83426"/>
                </a:lnTo>
                <a:lnTo>
                  <a:pt x="1170800" y="67691"/>
                </a:lnTo>
                <a:close/>
              </a:path>
              <a:path w="1412875" h="180975">
                <a:moveTo>
                  <a:pt x="1329931" y="82257"/>
                </a:moveTo>
                <a:lnTo>
                  <a:pt x="1329220" y="71221"/>
                </a:lnTo>
                <a:lnTo>
                  <a:pt x="1326667" y="65176"/>
                </a:lnTo>
                <a:lnTo>
                  <a:pt x="1320215" y="61963"/>
                </a:lnTo>
                <a:lnTo>
                  <a:pt x="1307782" y="59474"/>
                </a:lnTo>
                <a:lnTo>
                  <a:pt x="1287564" y="59474"/>
                </a:lnTo>
                <a:lnTo>
                  <a:pt x="1287564" y="89839"/>
                </a:lnTo>
                <a:lnTo>
                  <a:pt x="1287564" y="103136"/>
                </a:lnTo>
                <a:lnTo>
                  <a:pt x="1229918" y="103136"/>
                </a:lnTo>
                <a:lnTo>
                  <a:pt x="1229918" y="89839"/>
                </a:lnTo>
                <a:lnTo>
                  <a:pt x="1287564" y="89839"/>
                </a:lnTo>
                <a:lnTo>
                  <a:pt x="1287564" y="59474"/>
                </a:lnTo>
                <a:lnTo>
                  <a:pt x="1210945" y="59474"/>
                </a:lnTo>
                <a:lnTo>
                  <a:pt x="1197025" y="60375"/>
                </a:lnTo>
                <a:lnTo>
                  <a:pt x="1189888" y="63360"/>
                </a:lnTo>
                <a:lnTo>
                  <a:pt x="1187246" y="70840"/>
                </a:lnTo>
                <a:lnTo>
                  <a:pt x="1186954" y="82257"/>
                </a:lnTo>
                <a:lnTo>
                  <a:pt x="1186878" y="158445"/>
                </a:lnTo>
                <a:lnTo>
                  <a:pt x="1189164" y="170891"/>
                </a:lnTo>
                <a:lnTo>
                  <a:pt x="1192441" y="177279"/>
                </a:lnTo>
                <a:lnTo>
                  <a:pt x="1198943" y="179641"/>
                </a:lnTo>
                <a:lnTo>
                  <a:pt x="1210945" y="179971"/>
                </a:lnTo>
                <a:lnTo>
                  <a:pt x="1329880" y="179971"/>
                </a:lnTo>
                <a:lnTo>
                  <a:pt x="1329880" y="154012"/>
                </a:lnTo>
                <a:lnTo>
                  <a:pt x="1229741" y="154012"/>
                </a:lnTo>
                <a:lnTo>
                  <a:pt x="1229741" y="130149"/>
                </a:lnTo>
                <a:lnTo>
                  <a:pt x="1329931" y="129997"/>
                </a:lnTo>
                <a:lnTo>
                  <a:pt x="1329931" y="103136"/>
                </a:lnTo>
                <a:lnTo>
                  <a:pt x="1329931" y="89839"/>
                </a:lnTo>
                <a:lnTo>
                  <a:pt x="1329931" y="82257"/>
                </a:lnTo>
                <a:close/>
              </a:path>
              <a:path w="1412875" h="180975">
                <a:moveTo>
                  <a:pt x="1371396" y="18846"/>
                </a:moveTo>
                <a:lnTo>
                  <a:pt x="1338757" y="18846"/>
                </a:lnTo>
                <a:lnTo>
                  <a:pt x="1338757" y="26936"/>
                </a:lnTo>
                <a:lnTo>
                  <a:pt x="1351013" y="26936"/>
                </a:lnTo>
                <a:lnTo>
                  <a:pt x="1351013" y="51282"/>
                </a:lnTo>
                <a:lnTo>
                  <a:pt x="1358900" y="51282"/>
                </a:lnTo>
                <a:lnTo>
                  <a:pt x="1358900" y="26949"/>
                </a:lnTo>
                <a:lnTo>
                  <a:pt x="1371396" y="26936"/>
                </a:lnTo>
                <a:lnTo>
                  <a:pt x="1371396" y="18846"/>
                </a:lnTo>
                <a:close/>
              </a:path>
              <a:path w="1412875" h="180975">
                <a:moveTo>
                  <a:pt x="1412506" y="22720"/>
                </a:moveTo>
                <a:lnTo>
                  <a:pt x="1412455" y="20523"/>
                </a:lnTo>
                <a:lnTo>
                  <a:pt x="1410665" y="18757"/>
                </a:lnTo>
                <a:lnTo>
                  <a:pt x="1399184" y="18745"/>
                </a:lnTo>
                <a:lnTo>
                  <a:pt x="1397406" y="20510"/>
                </a:lnTo>
                <a:lnTo>
                  <a:pt x="1397355" y="22694"/>
                </a:lnTo>
                <a:lnTo>
                  <a:pt x="1397355" y="18745"/>
                </a:lnTo>
                <a:lnTo>
                  <a:pt x="1384007" y="18745"/>
                </a:lnTo>
                <a:lnTo>
                  <a:pt x="1382242" y="20485"/>
                </a:lnTo>
                <a:lnTo>
                  <a:pt x="1382166" y="22656"/>
                </a:lnTo>
                <a:lnTo>
                  <a:pt x="1382166" y="18732"/>
                </a:lnTo>
                <a:lnTo>
                  <a:pt x="1374089" y="18732"/>
                </a:lnTo>
                <a:lnTo>
                  <a:pt x="1374089" y="51231"/>
                </a:lnTo>
                <a:lnTo>
                  <a:pt x="1382166" y="51231"/>
                </a:lnTo>
                <a:lnTo>
                  <a:pt x="1382166" y="23507"/>
                </a:lnTo>
                <a:lnTo>
                  <a:pt x="1389265" y="23507"/>
                </a:lnTo>
                <a:lnTo>
                  <a:pt x="1389265" y="51231"/>
                </a:lnTo>
                <a:lnTo>
                  <a:pt x="1397355" y="51231"/>
                </a:lnTo>
                <a:lnTo>
                  <a:pt x="1397355" y="23507"/>
                </a:lnTo>
                <a:lnTo>
                  <a:pt x="1404391" y="23507"/>
                </a:lnTo>
                <a:lnTo>
                  <a:pt x="1404391" y="51219"/>
                </a:lnTo>
                <a:lnTo>
                  <a:pt x="1412506" y="51219"/>
                </a:lnTo>
                <a:lnTo>
                  <a:pt x="1412506" y="2272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54183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04767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35941" y="6350"/>
                </a:lnTo>
                <a:lnTo>
                  <a:pt x="35941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5417" y="1828805"/>
            <a:ext cx="1213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25" dirty="0">
                <a:solidFill>
                  <a:srgbClr val="231F20"/>
                </a:solidFill>
                <a:latin typeface="Malgun Gothic"/>
                <a:cs typeface="Malgun Gothic"/>
              </a:rPr>
              <a:t>NG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응답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Fra</a:t>
            </a:r>
            <a:r>
              <a:rPr sz="900" spc="15" dirty="0">
                <a:solidFill>
                  <a:srgbClr val="231F20"/>
                </a:solidFill>
                <a:latin typeface="Malgun Gothic"/>
                <a:cs typeface="Malgun Gothic"/>
              </a:rPr>
              <a:t>m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e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Format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8</a:t>
            </a: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58113" y="2022856"/>
          <a:ext cx="6087110" cy="8902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06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Bytes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3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B8B8BA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B8B8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Frame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L="222885" marR="209550" indent="3175" algn="just">
                        <a:lnSpc>
                          <a:spcPct val="140400"/>
                        </a:lnSpc>
                        <a:spcBef>
                          <a:spcPts val="10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  T  X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9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90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Command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9113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254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90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NG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21590" algn="ctr">
                        <a:lnSpc>
                          <a:spcPct val="100000"/>
                        </a:lnSpc>
                      </a:pPr>
                      <a:r>
                        <a:rPr sz="900" spc="-5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에러코드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R="2984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8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(Hexadecimal)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54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9685" algn="ctr">
                        <a:lnSpc>
                          <a:spcPct val="100000"/>
                        </a:lnSpc>
                      </a:pPr>
                      <a:r>
                        <a:rPr sz="90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CheckSUM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921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58113" y="3369310"/>
          <a:ext cx="6087110" cy="2825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3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8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69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에러</a:t>
                      </a:r>
                      <a:r>
                        <a:rPr sz="1000" b="1" spc="-7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코드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R="13335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404495" algn="l"/>
                        </a:tabLst>
                      </a:pPr>
                      <a:r>
                        <a:rPr sz="1000" b="1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내	용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tc>
                  <a:txBody>
                    <a:bodyPr/>
                    <a:lstStyle/>
                    <a:p>
                      <a:pPr marR="119380" algn="ctr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368935" algn="l"/>
                        </a:tabLst>
                      </a:pPr>
                      <a:r>
                        <a:rPr sz="1000" b="1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비	고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C3C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464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01h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존재하지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않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는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커맨드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지정</a:t>
                      </a:r>
                      <a:r>
                        <a:rPr sz="900" spc="-7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689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02h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존재하지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않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는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레지스터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지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정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702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03h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레지스터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지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정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범위를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넘은</a:t>
                      </a:r>
                      <a:r>
                        <a:rPr sz="900" spc="-7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경우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sz="9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04h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설정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에러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유효한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데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터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이외의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문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자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를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사용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(데이터는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0~9,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A~F의</a:t>
                      </a:r>
                      <a:r>
                        <a:rPr sz="900" spc="-7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16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진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수만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사용)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8699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0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604" algn="ctr">
                        <a:lnSpc>
                          <a:spcPct val="100000"/>
                        </a:lnSpc>
                      </a:pPr>
                      <a:r>
                        <a:rPr sz="9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08h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잘못된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FO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MAT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구성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667385">
                        <a:lnSpc>
                          <a:spcPct val="129700"/>
                        </a:lnSpc>
                        <a:spcBef>
                          <a:spcPts val="24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지정한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커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맨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드와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FORMA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T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다름  지정한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개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와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설정된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개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가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다름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689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0Eh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TI</a:t>
                      </a: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M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</a:t>
                      </a: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U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T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499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10h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080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</a:t>
                      </a:r>
                      <a:r>
                        <a:rPr sz="900" spc="-7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SUM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ERROR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080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14h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016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</a:t>
                      </a: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US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Y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(W</a:t>
                      </a:r>
                      <a:r>
                        <a:rPr sz="9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IT..</a:t>
                      </a:r>
                      <a:r>
                        <a:rPr sz="900" spc="-7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50165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708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00h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기타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에러</a:t>
                      </a:r>
                      <a:r>
                        <a:rPr sz="900" spc="-6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발</a:t>
                      </a:r>
                      <a:r>
                        <a:rPr sz="9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생시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64597" y="1228090"/>
            <a:ext cx="2183765" cy="275590"/>
          </a:xfrm>
          <a:prstGeom prst="rect">
            <a:avLst/>
          </a:prstGeom>
          <a:ln w="15367">
            <a:solidFill>
              <a:srgbClr val="7A7472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325"/>
              </a:spcBef>
            </a:pPr>
            <a:r>
              <a:rPr sz="1200" b="1" spc="-45" dirty="0">
                <a:solidFill>
                  <a:srgbClr val="231F20"/>
                </a:solidFill>
                <a:latin typeface="Arial"/>
                <a:cs typeface="Arial"/>
              </a:rPr>
              <a:t>Error</a:t>
            </a:r>
            <a:r>
              <a:rPr sz="12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231F20"/>
                </a:solidFill>
                <a:latin typeface="Arial"/>
                <a:cs typeface="Arial"/>
              </a:rPr>
              <a:t>Format</a:t>
            </a:r>
            <a:r>
              <a:rPr sz="12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b="1" spc="5" dirty="0">
                <a:solidFill>
                  <a:srgbClr val="231F20"/>
                </a:solidFill>
                <a:latin typeface="Arial"/>
                <a:cs typeface="Arial"/>
              </a:rPr>
              <a:t>&amp;</a:t>
            </a:r>
            <a:r>
              <a:rPr sz="12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231F20"/>
                </a:solidFill>
                <a:latin typeface="Arial"/>
                <a:cs typeface="Arial"/>
              </a:rPr>
              <a:t>Error</a:t>
            </a:r>
            <a:r>
              <a:rPr sz="1200" b="1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231F20"/>
                </a:solidFill>
                <a:latin typeface="Arial"/>
                <a:cs typeface="Arial"/>
              </a:rPr>
              <a:t>Code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19048" y="2272055"/>
          <a:ext cx="6162040" cy="873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3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8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Fun</a:t>
                      </a:r>
                      <a:r>
                        <a:rPr sz="8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</a:t>
                      </a:r>
                      <a:r>
                        <a:rPr sz="8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t</a:t>
                      </a:r>
                      <a:r>
                        <a:rPr sz="8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i</a:t>
                      </a:r>
                      <a:r>
                        <a:rPr sz="8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</a:t>
                      </a:r>
                      <a:r>
                        <a:rPr sz="8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n</a:t>
                      </a:r>
                      <a:r>
                        <a:rPr sz="8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</a:t>
                      </a:r>
                      <a:r>
                        <a:rPr sz="8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</a:t>
                      </a:r>
                      <a:r>
                        <a:rPr sz="8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de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4508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850" b="1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Characteristics</a:t>
                      </a:r>
                      <a:r>
                        <a:rPr sz="850" b="1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of</a:t>
                      </a:r>
                      <a:r>
                        <a:rPr sz="850" b="1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50" b="1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function</a:t>
                      </a:r>
                      <a:r>
                        <a:rPr sz="850" b="1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codes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</a:txBody>
                  <a:tcPr marL="0" marR="0" marT="3873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3716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850" b="1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기</a:t>
                      </a:r>
                      <a:r>
                        <a:rPr sz="850" b="1" spc="29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50" b="1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능</a:t>
                      </a:r>
                      <a:r>
                        <a:rPr sz="850" b="1" spc="29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50" b="1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설</a:t>
                      </a:r>
                      <a:r>
                        <a:rPr sz="850" b="1" spc="29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50" b="1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명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</a:txBody>
                  <a:tcPr marL="0" marR="0" marT="5143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8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03(03h)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4508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75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Read</a:t>
                      </a:r>
                      <a:r>
                        <a:rPr sz="75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Holding</a:t>
                      </a:r>
                      <a:r>
                        <a:rPr sz="75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Registers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5143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연속된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5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내용을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최대</a:t>
                      </a:r>
                      <a:r>
                        <a:rPr sz="75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32개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까지</a:t>
                      </a:r>
                      <a:r>
                        <a:rPr sz="75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읽을(Read)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75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있습니다.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5143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06(06h)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4254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75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Write</a:t>
                      </a:r>
                      <a:r>
                        <a:rPr sz="75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Sigle</a:t>
                      </a:r>
                      <a:r>
                        <a:rPr sz="75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Register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4889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각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원하는</a:t>
                      </a:r>
                      <a:r>
                        <a:rPr sz="75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값을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한개씩</a:t>
                      </a:r>
                      <a:r>
                        <a:rPr sz="75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기입(Write)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sz="75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있습니다.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4889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800" b="1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16(10h)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75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Write</a:t>
                      </a:r>
                      <a:r>
                        <a:rPr sz="75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Multiple</a:t>
                      </a:r>
                      <a:r>
                        <a:rPr sz="750" spc="-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Registers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연속된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내용을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최대</a:t>
                      </a:r>
                      <a:r>
                        <a:rPr sz="75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25개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까지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기입(Write)</a:t>
                      </a:r>
                      <a:r>
                        <a:rPr sz="75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3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7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있습니다.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1270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411725" y="553852"/>
            <a:ext cx="6741795" cy="336550"/>
            <a:chOff x="411725" y="553852"/>
            <a:chExt cx="6741795" cy="336550"/>
          </a:xfrm>
        </p:grpSpPr>
        <p:sp>
          <p:nvSpPr>
            <p:cNvPr id="4" name="object 4"/>
            <p:cNvSpPr/>
            <p:nvPr/>
          </p:nvSpPr>
          <p:spPr>
            <a:xfrm>
              <a:off x="419823" y="564299"/>
              <a:ext cx="6730365" cy="315595"/>
            </a:xfrm>
            <a:custGeom>
              <a:avLst/>
              <a:gdLst/>
              <a:ahLst/>
              <a:cxnLst/>
              <a:rect l="l" t="t" r="r" b="b"/>
              <a:pathLst>
                <a:path w="6730365" h="315594">
                  <a:moveTo>
                    <a:pt x="6730199" y="0"/>
                  </a:moveTo>
                  <a:lnTo>
                    <a:pt x="0" y="0"/>
                  </a:lnTo>
                  <a:lnTo>
                    <a:pt x="0" y="314998"/>
                  </a:lnTo>
                  <a:lnTo>
                    <a:pt x="6730199" y="314998"/>
                  </a:lnTo>
                  <a:lnTo>
                    <a:pt x="6730199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1721" y="553859"/>
              <a:ext cx="6741795" cy="336550"/>
            </a:xfrm>
            <a:custGeom>
              <a:avLst/>
              <a:gdLst/>
              <a:ahLst/>
              <a:cxnLst/>
              <a:rect l="l" t="t" r="r" b="b"/>
              <a:pathLst>
                <a:path w="6741795" h="336550">
                  <a:moveTo>
                    <a:pt x="1422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20040"/>
                  </a:lnTo>
                  <a:lnTo>
                    <a:pt x="0" y="336550"/>
                  </a:lnTo>
                  <a:lnTo>
                    <a:pt x="142201" y="336550"/>
                  </a:lnTo>
                  <a:lnTo>
                    <a:pt x="142201" y="320040"/>
                  </a:lnTo>
                  <a:lnTo>
                    <a:pt x="16205" y="320040"/>
                  </a:lnTo>
                  <a:lnTo>
                    <a:pt x="16205" y="15240"/>
                  </a:lnTo>
                  <a:lnTo>
                    <a:pt x="142201" y="15240"/>
                  </a:lnTo>
                  <a:lnTo>
                    <a:pt x="142201" y="0"/>
                  </a:lnTo>
                  <a:close/>
                </a:path>
                <a:path w="6741795" h="336550">
                  <a:moveTo>
                    <a:pt x="6741642" y="0"/>
                  </a:moveTo>
                  <a:lnTo>
                    <a:pt x="6599441" y="0"/>
                  </a:lnTo>
                  <a:lnTo>
                    <a:pt x="6599441" y="15240"/>
                  </a:lnTo>
                  <a:lnTo>
                    <a:pt x="6725425" y="15240"/>
                  </a:lnTo>
                  <a:lnTo>
                    <a:pt x="6725425" y="320040"/>
                  </a:lnTo>
                  <a:lnTo>
                    <a:pt x="6599441" y="320040"/>
                  </a:lnTo>
                  <a:lnTo>
                    <a:pt x="6599441" y="336550"/>
                  </a:lnTo>
                  <a:lnTo>
                    <a:pt x="6741642" y="336550"/>
                  </a:lnTo>
                  <a:lnTo>
                    <a:pt x="6741642" y="320040"/>
                  </a:lnTo>
                  <a:lnTo>
                    <a:pt x="6741642" y="15240"/>
                  </a:lnTo>
                  <a:lnTo>
                    <a:pt x="6741642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930" y="609915"/>
            <a:ext cx="67094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Arial"/>
                <a:cs typeface="Arial"/>
              </a:rPr>
              <a:t>M74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Series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Communication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36679" y="627049"/>
            <a:ext cx="1412875" cy="180975"/>
          </a:xfrm>
          <a:custGeom>
            <a:avLst/>
            <a:gdLst/>
            <a:ahLst/>
            <a:cxnLst/>
            <a:rect l="l" t="t" r="r" b="b"/>
            <a:pathLst>
              <a:path w="1412875" h="180975">
                <a:moveTo>
                  <a:pt x="148475" y="355"/>
                </a:moveTo>
                <a:lnTo>
                  <a:pt x="0" y="355"/>
                </a:lnTo>
                <a:lnTo>
                  <a:pt x="0" y="35915"/>
                </a:lnTo>
                <a:lnTo>
                  <a:pt x="50723" y="35915"/>
                </a:lnTo>
                <a:lnTo>
                  <a:pt x="50723" y="179425"/>
                </a:lnTo>
                <a:lnTo>
                  <a:pt x="97332" y="179425"/>
                </a:lnTo>
                <a:lnTo>
                  <a:pt x="97332" y="35915"/>
                </a:lnTo>
                <a:lnTo>
                  <a:pt x="148475" y="35915"/>
                </a:lnTo>
                <a:lnTo>
                  <a:pt x="148475" y="355"/>
                </a:lnTo>
                <a:close/>
              </a:path>
              <a:path w="1412875" h="180975">
                <a:moveTo>
                  <a:pt x="261543" y="82257"/>
                </a:moveTo>
                <a:lnTo>
                  <a:pt x="260845" y="71221"/>
                </a:lnTo>
                <a:lnTo>
                  <a:pt x="258305" y="65176"/>
                </a:lnTo>
                <a:lnTo>
                  <a:pt x="251853" y="61963"/>
                </a:lnTo>
                <a:lnTo>
                  <a:pt x="239420" y="59474"/>
                </a:lnTo>
                <a:lnTo>
                  <a:pt x="219176" y="59474"/>
                </a:lnTo>
                <a:lnTo>
                  <a:pt x="219176" y="89839"/>
                </a:lnTo>
                <a:lnTo>
                  <a:pt x="219176" y="103136"/>
                </a:lnTo>
                <a:lnTo>
                  <a:pt x="161531" y="103136"/>
                </a:lnTo>
                <a:lnTo>
                  <a:pt x="161531" y="89839"/>
                </a:lnTo>
                <a:lnTo>
                  <a:pt x="219176" y="89839"/>
                </a:lnTo>
                <a:lnTo>
                  <a:pt x="219176" y="59474"/>
                </a:lnTo>
                <a:lnTo>
                  <a:pt x="142557" y="59474"/>
                </a:lnTo>
                <a:lnTo>
                  <a:pt x="128638" y="60375"/>
                </a:lnTo>
                <a:lnTo>
                  <a:pt x="121500" y="63360"/>
                </a:lnTo>
                <a:lnTo>
                  <a:pt x="118859" y="70840"/>
                </a:lnTo>
                <a:lnTo>
                  <a:pt x="118567" y="82257"/>
                </a:lnTo>
                <a:lnTo>
                  <a:pt x="118491" y="158445"/>
                </a:lnTo>
                <a:lnTo>
                  <a:pt x="120777" y="170891"/>
                </a:lnTo>
                <a:lnTo>
                  <a:pt x="124053" y="177279"/>
                </a:lnTo>
                <a:lnTo>
                  <a:pt x="130556" y="179641"/>
                </a:lnTo>
                <a:lnTo>
                  <a:pt x="142557" y="179971"/>
                </a:lnTo>
                <a:lnTo>
                  <a:pt x="261493" y="179971"/>
                </a:lnTo>
                <a:lnTo>
                  <a:pt x="261493" y="154012"/>
                </a:lnTo>
                <a:lnTo>
                  <a:pt x="161378" y="154012"/>
                </a:lnTo>
                <a:lnTo>
                  <a:pt x="161378" y="130149"/>
                </a:lnTo>
                <a:lnTo>
                  <a:pt x="261543" y="129997"/>
                </a:lnTo>
                <a:lnTo>
                  <a:pt x="261543" y="103136"/>
                </a:lnTo>
                <a:lnTo>
                  <a:pt x="261543" y="89839"/>
                </a:lnTo>
                <a:lnTo>
                  <a:pt x="261543" y="82257"/>
                </a:lnTo>
                <a:close/>
              </a:path>
              <a:path w="1412875" h="180975">
                <a:moveTo>
                  <a:pt x="500100" y="73240"/>
                </a:moveTo>
                <a:lnTo>
                  <a:pt x="497840" y="66179"/>
                </a:lnTo>
                <a:lnTo>
                  <a:pt x="490753" y="62865"/>
                </a:lnTo>
                <a:lnTo>
                  <a:pt x="476694" y="60896"/>
                </a:lnTo>
                <a:lnTo>
                  <a:pt x="409130" y="60896"/>
                </a:lnTo>
                <a:lnTo>
                  <a:pt x="401828" y="65405"/>
                </a:lnTo>
                <a:lnTo>
                  <a:pt x="388086" y="60236"/>
                </a:lnTo>
                <a:lnTo>
                  <a:pt x="329057" y="60236"/>
                </a:lnTo>
                <a:lnTo>
                  <a:pt x="320522" y="65493"/>
                </a:lnTo>
                <a:lnTo>
                  <a:pt x="320522" y="56299"/>
                </a:lnTo>
                <a:lnTo>
                  <a:pt x="279793" y="56299"/>
                </a:lnTo>
                <a:lnTo>
                  <a:pt x="279793" y="60236"/>
                </a:lnTo>
                <a:lnTo>
                  <a:pt x="279793" y="180378"/>
                </a:lnTo>
                <a:lnTo>
                  <a:pt x="317220" y="180378"/>
                </a:lnTo>
                <a:lnTo>
                  <a:pt x="317220" y="88493"/>
                </a:lnTo>
                <a:lnTo>
                  <a:pt x="367728" y="88493"/>
                </a:lnTo>
                <a:lnTo>
                  <a:pt x="367728" y="180378"/>
                </a:lnTo>
                <a:lnTo>
                  <a:pt x="409130" y="180378"/>
                </a:lnTo>
                <a:lnTo>
                  <a:pt x="409130" y="89801"/>
                </a:lnTo>
                <a:lnTo>
                  <a:pt x="459600" y="89801"/>
                </a:lnTo>
                <a:lnTo>
                  <a:pt x="459600" y="180378"/>
                </a:lnTo>
                <a:lnTo>
                  <a:pt x="499681" y="180378"/>
                </a:lnTo>
                <a:lnTo>
                  <a:pt x="499681" y="86423"/>
                </a:lnTo>
                <a:lnTo>
                  <a:pt x="500100" y="73240"/>
                </a:lnTo>
                <a:close/>
              </a:path>
              <a:path w="1412875" h="180975">
                <a:moveTo>
                  <a:pt x="641692" y="59334"/>
                </a:moveTo>
                <a:lnTo>
                  <a:pt x="540143" y="59334"/>
                </a:lnTo>
                <a:lnTo>
                  <a:pt x="527761" y="62039"/>
                </a:lnTo>
                <a:lnTo>
                  <a:pt x="521411" y="65379"/>
                </a:lnTo>
                <a:lnTo>
                  <a:pt x="519099" y="71564"/>
                </a:lnTo>
                <a:lnTo>
                  <a:pt x="518833" y="82778"/>
                </a:lnTo>
                <a:lnTo>
                  <a:pt x="518833" y="155028"/>
                </a:lnTo>
                <a:lnTo>
                  <a:pt x="519214" y="169125"/>
                </a:lnTo>
                <a:lnTo>
                  <a:pt x="521881" y="176428"/>
                </a:lnTo>
                <a:lnTo>
                  <a:pt x="529094" y="179260"/>
                </a:lnTo>
                <a:lnTo>
                  <a:pt x="543140" y="179971"/>
                </a:lnTo>
                <a:lnTo>
                  <a:pt x="641045" y="179971"/>
                </a:lnTo>
                <a:lnTo>
                  <a:pt x="641045" y="153682"/>
                </a:lnTo>
                <a:lnTo>
                  <a:pt x="562864" y="153682"/>
                </a:lnTo>
                <a:lnTo>
                  <a:pt x="562864" y="82334"/>
                </a:lnTo>
                <a:lnTo>
                  <a:pt x="641692" y="82334"/>
                </a:lnTo>
                <a:lnTo>
                  <a:pt x="641692" y="59334"/>
                </a:lnTo>
                <a:close/>
              </a:path>
              <a:path w="1412875" h="180975">
                <a:moveTo>
                  <a:pt x="799719" y="83058"/>
                </a:moveTo>
                <a:lnTo>
                  <a:pt x="795858" y="69989"/>
                </a:lnTo>
                <a:lnTo>
                  <a:pt x="787374" y="62801"/>
                </a:lnTo>
                <a:lnTo>
                  <a:pt x="778878" y="59766"/>
                </a:lnTo>
                <a:lnTo>
                  <a:pt x="775017" y="59143"/>
                </a:lnTo>
                <a:lnTo>
                  <a:pt x="756907" y="59156"/>
                </a:lnTo>
                <a:lnTo>
                  <a:pt x="756907" y="87083"/>
                </a:lnTo>
                <a:lnTo>
                  <a:pt x="756907" y="153162"/>
                </a:lnTo>
                <a:lnTo>
                  <a:pt x="695744" y="153162"/>
                </a:lnTo>
                <a:lnTo>
                  <a:pt x="695744" y="87083"/>
                </a:lnTo>
                <a:lnTo>
                  <a:pt x="756907" y="87083"/>
                </a:lnTo>
                <a:lnTo>
                  <a:pt x="756907" y="59156"/>
                </a:lnTo>
                <a:lnTo>
                  <a:pt x="679691" y="59156"/>
                </a:lnTo>
                <a:lnTo>
                  <a:pt x="666064" y="63474"/>
                </a:lnTo>
                <a:lnTo>
                  <a:pt x="658799" y="71678"/>
                </a:lnTo>
                <a:lnTo>
                  <a:pt x="655904" y="79641"/>
                </a:lnTo>
                <a:lnTo>
                  <a:pt x="655408" y="83058"/>
                </a:lnTo>
                <a:lnTo>
                  <a:pt x="655281" y="156159"/>
                </a:lnTo>
                <a:lnTo>
                  <a:pt x="659091" y="168414"/>
                </a:lnTo>
                <a:lnTo>
                  <a:pt x="665454" y="175564"/>
                </a:lnTo>
                <a:lnTo>
                  <a:pt x="671423" y="178904"/>
                </a:lnTo>
                <a:lnTo>
                  <a:pt x="674065" y="179730"/>
                </a:lnTo>
                <a:lnTo>
                  <a:pt x="779106" y="179692"/>
                </a:lnTo>
                <a:lnTo>
                  <a:pt x="799719" y="87083"/>
                </a:lnTo>
                <a:lnTo>
                  <a:pt x="799719" y="83058"/>
                </a:lnTo>
                <a:close/>
              </a:path>
              <a:path w="1412875" h="180975">
                <a:moveTo>
                  <a:pt x="952487" y="140995"/>
                </a:moveTo>
                <a:lnTo>
                  <a:pt x="857211" y="140995"/>
                </a:lnTo>
                <a:lnTo>
                  <a:pt x="857211" y="2565"/>
                </a:lnTo>
                <a:lnTo>
                  <a:pt x="815162" y="2565"/>
                </a:lnTo>
                <a:lnTo>
                  <a:pt x="815162" y="140995"/>
                </a:lnTo>
                <a:lnTo>
                  <a:pt x="815162" y="179095"/>
                </a:lnTo>
                <a:lnTo>
                  <a:pt x="952487" y="179095"/>
                </a:lnTo>
                <a:lnTo>
                  <a:pt x="952487" y="140995"/>
                </a:lnTo>
                <a:close/>
              </a:path>
              <a:path w="1412875" h="180975">
                <a:moveTo>
                  <a:pt x="1008481" y="51892"/>
                </a:moveTo>
                <a:lnTo>
                  <a:pt x="969581" y="51892"/>
                </a:lnTo>
                <a:lnTo>
                  <a:pt x="969581" y="179146"/>
                </a:lnTo>
                <a:lnTo>
                  <a:pt x="1008481" y="179146"/>
                </a:lnTo>
                <a:lnTo>
                  <a:pt x="1008481" y="51892"/>
                </a:lnTo>
                <a:close/>
              </a:path>
              <a:path w="1412875" h="180975">
                <a:moveTo>
                  <a:pt x="1008481" y="0"/>
                </a:moveTo>
                <a:lnTo>
                  <a:pt x="969581" y="0"/>
                </a:lnTo>
                <a:lnTo>
                  <a:pt x="969581" y="32600"/>
                </a:lnTo>
                <a:lnTo>
                  <a:pt x="1008481" y="32600"/>
                </a:lnTo>
                <a:lnTo>
                  <a:pt x="1008481" y="0"/>
                </a:lnTo>
                <a:close/>
              </a:path>
              <a:path w="1412875" h="180975">
                <a:moveTo>
                  <a:pt x="1170800" y="67691"/>
                </a:moveTo>
                <a:lnTo>
                  <a:pt x="1167917" y="59702"/>
                </a:lnTo>
                <a:lnTo>
                  <a:pt x="1159306" y="57010"/>
                </a:lnTo>
                <a:lnTo>
                  <a:pt x="1079919" y="57137"/>
                </a:lnTo>
                <a:lnTo>
                  <a:pt x="1070076" y="60426"/>
                </a:lnTo>
                <a:lnTo>
                  <a:pt x="1070076" y="51879"/>
                </a:lnTo>
                <a:lnTo>
                  <a:pt x="1026045" y="51879"/>
                </a:lnTo>
                <a:lnTo>
                  <a:pt x="1026020" y="179197"/>
                </a:lnTo>
                <a:lnTo>
                  <a:pt x="1066800" y="179197"/>
                </a:lnTo>
                <a:lnTo>
                  <a:pt x="1066800" y="85394"/>
                </a:lnTo>
                <a:lnTo>
                  <a:pt x="1125905" y="85394"/>
                </a:lnTo>
                <a:lnTo>
                  <a:pt x="1125905" y="179197"/>
                </a:lnTo>
                <a:lnTo>
                  <a:pt x="1170609" y="179197"/>
                </a:lnTo>
                <a:lnTo>
                  <a:pt x="1170609" y="83426"/>
                </a:lnTo>
                <a:lnTo>
                  <a:pt x="1170800" y="67691"/>
                </a:lnTo>
                <a:close/>
              </a:path>
              <a:path w="1412875" h="180975">
                <a:moveTo>
                  <a:pt x="1329931" y="82257"/>
                </a:moveTo>
                <a:lnTo>
                  <a:pt x="1329220" y="71221"/>
                </a:lnTo>
                <a:lnTo>
                  <a:pt x="1326667" y="65176"/>
                </a:lnTo>
                <a:lnTo>
                  <a:pt x="1320215" y="61963"/>
                </a:lnTo>
                <a:lnTo>
                  <a:pt x="1307782" y="59474"/>
                </a:lnTo>
                <a:lnTo>
                  <a:pt x="1287564" y="59474"/>
                </a:lnTo>
                <a:lnTo>
                  <a:pt x="1287564" y="89839"/>
                </a:lnTo>
                <a:lnTo>
                  <a:pt x="1287564" y="103136"/>
                </a:lnTo>
                <a:lnTo>
                  <a:pt x="1229918" y="103136"/>
                </a:lnTo>
                <a:lnTo>
                  <a:pt x="1229918" y="89839"/>
                </a:lnTo>
                <a:lnTo>
                  <a:pt x="1287564" y="89839"/>
                </a:lnTo>
                <a:lnTo>
                  <a:pt x="1287564" y="59474"/>
                </a:lnTo>
                <a:lnTo>
                  <a:pt x="1210945" y="59474"/>
                </a:lnTo>
                <a:lnTo>
                  <a:pt x="1197025" y="60375"/>
                </a:lnTo>
                <a:lnTo>
                  <a:pt x="1189888" y="63360"/>
                </a:lnTo>
                <a:lnTo>
                  <a:pt x="1187246" y="70840"/>
                </a:lnTo>
                <a:lnTo>
                  <a:pt x="1186954" y="82257"/>
                </a:lnTo>
                <a:lnTo>
                  <a:pt x="1186878" y="158445"/>
                </a:lnTo>
                <a:lnTo>
                  <a:pt x="1189164" y="170891"/>
                </a:lnTo>
                <a:lnTo>
                  <a:pt x="1192441" y="177279"/>
                </a:lnTo>
                <a:lnTo>
                  <a:pt x="1198943" y="179641"/>
                </a:lnTo>
                <a:lnTo>
                  <a:pt x="1210945" y="179971"/>
                </a:lnTo>
                <a:lnTo>
                  <a:pt x="1329880" y="179971"/>
                </a:lnTo>
                <a:lnTo>
                  <a:pt x="1329880" y="154012"/>
                </a:lnTo>
                <a:lnTo>
                  <a:pt x="1229741" y="154012"/>
                </a:lnTo>
                <a:lnTo>
                  <a:pt x="1229741" y="130149"/>
                </a:lnTo>
                <a:lnTo>
                  <a:pt x="1329931" y="129997"/>
                </a:lnTo>
                <a:lnTo>
                  <a:pt x="1329931" y="103136"/>
                </a:lnTo>
                <a:lnTo>
                  <a:pt x="1329931" y="89839"/>
                </a:lnTo>
                <a:lnTo>
                  <a:pt x="1329931" y="82257"/>
                </a:lnTo>
                <a:close/>
              </a:path>
              <a:path w="1412875" h="180975">
                <a:moveTo>
                  <a:pt x="1371396" y="18846"/>
                </a:moveTo>
                <a:lnTo>
                  <a:pt x="1338757" y="18846"/>
                </a:lnTo>
                <a:lnTo>
                  <a:pt x="1338757" y="26936"/>
                </a:lnTo>
                <a:lnTo>
                  <a:pt x="1351013" y="26936"/>
                </a:lnTo>
                <a:lnTo>
                  <a:pt x="1351013" y="51282"/>
                </a:lnTo>
                <a:lnTo>
                  <a:pt x="1358900" y="51282"/>
                </a:lnTo>
                <a:lnTo>
                  <a:pt x="1358900" y="26949"/>
                </a:lnTo>
                <a:lnTo>
                  <a:pt x="1371396" y="26936"/>
                </a:lnTo>
                <a:lnTo>
                  <a:pt x="1371396" y="18846"/>
                </a:lnTo>
                <a:close/>
              </a:path>
              <a:path w="1412875" h="180975">
                <a:moveTo>
                  <a:pt x="1412506" y="22720"/>
                </a:moveTo>
                <a:lnTo>
                  <a:pt x="1412455" y="20523"/>
                </a:lnTo>
                <a:lnTo>
                  <a:pt x="1410665" y="18757"/>
                </a:lnTo>
                <a:lnTo>
                  <a:pt x="1399184" y="18745"/>
                </a:lnTo>
                <a:lnTo>
                  <a:pt x="1397406" y="20510"/>
                </a:lnTo>
                <a:lnTo>
                  <a:pt x="1397355" y="22694"/>
                </a:lnTo>
                <a:lnTo>
                  <a:pt x="1397355" y="18745"/>
                </a:lnTo>
                <a:lnTo>
                  <a:pt x="1384007" y="18745"/>
                </a:lnTo>
                <a:lnTo>
                  <a:pt x="1382242" y="20485"/>
                </a:lnTo>
                <a:lnTo>
                  <a:pt x="1382166" y="22656"/>
                </a:lnTo>
                <a:lnTo>
                  <a:pt x="1382166" y="18732"/>
                </a:lnTo>
                <a:lnTo>
                  <a:pt x="1374089" y="18732"/>
                </a:lnTo>
                <a:lnTo>
                  <a:pt x="1374089" y="51231"/>
                </a:lnTo>
                <a:lnTo>
                  <a:pt x="1382166" y="51231"/>
                </a:lnTo>
                <a:lnTo>
                  <a:pt x="1382166" y="23507"/>
                </a:lnTo>
                <a:lnTo>
                  <a:pt x="1389265" y="23507"/>
                </a:lnTo>
                <a:lnTo>
                  <a:pt x="1389265" y="51231"/>
                </a:lnTo>
                <a:lnTo>
                  <a:pt x="1397355" y="51231"/>
                </a:lnTo>
                <a:lnTo>
                  <a:pt x="1397355" y="23507"/>
                </a:lnTo>
                <a:lnTo>
                  <a:pt x="1404391" y="23507"/>
                </a:lnTo>
                <a:lnTo>
                  <a:pt x="1404391" y="51219"/>
                </a:lnTo>
                <a:lnTo>
                  <a:pt x="1412506" y="51219"/>
                </a:lnTo>
                <a:lnTo>
                  <a:pt x="1412506" y="2272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54183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04767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35941" y="6350"/>
                </a:lnTo>
                <a:lnTo>
                  <a:pt x="35941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65226" y="1119416"/>
            <a:ext cx="171450" cy="157480"/>
            <a:chOff x="665226" y="1119416"/>
            <a:chExt cx="171450" cy="157480"/>
          </a:xfrm>
        </p:grpSpPr>
        <p:sp>
          <p:nvSpPr>
            <p:cNvPr id="11" name="object 11"/>
            <p:cNvSpPr/>
            <p:nvPr/>
          </p:nvSpPr>
          <p:spPr>
            <a:xfrm>
              <a:off x="665226" y="1119505"/>
              <a:ext cx="59055" cy="157480"/>
            </a:xfrm>
            <a:custGeom>
              <a:avLst/>
              <a:gdLst/>
              <a:ahLst/>
              <a:cxnLst/>
              <a:rect l="l" t="t" r="r" b="b"/>
              <a:pathLst>
                <a:path w="59054" h="157480">
                  <a:moveTo>
                    <a:pt x="58788" y="0"/>
                  </a:moveTo>
                  <a:lnTo>
                    <a:pt x="0" y="0"/>
                  </a:lnTo>
                  <a:lnTo>
                    <a:pt x="0" y="157264"/>
                  </a:lnTo>
                  <a:lnTo>
                    <a:pt x="58788" y="157264"/>
                  </a:lnTo>
                  <a:lnTo>
                    <a:pt x="58788" y="0"/>
                  </a:lnTo>
                  <a:close/>
                </a:path>
              </a:pathLst>
            </a:custGeom>
            <a:solidFill>
              <a:srgbClr val="647E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6008" y="1119416"/>
              <a:ext cx="110489" cy="157480"/>
            </a:xfrm>
            <a:custGeom>
              <a:avLst/>
              <a:gdLst/>
              <a:ahLst/>
              <a:cxnLst/>
              <a:rect l="l" t="t" r="r" b="b"/>
              <a:pathLst>
                <a:path w="110490" h="157480">
                  <a:moveTo>
                    <a:pt x="110236" y="0"/>
                  </a:moveTo>
                  <a:lnTo>
                    <a:pt x="0" y="0"/>
                  </a:lnTo>
                  <a:lnTo>
                    <a:pt x="0" y="157264"/>
                  </a:lnTo>
                  <a:lnTo>
                    <a:pt x="110236" y="157264"/>
                  </a:lnTo>
                  <a:lnTo>
                    <a:pt x="110236" y="0"/>
                  </a:lnTo>
                  <a:close/>
                </a:path>
              </a:pathLst>
            </a:custGeom>
            <a:solidFill>
              <a:srgbClr val="3661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27428" y="1010911"/>
            <a:ext cx="3793490" cy="121094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96850">
              <a:lnSpc>
                <a:spcPct val="100000"/>
              </a:lnSpc>
              <a:spcBef>
                <a:spcPts val="750"/>
              </a:spcBef>
            </a:pPr>
            <a:r>
              <a:rPr sz="1200" b="1" spc="-5" dirty="0">
                <a:solidFill>
                  <a:srgbClr val="261D1A"/>
                </a:solidFill>
                <a:latin typeface="Malgun Gothic"/>
                <a:cs typeface="Malgun Gothic"/>
              </a:rPr>
              <a:t>Modbus-RTU,</a:t>
            </a:r>
            <a:r>
              <a:rPr sz="1200" b="1" spc="-155" dirty="0">
                <a:solidFill>
                  <a:srgbClr val="261D1A"/>
                </a:solidFill>
                <a:latin typeface="Malgun Gothic"/>
                <a:cs typeface="Malgun Gothic"/>
              </a:rPr>
              <a:t> </a:t>
            </a:r>
            <a:r>
              <a:rPr sz="1200" b="1" spc="-40" dirty="0">
                <a:solidFill>
                  <a:srgbClr val="261D1A"/>
                </a:solidFill>
                <a:latin typeface="Malgun Gothic"/>
                <a:cs typeface="Malgun Gothic"/>
              </a:rPr>
              <a:t>ASCII</a:t>
            </a:r>
            <a:endParaRPr sz="1200">
              <a:latin typeface="Malgun Gothic"/>
              <a:cs typeface="Malgun Gothic"/>
            </a:endParaRPr>
          </a:p>
          <a:p>
            <a:pPr marL="222250" marR="1668780">
              <a:lnSpc>
                <a:spcPct val="127800"/>
              </a:lnSpc>
              <a:spcBef>
                <a:spcPts val="210"/>
              </a:spcBef>
            </a:pP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Modbus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on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5" dirty="0">
                <a:solidFill>
                  <a:srgbClr val="231F20"/>
                </a:solidFill>
                <a:latin typeface="Malgun Gothic"/>
                <a:cs typeface="Malgun Gothic"/>
              </a:rPr>
              <a:t>RS485(EIA/TIA-485) 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RTU(Remote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Terminal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Unit)</a:t>
            </a:r>
            <a:endParaRPr sz="1000">
              <a:latin typeface="Malgun Gothic"/>
              <a:cs typeface="Malgun Gothic"/>
            </a:endParaRPr>
          </a:p>
          <a:p>
            <a:pPr marL="222250">
              <a:lnSpc>
                <a:spcPct val="100000"/>
              </a:lnSpc>
              <a:spcBef>
                <a:spcPts val="350"/>
              </a:spcBef>
            </a:pPr>
            <a:r>
              <a:rPr sz="1000" spc="20" dirty="0">
                <a:solidFill>
                  <a:srgbClr val="231F20"/>
                </a:solidFill>
                <a:latin typeface="Malgun Gothic"/>
                <a:cs typeface="Malgun Gothic"/>
              </a:rPr>
              <a:t>ASCII(American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Standard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Code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For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Information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Interchange)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050" b="1" dirty="0">
                <a:solidFill>
                  <a:srgbClr val="231F20"/>
                </a:solidFill>
                <a:latin typeface="Malgun Gothic"/>
                <a:cs typeface="Malgun Gothic"/>
              </a:rPr>
              <a:t>Modbus</a:t>
            </a:r>
            <a:r>
              <a:rPr sz="1050" b="1" spc="-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50" b="1" spc="-10" dirty="0">
                <a:solidFill>
                  <a:srgbClr val="231F20"/>
                </a:solidFill>
                <a:latin typeface="Malgun Gothic"/>
                <a:cs typeface="Malgun Gothic"/>
              </a:rPr>
              <a:t>protocol</a:t>
            </a:r>
            <a:r>
              <a:rPr sz="1050" b="1" spc="-5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50" b="1" spc="-10" dirty="0">
                <a:solidFill>
                  <a:srgbClr val="231F20"/>
                </a:solidFill>
                <a:latin typeface="Malgun Gothic"/>
                <a:cs typeface="Malgun Gothic"/>
              </a:rPr>
              <a:t>supported</a:t>
            </a:r>
            <a:r>
              <a:rPr sz="1050" b="1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50" b="1" dirty="0">
                <a:solidFill>
                  <a:srgbClr val="231F20"/>
                </a:solidFill>
                <a:latin typeface="Malgun Gothic"/>
                <a:cs typeface="Malgun Gothic"/>
              </a:rPr>
              <a:t>function</a:t>
            </a:r>
            <a:r>
              <a:rPr sz="105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50" b="1" dirty="0">
                <a:solidFill>
                  <a:srgbClr val="231F20"/>
                </a:solidFill>
                <a:latin typeface="Malgun Gothic"/>
                <a:cs typeface="Malgun Gothic"/>
              </a:rPr>
              <a:t>code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459" y="6040363"/>
            <a:ext cx="5625465" cy="199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803910">
              <a:lnSpc>
                <a:spcPct val="127699"/>
              </a:lnSpc>
              <a:spcBef>
                <a:spcPts val="100"/>
              </a:spcBef>
            </a:pP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Modbus-RTU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경우는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프레임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시작과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끝을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아무런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데이터가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없는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기간의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시간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간격으로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40" dirty="0">
                <a:solidFill>
                  <a:srgbClr val="231F20"/>
                </a:solidFill>
                <a:latin typeface="Malgun Gothic"/>
                <a:cs typeface="Malgun Gothic"/>
              </a:rPr>
              <a:t>구분합니다. </a:t>
            </a:r>
            <a:r>
              <a:rPr sz="900" spc="-3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즉,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프레임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시작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신호는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무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데이터의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40" dirty="0">
                <a:solidFill>
                  <a:srgbClr val="231F20"/>
                </a:solidFill>
                <a:latin typeface="Malgun Gothic"/>
                <a:cs typeface="Malgun Gothic"/>
              </a:rPr>
              <a:t>t3.5(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30" dirty="0">
                <a:solidFill>
                  <a:srgbClr val="231F20"/>
                </a:solidFill>
                <a:latin typeface="Malgun Gothic"/>
                <a:cs typeface="Malgun Gothic"/>
              </a:rPr>
              <a:t>≥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5" dirty="0">
                <a:solidFill>
                  <a:srgbClr val="231F20"/>
                </a:solidFill>
                <a:latin typeface="Malgun Gothic"/>
                <a:cs typeface="Malgun Gothic"/>
              </a:rPr>
              <a:t>3.5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Character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Malgun Gothic"/>
                <a:cs typeface="Malgun Gothic"/>
              </a:rPr>
              <a:t>Time)이상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20" dirty="0">
                <a:solidFill>
                  <a:srgbClr val="231F20"/>
                </a:solidFill>
                <a:latin typeface="Malgun Gothic"/>
                <a:cs typeface="Malgun Gothic"/>
              </a:rPr>
              <a:t>일때,</a:t>
            </a:r>
            <a:endParaRPr sz="900">
              <a:latin typeface="Malgun Gothic"/>
              <a:cs typeface="Malgun Gothic"/>
            </a:endParaRPr>
          </a:p>
          <a:p>
            <a:pPr marL="95885" marR="36830" indent="180340">
              <a:lnSpc>
                <a:spcPct val="128299"/>
              </a:lnSpc>
              <a:spcBef>
                <a:spcPts val="15"/>
              </a:spcBef>
            </a:pP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프레임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종료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신호도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무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상태가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40" dirty="0">
                <a:solidFill>
                  <a:srgbClr val="231F20"/>
                </a:solidFill>
                <a:latin typeface="Malgun Gothic"/>
                <a:cs typeface="Malgun Gothic"/>
              </a:rPr>
              <a:t>t3.5(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30" dirty="0">
                <a:solidFill>
                  <a:srgbClr val="231F20"/>
                </a:solidFill>
                <a:latin typeface="Malgun Gothic"/>
                <a:cs typeface="Malgun Gothic"/>
              </a:rPr>
              <a:t>≥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5" dirty="0">
                <a:solidFill>
                  <a:srgbClr val="231F20"/>
                </a:solidFill>
                <a:latin typeface="Malgun Gothic"/>
                <a:cs typeface="Malgun Gothic"/>
              </a:rPr>
              <a:t>3.5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231F20"/>
                </a:solidFill>
                <a:latin typeface="Malgun Gothic"/>
                <a:cs typeface="Malgun Gothic"/>
              </a:rPr>
              <a:t>Character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Malgun Gothic"/>
                <a:cs typeface="Malgun Gothic"/>
              </a:rPr>
              <a:t>Time)이상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유지될때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종료신호로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판단하게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30" dirty="0">
                <a:solidFill>
                  <a:srgbClr val="231F20"/>
                </a:solidFill>
                <a:latin typeface="Malgun Gothic"/>
                <a:cs typeface="Malgun Gothic"/>
              </a:rPr>
              <a:t>됩니다. </a:t>
            </a:r>
            <a:r>
              <a:rPr sz="900" spc="-3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단,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통신속도가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19,200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" dirty="0">
                <a:solidFill>
                  <a:srgbClr val="231F20"/>
                </a:solidFill>
                <a:latin typeface="Malgun Gothic"/>
                <a:cs typeface="Malgun Gothic"/>
              </a:rPr>
              <a:t>bps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이상일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경우는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40" dirty="0">
                <a:solidFill>
                  <a:srgbClr val="231F20"/>
                </a:solidFill>
                <a:latin typeface="Malgun Gothic"/>
                <a:cs typeface="Malgun Gothic"/>
              </a:rPr>
              <a:t>t3.5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시간값을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35" dirty="0">
                <a:solidFill>
                  <a:srgbClr val="231F20"/>
                </a:solidFill>
                <a:latin typeface="Malgun Gothic"/>
                <a:cs typeface="Malgun Gothic"/>
              </a:rPr>
              <a:t>1.750ms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로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고정시켜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35" dirty="0">
                <a:solidFill>
                  <a:srgbClr val="231F20"/>
                </a:solidFill>
                <a:latin typeface="Malgun Gothic"/>
                <a:cs typeface="Malgun Gothic"/>
              </a:rPr>
              <a:t>판단(사용)하게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30" dirty="0">
                <a:solidFill>
                  <a:srgbClr val="231F20"/>
                </a:solidFill>
                <a:latin typeface="Malgun Gothic"/>
                <a:cs typeface="Malgun Gothic"/>
              </a:rPr>
              <a:t>됩니다.</a:t>
            </a:r>
            <a:endParaRPr sz="9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100" b="1" spc="35" dirty="0">
                <a:solidFill>
                  <a:srgbClr val="231F20"/>
                </a:solidFill>
                <a:latin typeface="Malgun Gothic"/>
                <a:cs typeface="Malgun Gothic"/>
              </a:rPr>
              <a:t>1.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15" dirty="0">
                <a:solidFill>
                  <a:srgbClr val="231F20"/>
                </a:solidFill>
                <a:latin typeface="Malgun Gothic"/>
                <a:cs typeface="Malgun Gothic"/>
              </a:rPr>
              <a:t>Read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31F20"/>
                </a:solidFill>
                <a:latin typeface="Malgun Gothic"/>
                <a:cs typeface="Malgun Gothic"/>
              </a:rPr>
              <a:t>Holding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31F20"/>
                </a:solidFill>
                <a:latin typeface="Malgun Gothic"/>
                <a:cs typeface="Malgun Gothic"/>
              </a:rPr>
              <a:t>Registers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1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15" dirty="0">
                <a:solidFill>
                  <a:srgbClr val="231F20"/>
                </a:solidFill>
                <a:latin typeface="Malgun Gothic"/>
                <a:cs typeface="Malgun Gothic"/>
              </a:rPr>
              <a:t>Function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231F20"/>
                </a:solidFill>
                <a:latin typeface="Malgun Gothic"/>
                <a:cs typeface="Malgun Gothic"/>
              </a:rPr>
              <a:t>03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10" dirty="0">
                <a:solidFill>
                  <a:srgbClr val="231F20"/>
                </a:solidFill>
                <a:latin typeface="Malgun Gothic"/>
                <a:cs typeface="Malgun Gothic"/>
              </a:rPr>
              <a:t>(03h)</a:t>
            </a:r>
            <a:endParaRPr sz="1100">
              <a:latin typeface="Malgun Gothic"/>
              <a:cs typeface="Malgun Gothic"/>
            </a:endParaRPr>
          </a:p>
          <a:p>
            <a:pPr marL="170815">
              <a:lnSpc>
                <a:spcPct val="100000"/>
              </a:lnSpc>
              <a:spcBef>
                <a:spcPts val="58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슬레이브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디바이스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내,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Holding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Registers(4X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5" dirty="0">
                <a:solidFill>
                  <a:srgbClr val="231F20"/>
                </a:solidFill>
                <a:latin typeface="Malgun Gothic"/>
                <a:cs typeface="Malgun Gothic"/>
              </a:rPr>
              <a:t>레퍼런스)의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읽습니다.</a:t>
            </a:r>
            <a:endParaRPr sz="1000">
              <a:latin typeface="Malgun Gothic"/>
              <a:cs typeface="Malgun Gothic"/>
            </a:endParaRPr>
          </a:p>
          <a:p>
            <a:pPr marL="170815" marR="5080">
              <a:lnSpc>
                <a:spcPct val="116700"/>
              </a:lnSpc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번에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연속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읽기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최대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32개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Malgun Gothic"/>
                <a:cs typeface="Malgun Gothic"/>
              </a:rPr>
              <a:t>입니다.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반드시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PLC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or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Touch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panel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사용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연속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읽기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5" dirty="0">
                <a:solidFill>
                  <a:srgbClr val="231F20"/>
                </a:solidFill>
                <a:latin typeface="Malgun Gothic"/>
                <a:cs typeface="Malgun Gothic"/>
              </a:rPr>
              <a:t>허용 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제한해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주시기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바랍니다.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700">
              <a:latin typeface="Malgun Gothic"/>
              <a:cs typeface="Malgun Gothic"/>
            </a:endParaRPr>
          </a:p>
          <a:p>
            <a:pPr marL="26034">
              <a:lnSpc>
                <a:spcPct val="100000"/>
              </a:lnSpc>
            </a:pPr>
            <a:r>
              <a:rPr sz="800" b="1" spc="-20" dirty="0">
                <a:solidFill>
                  <a:srgbClr val="231F20"/>
                </a:solidFill>
                <a:latin typeface="Malgun Gothic"/>
                <a:cs typeface="Malgun Gothic"/>
              </a:rPr>
              <a:t>Query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10" dirty="0">
                <a:solidFill>
                  <a:srgbClr val="231F20"/>
                </a:solidFill>
                <a:latin typeface="Malgun Gothic"/>
                <a:cs typeface="Malgun Gothic"/>
              </a:rPr>
              <a:t>(Master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231F20"/>
                </a:solidFill>
                <a:latin typeface="Malgun Gothic"/>
                <a:cs typeface="Malgun Gothic"/>
              </a:rPr>
              <a:t>측)</a:t>
            </a:r>
            <a:endParaRPr sz="800">
              <a:latin typeface="Malgun Gothic"/>
              <a:cs typeface="Malgun Gothic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35763" y="8065398"/>
          <a:ext cx="6144260" cy="795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9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8018">
                <a:tc rowSpan="2">
                  <a:txBody>
                    <a:bodyPr/>
                    <a:lstStyle/>
                    <a:p>
                      <a:pPr marL="357505" marR="200025" indent="-177165">
                        <a:lnSpc>
                          <a:spcPct val="128000"/>
                        </a:lnSpc>
                        <a:spcBef>
                          <a:spcPts val="459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Slave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(국번)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57505" marR="294005" indent="-59690">
                        <a:lnSpc>
                          <a:spcPct val="128000"/>
                        </a:lnSpc>
                        <a:spcBef>
                          <a:spcPts val="204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Function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(명령)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6034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67995" marR="350520" indent="-120650">
                        <a:lnSpc>
                          <a:spcPts val="980"/>
                        </a:lnSpc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Starting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  (시작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번지)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22275" marR="427355" indent="-3810">
                        <a:lnSpc>
                          <a:spcPts val="980"/>
                        </a:lnSpc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No.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Points  (데이터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개수)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17525" marR="452120" indent="-67945">
                        <a:lnSpc>
                          <a:spcPts val="980"/>
                        </a:lnSpc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  </a:t>
                      </a:r>
                      <a:r>
                        <a:rPr sz="7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(CRC16)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034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8288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8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6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158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00025" algn="ctr">
                        <a:lnSpc>
                          <a:spcPts val="640"/>
                        </a:lnSpc>
                      </a:pPr>
                      <a:r>
                        <a:rPr sz="700" b="1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CRC16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T w="12700">
                      <a:solidFill>
                        <a:srgbClr val="231F2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743507" y="8732626"/>
            <a:ext cx="4704715" cy="43815"/>
            <a:chOff x="743507" y="8732626"/>
            <a:chExt cx="4704715" cy="43815"/>
          </a:xfrm>
        </p:grpSpPr>
        <p:sp>
          <p:nvSpPr>
            <p:cNvPr id="17" name="object 17"/>
            <p:cNvSpPr/>
            <p:nvPr/>
          </p:nvSpPr>
          <p:spPr>
            <a:xfrm>
              <a:off x="789353" y="8754508"/>
              <a:ext cx="4613275" cy="0"/>
            </a:xfrm>
            <a:custGeom>
              <a:avLst/>
              <a:gdLst/>
              <a:ahLst/>
              <a:cxnLst/>
              <a:rect l="l" t="t" r="r" b="b"/>
              <a:pathLst>
                <a:path w="4613275">
                  <a:moveTo>
                    <a:pt x="0" y="0"/>
                  </a:moveTo>
                  <a:lnTo>
                    <a:pt x="4613021" y="0"/>
                  </a:lnTo>
                </a:path>
              </a:pathLst>
            </a:custGeom>
            <a:ln w="900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3496" y="8732634"/>
              <a:ext cx="4704715" cy="43815"/>
            </a:xfrm>
            <a:custGeom>
              <a:avLst/>
              <a:gdLst/>
              <a:ahLst/>
              <a:cxnLst/>
              <a:rect l="l" t="t" r="r" b="b"/>
              <a:pathLst>
                <a:path w="4704715" h="43815">
                  <a:moveTo>
                    <a:pt x="60198" y="0"/>
                  </a:moveTo>
                  <a:lnTo>
                    <a:pt x="0" y="21882"/>
                  </a:lnTo>
                  <a:lnTo>
                    <a:pt x="60198" y="43789"/>
                  </a:lnTo>
                  <a:lnTo>
                    <a:pt x="52133" y="30784"/>
                  </a:lnTo>
                  <a:lnTo>
                    <a:pt x="49441" y="21882"/>
                  </a:lnTo>
                  <a:lnTo>
                    <a:pt x="52133" y="12992"/>
                  </a:lnTo>
                  <a:lnTo>
                    <a:pt x="60198" y="0"/>
                  </a:lnTo>
                  <a:close/>
                </a:path>
                <a:path w="4704715" h="43815">
                  <a:moveTo>
                    <a:pt x="4704715" y="21882"/>
                  </a:moveTo>
                  <a:lnTo>
                    <a:pt x="4644529" y="0"/>
                  </a:lnTo>
                  <a:lnTo>
                    <a:pt x="4652607" y="12992"/>
                  </a:lnTo>
                  <a:lnTo>
                    <a:pt x="4655299" y="21882"/>
                  </a:lnTo>
                  <a:lnTo>
                    <a:pt x="4652607" y="30784"/>
                  </a:lnTo>
                  <a:lnTo>
                    <a:pt x="4644529" y="43789"/>
                  </a:lnTo>
                  <a:lnTo>
                    <a:pt x="4704715" y="2188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42044" y="8955699"/>
            <a:ext cx="9366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0" dirty="0">
                <a:solidFill>
                  <a:srgbClr val="231F20"/>
                </a:solidFill>
                <a:latin typeface="Malgun Gothic"/>
                <a:cs typeface="Malgun Gothic"/>
              </a:rPr>
              <a:t>Response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15" dirty="0">
                <a:solidFill>
                  <a:srgbClr val="231F20"/>
                </a:solidFill>
                <a:latin typeface="Malgun Gothic"/>
                <a:cs typeface="Malgun Gothic"/>
              </a:rPr>
              <a:t>(Slave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231F20"/>
                </a:solidFill>
                <a:latin typeface="Malgun Gothic"/>
                <a:cs typeface="Malgun Gothic"/>
              </a:rPr>
              <a:t>측)</a:t>
            </a:r>
            <a:endParaRPr sz="800">
              <a:latin typeface="Malgun Gothic"/>
              <a:cs typeface="Malgun Gothic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28625" y="9132519"/>
          <a:ext cx="6165215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4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45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45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45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45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58043">
                <a:tc rowSpan="2">
                  <a:txBody>
                    <a:bodyPr/>
                    <a:lstStyle/>
                    <a:p>
                      <a:pPr marL="294005" marR="136525" indent="-177165">
                        <a:lnSpc>
                          <a:spcPct val="128000"/>
                        </a:lnSpc>
                        <a:spcBef>
                          <a:spcPts val="459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Slave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(국번)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8595" marR="125095" indent="-59690">
                        <a:lnSpc>
                          <a:spcPct val="128000"/>
                        </a:lnSpc>
                        <a:spcBef>
                          <a:spcPts val="425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Function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(명령)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3500" marR="97155" indent="104139">
                        <a:lnSpc>
                          <a:spcPct val="128000"/>
                        </a:lnSpc>
                        <a:spcBef>
                          <a:spcPts val="6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Byte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Count  (데이터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Byte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수)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762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13690" marR="324485" indent="71755">
                        <a:lnSpc>
                          <a:spcPts val="980"/>
                        </a:lnSpc>
                      </a:pPr>
                      <a:r>
                        <a:rPr sz="70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 </a:t>
                      </a:r>
                      <a:r>
                        <a:rPr sz="700" spc="2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(데이터)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70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8890" algn="ctr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297180" algn="l"/>
                          <a:tab pos="935990" algn="l"/>
                        </a:tabLst>
                      </a:pPr>
                      <a:r>
                        <a:rPr sz="700" u="dash" dirty="0">
                          <a:solidFill>
                            <a:srgbClr val="231F20"/>
                          </a:solidFill>
                          <a:uFill>
                            <a:solidFill>
                              <a:srgbClr val="231F2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700" u="dash" dirty="0">
                          <a:solidFill>
                            <a:srgbClr val="231F20"/>
                          </a:solidFill>
                          <a:uFill>
                            <a:solidFill>
                              <a:srgbClr val="231F20"/>
                            </a:solidFill>
                          </a:uFill>
                          <a:latin typeface="Malgun Gothic"/>
                          <a:cs typeface="Malgun Gothic"/>
                        </a:rPr>
                        <a:t>(데이터)	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1079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700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294005" algn="l"/>
                          <a:tab pos="930275" algn="l"/>
                        </a:tabLst>
                      </a:pPr>
                      <a:r>
                        <a:rPr sz="700" u="dash" dirty="0">
                          <a:solidFill>
                            <a:srgbClr val="231F20"/>
                          </a:solidFill>
                          <a:uFill>
                            <a:solidFill>
                              <a:srgbClr val="231F20"/>
                            </a:solidFill>
                          </a:uFill>
                          <a:latin typeface="Times New Roman"/>
                          <a:cs typeface="Times New Roman"/>
                        </a:rPr>
                        <a:t> 	</a:t>
                      </a:r>
                      <a:r>
                        <a:rPr sz="700" u="dash" dirty="0">
                          <a:solidFill>
                            <a:srgbClr val="231F20"/>
                          </a:solidFill>
                          <a:uFill>
                            <a:solidFill>
                              <a:srgbClr val="231F20"/>
                            </a:solidFill>
                          </a:uFill>
                          <a:latin typeface="Malgun Gothic"/>
                          <a:cs typeface="Malgun Gothic"/>
                        </a:rPr>
                        <a:t>(데이터)	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1079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2260" marR="236854" indent="-67945">
                        <a:lnSpc>
                          <a:spcPts val="980"/>
                        </a:lnSpc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  </a:t>
                      </a:r>
                      <a:r>
                        <a:rPr sz="7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(CRC16)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39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8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874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1" name="object 21"/>
          <p:cNvGrpSpPr/>
          <p:nvPr/>
        </p:nvGrpSpPr>
        <p:grpSpPr>
          <a:xfrm>
            <a:off x="725846" y="9745902"/>
            <a:ext cx="5191760" cy="186055"/>
            <a:chOff x="725846" y="9745902"/>
            <a:chExt cx="5191760" cy="186055"/>
          </a:xfrm>
        </p:grpSpPr>
        <p:sp>
          <p:nvSpPr>
            <p:cNvPr id="22" name="object 22"/>
            <p:cNvSpPr/>
            <p:nvPr/>
          </p:nvSpPr>
          <p:spPr>
            <a:xfrm>
              <a:off x="781273" y="9836936"/>
              <a:ext cx="5082540" cy="0"/>
            </a:xfrm>
            <a:custGeom>
              <a:avLst/>
              <a:gdLst/>
              <a:ahLst/>
              <a:cxnLst/>
              <a:rect l="l" t="t" r="r" b="b"/>
              <a:pathLst>
                <a:path w="5082540">
                  <a:moveTo>
                    <a:pt x="0" y="0"/>
                  </a:moveTo>
                  <a:lnTo>
                    <a:pt x="5082527" y="0"/>
                  </a:lnTo>
                </a:path>
              </a:pathLst>
            </a:custGeom>
            <a:ln w="900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5418" y="9815030"/>
              <a:ext cx="5174615" cy="43815"/>
            </a:xfrm>
            <a:custGeom>
              <a:avLst/>
              <a:gdLst/>
              <a:ahLst/>
              <a:cxnLst/>
              <a:rect l="l" t="t" r="r" b="b"/>
              <a:pathLst>
                <a:path w="5174615" h="43815">
                  <a:moveTo>
                    <a:pt x="60198" y="0"/>
                  </a:moveTo>
                  <a:lnTo>
                    <a:pt x="0" y="21907"/>
                  </a:lnTo>
                  <a:lnTo>
                    <a:pt x="60198" y="43815"/>
                  </a:lnTo>
                  <a:lnTo>
                    <a:pt x="52133" y="30810"/>
                  </a:lnTo>
                  <a:lnTo>
                    <a:pt x="49441" y="21907"/>
                  </a:lnTo>
                  <a:lnTo>
                    <a:pt x="52133" y="13017"/>
                  </a:lnTo>
                  <a:lnTo>
                    <a:pt x="60198" y="0"/>
                  </a:lnTo>
                  <a:close/>
                </a:path>
                <a:path w="5174615" h="43815">
                  <a:moveTo>
                    <a:pt x="5174208" y="21907"/>
                  </a:moveTo>
                  <a:lnTo>
                    <a:pt x="5114023" y="0"/>
                  </a:lnTo>
                  <a:lnTo>
                    <a:pt x="5122100" y="13017"/>
                  </a:lnTo>
                  <a:lnTo>
                    <a:pt x="5124793" y="21907"/>
                  </a:lnTo>
                  <a:lnTo>
                    <a:pt x="5122100" y="30810"/>
                  </a:lnTo>
                  <a:lnTo>
                    <a:pt x="5114023" y="43815"/>
                  </a:lnTo>
                  <a:lnTo>
                    <a:pt x="5174208" y="2190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0349" y="9749697"/>
              <a:ext cx="0" cy="182245"/>
            </a:xfrm>
            <a:custGeom>
              <a:avLst/>
              <a:gdLst/>
              <a:ahLst/>
              <a:cxnLst/>
              <a:rect l="l" t="t" r="r" b="b"/>
              <a:pathLst>
                <a:path h="182245">
                  <a:moveTo>
                    <a:pt x="0" y="0"/>
                  </a:moveTo>
                  <a:lnTo>
                    <a:pt x="0" y="182041"/>
                  </a:lnTo>
                </a:path>
              </a:pathLst>
            </a:custGeom>
            <a:ln w="900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12860" y="9745902"/>
              <a:ext cx="0" cy="182245"/>
            </a:xfrm>
            <a:custGeom>
              <a:avLst/>
              <a:gdLst/>
              <a:ahLst/>
              <a:cxnLst/>
              <a:rect l="l" t="t" r="r" b="b"/>
              <a:pathLst>
                <a:path h="182245">
                  <a:moveTo>
                    <a:pt x="0" y="0"/>
                  </a:moveTo>
                  <a:lnTo>
                    <a:pt x="0" y="182041"/>
                  </a:lnTo>
                </a:path>
              </a:pathLst>
            </a:custGeom>
            <a:ln w="900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293393" y="9825654"/>
            <a:ext cx="31496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b="1" spc="20" dirty="0">
                <a:solidFill>
                  <a:srgbClr val="231F20"/>
                </a:solidFill>
                <a:latin typeface="Malgun Gothic"/>
                <a:cs typeface="Malgun Gothic"/>
              </a:rPr>
              <a:t>CRC16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3369" y="5451945"/>
            <a:ext cx="731520" cy="182880"/>
          </a:xfrm>
          <a:prstGeom prst="rect">
            <a:avLst/>
          </a:prstGeom>
          <a:solidFill>
            <a:srgbClr val="C1E1BF"/>
          </a:solidFill>
          <a:ln w="9143">
            <a:solidFill>
              <a:srgbClr val="0501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30"/>
              </a:spcBef>
            </a:pPr>
            <a:r>
              <a:rPr sz="1000" spc="-5" dirty="0">
                <a:solidFill>
                  <a:srgbClr val="050100"/>
                </a:solidFill>
                <a:latin typeface="Arial MT"/>
                <a:cs typeface="Arial MT"/>
              </a:rPr>
              <a:t>Start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1612049" y="5447372"/>
          <a:ext cx="3122930" cy="558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79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Address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12700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BDBFE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Function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50100"/>
                      </a:solidFill>
                      <a:prstDash val="solid"/>
                    </a:lnL>
                    <a:lnR w="12700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BDBFE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10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ECE9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10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CRC</a:t>
                      </a:r>
                      <a:r>
                        <a:rPr sz="1000" spc="-40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Check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  <a:solidFill>
                      <a:srgbClr val="41BB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72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r>
                        <a:rPr sz="1000" spc="-4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bits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r>
                        <a:rPr sz="1000" spc="-4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bits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sz="1000" spc="-2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sz="1000" spc="-1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r>
                        <a:rPr sz="1000" spc="-2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bits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r>
                        <a:rPr sz="1000" spc="-50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" dirty="0">
                          <a:solidFill>
                            <a:srgbClr val="050100"/>
                          </a:solidFill>
                          <a:latin typeface="Arial MT"/>
                          <a:cs typeface="Arial MT"/>
                        </a:rPr>
                        <a:t>bits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9525">
                      <a:solidFill>
                        <a:srgbClr val="050100"/>
                      </a:solidFill>
                      <a:prstDash val="solid"/>
                    </a:lnL>
                    <a:lnR w="9525">
                      <a:solidFill>
                        <a:srgbClr val="050100"/>
                      </a:solidFill>
                      <a:prstDash val="solid"/>
                    </a:lnR>
                    <a:lnT w="9525">
                      <a:solidFill>
                        <a:srgbClr val="050100"/>
                      </a:solidFill>
                      <a:prstDash val="solid"/>
                    </a:lnT>
                    <a:lnB w="9525">
                      <a:solidFill>
                        <a:srgbClr val="0501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743369" y="5634825"/>
            <a:ext cx="731520" cy="366395"/>
          </a:xfrm>
          <a:prstGeom prst="rect">
            <a:avLst/>
          </a:prstGeom>
          <a:ln w="9143">
            <a:solidFill>
              <a:srgbClr val="0501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sz="1000" spc="-35" dirty="0">
                <a:solidFill>
                  <a:srgbClr val="050100"/>
                </a:solidFill>
                <a:latin typeface="Malgun Gothic"/>
                <a:cs typeface="Malgun Gothic"/>
              </a:rPr>
              <a:t>≥</a:t>
            </a:r>
            <a:r>
              <a:rPr sz="1000" spc="-195" dirty="0">
                <a:solidFill>
                  <a:srgbClr val="050100"/>
                </a:solidFill>
                <a:latin typeface="Malgun Gothic"/>
                <a:cs typeface="Malgun Gothic"/>
              </a:rPr>
              <a:t> </a:t>
            </a:r>
            <a:r>
              <a:rPr sz="1000" spc="-10" dirty="0">
                <a:solidFill>
                  <a:srgbClr val="050100"/>
                </a:solidFill>
                <a:latin typeface="Arial MT"/>
                <a:cs typeface="Arial MT"/>
              </a:rPr>
              <a:t>3.</a:t>
            </a:r>
            <a:r>
              <a:rPr sz="1000" spc="-5" dirty="0">
                <a:solidFill>
                  <a:srgbClr val="050100"/>
                </a:solidFill>
                <a:latin typeface="Arial MT"/>
                <a:cs typeface="Arial MT"/>
              </a:rPr>
              <a:t>5 </a:t>
            </a:r>
            <a:r>
              <a:rPr sz="1000" dirty="0">
                <a:solidFill>
                  <a:srgbClr val="050100"/>
                </a:solidFill>
                <a:latin typeface="Arial MT"/>
                <a:cs typeface="Arial MT"/>
              </a:rPr>
              <a:t>c</a:t>
            </a:r>
            <a:r>
              <a:rPr sz="1000" spc="-10" dirty="0">
                <a:solidFill>
                  <a:srgbClr val="050100"/>
                </a:solidFill>
                <a:latin typeface="Arial MT"/>
                <a:cs typeface="Arial MT"/>
              </a:rPr>
              <a:t>ha</a:t>
            </a:r>
            <a:r>
              <a:rPr sz="1000" spc="-5" dirty="0">
                <a:solidFill>
                  <a:srgbClr val="050100"/>
                </a:solidFill>
                <a:latin typeface="Arial MT"/>
                <a:cs typeface="Arial MT"/>
              </a:rPr>
              <a:t>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77980" y="5451945"/>
            <a:ext cx="731520" cy="182880"/>
          </a:xfrm>
          <a:prstGeom prst="rect">
            <a:avLst/>
          </a:prstGeom>
          <a:solidFill>
            <a:srgbClr val="C1E1BF"/>
          </a:solidFill>
          <a:ln w="9144">
            <a:solidFill>
              <a:srgbClr val="0501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0"/>
              </a:spcBef>
            </a:pPr>
            <a:r>
              <a:rPr sz="1000" spc="-10" dirty="0">
                <a:solidFill>
                  <a:srgbClr val="050100"/>
                </a:solidFill>
                <a:latin typeface="Arial MT"/>
                <a:cs typeface="Arial MT"/>
              </a:rPr>
              <a:t>End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77980" y="5634825"/>
            <a:ext cx="731520" cy="366395"/>
          </a:xfrm>
          <a:prstGeom prst="rect">
            <a:avLst/>
          </a:prstGeom>
          <a:ln w="9144">
            <a:solidFill>
              <a:srgbClr val="0501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sz="1000" spc="-35" dirty="0">
                <a:solidFill>
                  <a:srgbClr val="050100"/>
                </a:solidFill>
                <a:latin typeface="Malgun Gothic"/>
                <a:cs typeface="Malgun Gothic"/>
              </a:rPr>
              <a:t>≥</a:t>
            </a:r>
            <a:r>
              <a:rPr sz="1000" spc="-195" dirty="0">
                <a:solidFill>
                  <a:srgbClr val="050100"/>
                </a:solidFill>
                <a:latin typeface="Malgun Gothic"/>
                <a:cs typeface="Malgun Gothic"/>
              </a:rPr>
              <a:t> </a:t>
            </a:r>
            <a:r>
              <a:rPr sz="1000" spc="-10" dirty="0">
                <a:solidFill>
                  <a:srgbClr val="050100"/>
                </a:solidFill>
                <a:latin typeface="Arial MT"/>
                <a:cs typeface="Arial MT"/>
              </a:rPr>
              <a:t>3.</a:t>
            </a:r>
            <a:r>
              <a:rPr sz="1000" spc="-5" dirty="0">
                <a:solidFill>
                  <a:srgbClr val="050100"/>
                </a:solidFill>
                <a:latin typeface="Arial MT"/>
                <a:cs typeface="Arial MT"/>
              </a:rPr>
              <a:t>5 </a:t>
            </a:r>
            <a:r>
              <a:rPr sz="1000" dirty="0">
                <a:solidFill>
                  <a:srgbClr val="050100"/>
                </a:solidFill>
                <a:latin typeface="Arial MT"/>
                <a:cs typeface="Arial MT"/>
              </a:rPr>
              <a:t>c</a:t>
            </a:r>
            <a:r>
              <a:rPr sz="1000" spc="-10" dirty="0">
                <a:solidFill>
                  <a:srgbClr val="050100"/>
                </a:solidFill>
                <a:latin typeface="Arial MT"/>
                <a:cs typeface="Arial MT"/>
              </a:rPr>
              <a:t>ha</a:t>
            </a:r>
            <a:r>
              <a:rPr sz="1000" spc="-5" dirty="0">
                <a:solidFill>
                  <a:srgbClr val="050100"/>
                </a:solidFill>
                <a:latin typeface="Arial MT"/>
                <a:cs typeface="Arial MT"/>
              </a:rPr>
              <a:t>r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16627" y="5357457"/>
            <a:ext cx="3106420" cy="67310"/>
            <a:chOff x="1616627" y="5357457"/>
            <a:chExt cx="3106420" cy="67310"/>
          </a:xfrm>
        </p:grpSpPr>
        <p:sp>
          <p:nvSpPr>
            <p:cNvPr id="33" name="object 33"/>
            <p:cNvSpPr/>
            <p:nvPr/>
          </p:nvSpPr>
          <p:spPr>
            <a:xfrm>
              <a:off x="1677584" y="5390993"/>
              <a:ext cx="2984500" cy="0"/>
            </a:xfrm>
            <a:custGeom>
              <a:avLst/>
              <a:gdLst/>
              <a:ahLst/>
              <a:cxnLst/>
              <a:rect l="l" t="t" r="r" b="b"/>
              <a:pathLst>
                <a:path w="2984500">
                  <a:moveTo>
                    <a:pt x="0" y="0"/>
                  </a:moveTo>
                  <a:lnTo>
                    <a:pt x="2984004" y="0"/>
                  </a:lnTo>
                </a:path>
              </a:pathLst>
            </a:custGeom>
            <a:ln w="9144">
              <a:solidFill>
                <a:srgbClr val="0501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616621" y="5357456"/>
              <a:ext cx="3106420" cy="67310"/>
            </a:xfrm>
            <a:custGeom>
              <a:avLst/>
              <a:gdLst/>
              <a:ahLst/>
              <a:cxnLst/>
              <a:rect l="l" t="t" r="r" b="b"/>
              <a:pathLst>
                <a:path w="3106420" h="67310">
                  <a:moveTo>
                    <a:pt x="64008" y="0"/>
                  </a:moveTo>
                  <a:lnTo>
                    <a:pt x="0" y="33540"/>
                  </a:lnTo>
                  <a:lnTo>
                    <a:pt x="64008" y="65532"/>
                  </a:lnTo>
                  <a:lnTo>
                    <a:pt x="64008" y="0"/>
                  </a:lnTo>
                  <a:close/>
                </a:path>
                <a:path w="3106420" h="67310">
                  <a:moveTo>
                    <a:pt x="3105912" y="33540"/>
                  </a:moveTo>
                  <a:lnTo>
                    <a:pt x="3041916" y="1524"/>
                  </a:lnTo>
                  <a:lnTo>
                    <a:pt x="3041916" y="67056"/>
                  </a:lnTo>
                  <a:lnTo>
                    <a:pt x="3105912" y="33540"/>
                  </a:lnTo>
                  <a:close/>
                </a:path>
              </a:pathLst>
            </a:custGeom>
            <a:solidFill>
              <a:srgbClr val="050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10102" y="3208467"/>
            <a:ext cx="6077585" cy="2179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marR="207010">
              <a:lnSpc>
                <a:spcPct val="127699"/>
              </a:lnSpc>
              <a:spcBef>
                <a:spcPts val="100"/>
              </a:spcBef>
            </a:pP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Modbus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프로토콜의 지원 기능 코드는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16-bit 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Holding </a:t>
            </a:r>
            <a:r>
              <a:rPr sz="900" spc="-5" dirty="0">
                <a:solidFill>
                  <a:srgbClr val="231F20"/>
                </a:solidFill>
                <a:latin typeface="Malgun Gothic"/>
                <a:cs typeface="Malgun Gothic"/>
              </a:rPr>
              <a:t>Registers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영역인 </a:t>
            </a:r>
            <a:r>
              <a:rPr sz="900" spc="40" dirty="0">
                <a:solidFill>
                  <a:srgbClr val="231F20"/>
                </a:solidFill>
                <a:latin typeface="Malgun Gothic"/>
                <a:cs typeface="Malgun Gothic"/>
              </a:rPr>
              <a:t>4x00001(4x0001h) </a:t>
            </a:r>
            <a:r>
              <a:rPr sz="900" spc="-45" dirty="0">
                <a:solidFill>
                  <a:srgbClr val="231F20"/>
                </a:solidFill>
                <a:latin typeface="Malgun Gothic"/>
                <a:cs typeface="Malgun Gothic"/>
              </a:rPr>
              <a:t>~ </a:t>
            </a:r>
            <a:r>
              <a:rPr sz="900" spc="30" dirty="0">
                <a:solidFill>
                  <a:srgbClr val="231F20"/>
                </a:solidFill>
                <a:latin typeface="Malgun Gothic"/>
                <a:cs typeface="Malgun Gothic"/>
              </a:rPr>
              <a:t>4x65535(4xFFFFh) </a:t>
            </a:r>
            <a:r>
              <a:rPr sz="900" spc="3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번지를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40" dirty="0">
                <a:solidFill>
                  <a:srgbClr val="231F20"/>
                </a:solidFill>
                <a:latin typeface="Malgun Gothic"/>
                <a:cs typeface="Malgun Gothic"/>
              </a:rPr>
              <a:t>사용합니다.</a:t>
            </a:r>
            <a:r>
              <a:rPr sz="900" spc="18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즉,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Modbus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Protocol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을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사용할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경우는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16-bit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holding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register</a:t>
            </a:r>
            <a:r>
              <a:rPr sz="900" spc="-6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의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시작번지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40" dirty="0">
                <a:solidFill>
                  <a:srgbClr val="231F20"/>
                </a:solidFill>
                <a:latin typeface="Malgun Gothic"/>
                <a:cs typeface="Malgun Gothic"/>
              </a:rPr>
              <a:t>4x00001(4x0001h) </a:t>
            </a:r>
            <a:r>
              <a:rPr sz="900" spc="-3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에 </a:t>
            </a: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M74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레지스터의 주소를 더해서 사용 </a:t>
            </a:r>
            <a:r>
              <a:rPr sz="900" spc="-30" dirty="0">
                <a:solidFill>
                  <a:srgbClr val="231F20"/>
                </a:solidFill>
                <a:latin typeface="Malgun Gothic"/>
                <a:cs typeface="Malgun Gothic"/>
              </a:rPr>
              <a:t>합니다.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기본적으로 </a:t>
            </a:r>
            <a:r>
              <a:rPr sz="900" spc="40" dirty="0">
                <a:solidFill>
                  <a:srgbClr val="231F20"/>
                </a:solidFill>
                <a:latin typeface="Malgun Gothic"/>
                <a:cs typeface="Malgun Gothic"/>
              </a:rPr>
              <a:t>4x00001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부터 시작하므로 절대 번지가 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+1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밀리게 </a:t>
            </a:r>
            <a:r>
              <a:rPr sz="900" spc="-30" dirty="0">
                <a:solidFill>
                  <a:srgbClr val="231F20"/>
                </a:solidFill>
                <a:latin typeface="Malgun Gothic"/>
                <a:cs typeface="Malgun Gothic"/>
              </a:rPr>
              <a:t>됩니다. </a:t>
            </a:r>
            <a:r>
              <a:rPr sz="900" spc="-30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그러나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상위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마스터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측이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Address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mode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설정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가능한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제품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30" dirty="0">
                <a:solidFill>
                  <a:srgbClr val="231F20"/>
                </a:solidFill>
                <a:latin typeface="Malgun Gothic"/>
                <a:cs typeface="Malgun Gothic"/>
              </a:rPr>
              <a:t>이라면,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Address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mode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를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231F20"/>
                </a:solidFill>
                <a:latin typeface="Malgun Gothic"/>
                <a:cs typeface="Malgun Gothic"/>
              </a:rPr>
              <a:t>0-Base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231F20"/>
                </a:solidFill>
                <a:latin typeface="Malgun Gothic"/>
                <a:cs typeface="Malgun Gothic"/>
              </a:rPr>
              <a:t>mode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로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설정하면</a:t>
            </a:r>
            <a:r>
              <a:rPr sz="9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밀리지 </a:t>
            </a:r>
            <a:r>
              <a:rPr sz="900" spc="-3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않고</a:t>
            </a:r>
            <a:r>
              <a:rPr sz="9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45" dirty="0">
                <a:solidFill>
                  <a:srgbClr val="231F20"/>
                </a:solidFill>
                <a:latin typeface="Malgun Gothic"/>
                <a:cs typeface="Malgun Gothic"/>
              </a:rPr>
              <a:t>M74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레지스터의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절대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번지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그대로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60" dirty="0">
                <a:solidFill>
                  <a:srgbClr val="231F20"/>
                </a:solidFill>
                <a:latin typeface="Malgun Gothic"/>
                <a:cs typeface="Malgun Gothic"/>
              </a:rPr>
              <a:t>사용할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231F20"/>
                </a:solidFill>
                <a:latin typeface="Malgun Gothic"/>
                <a:cs typeface="Malgun Gothic"/>
              </a:rPr>
              <a:t>수</a:t>
            </a:r>
            <a:r>
              <a:rPr sz="9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900" spc="-35" dirty="0">
                <a:solidFill>
                  <a:srgbClr val="231F20"/>
                </a:solidFill>
                <a:latin typeface="Malgun Gothic"/>
                <a:cs typeface="Malgun Gothic"/>
              </a:rPr>
              <a:t>있습니다.</a:t>
            </a:r>
            <a:endParaRPr sz="9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7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000" b="1" spc="85" dirty="0">
                <a:solidFill>
                  <a:srgbClr val="261D1A"/>
                </a:solidFill>
                <a:latin typeface="Malgun Gothic"/>
                <a:cs typeface="Malgun Gothic"/>
              </a:rPr>
              <a:t>[</a:t>
            </a:r>
            <a:r>
              <a:rPr sz="1000" b="1" spc="-130" dirty="0">
                <a:solidFill>
                  <a:srgbClr val="261D1A"/>
                </a:solidFill>
                <a:latin typeface="Malgun Gothic"/>
                <a:cs typeface="Malgun Gothic"/>
              </a:rPr>
              <a:t> </a:t>
            </a:r>
            <a:r>
              <a:rPr sz="1000" b="1" spc="-10" dirty="0">
                <a:solidFill>
                  <a:srgbClr val="261D1A"/>
                </a:solidFill>
                <a:latin typeface="Malgun Gothic"/>
                <a:cs typeface="Malgun Gothic"/>
              </a:rPr>
              <a:t>Modbus-RTU</a:t>
            </a:r>
            <a:r>
              <a:rPr sz="1000" b="1" spc="-130" dirty="0">
                <a:solidFill>
                  <a:srgbClr val="261D1A"/>
                </a:solidFill>
                <a:latin typeface="Malgun Gothic"/>
                <a:cs typeface="Malgun Gothic"/>
              </a:rPr>
              <a:t> </a:t>
            </a:r>
            <a:r>
              <a:rPr sz="1000" b="1" spc="85" dirty="0">
                <a:solidFill>
                  <a:srgbClr val="261D1A"/>
                </a:solidFill>
                <a:latin typeface="Malgun Gothic"/>
                <a:cs typeface="Malgun Gothic"/>
              </a:rPr>
              <a:t>]</a:t>
            </a:r>
            <a:endParaRPr sz="1000">
              <a:latin typeface="Malgun Gothic"/>
              <a:cs typeface="Malgun Gothic"/>
            </a:endParaRPr>
          </a:p>
          <a:p>
            <a:pPr marL="125730" marR="5080">
              <a:lnSpc>
                <a:spcPct val="120100"/>
              </a:lnSpc>
              <a:spcBef>
                <a:spcPts val="825"/>
              </a:spcBef>
            </a:pPr>
            <a:r>
              <a:rPr sz="1000" spc="50" dirty="0">
                <a:solidFill>
                  <a:srgbClr val="231F20"/>
                </a:solidFill>
                <a:latin typeface="Malgun Gothic"/>
                <a:cs typeface="Malgun Gothic"/>
              </a:rPr>
              <a:t>M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od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b</a:t>
            </a:r>
            <a:r>
              <a:rPr sz="1000" spc="25" dirty="0">
                <a:solidFill>
                  <a:srgbClr val="231F20"/>
                </a:solidFill>
                <a:latin typeface="Malgun Gothic"/>
                <a:cs typeface="Malgun Gothic"/>
              </a:rPr>
              <a:t>u</a:t>
            </a:r>
            <a:r>
              <a:rPr sz="1000" spc="-10" dirty="0">
                <a:solidFill>
                  <a:srgbClr val="231F20"/>
                </a:solidFill>
                <a:latin typeface="Malgun Gothic"/>
                <a:cs typeface="Malgun Gothic"/>
              </a:rPr>
              <a:t>s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-RTU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는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Binary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Data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를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기본으로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사용하므로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ASCII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에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비해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상대적으로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데이터량이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적어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5" dirty="0">
                <a:solidFill>
                  <a:srgbClr val="231F20"/>
                </a:solidFill>
                <a:latin typeface="Malgun Gothic"/>
                <a:cs typeface="Malgun Gothic"/>
              </a:rPr>
              <a:t>속도가  빠르고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현재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산업용에서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가장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많이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사용하고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있으므로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본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메뉴얼은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Modbus-RTU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기준으로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설명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하겠습니다. 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단,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Malgun Gothic"/>
                <a:cs typeface="Malgun Gothic"/>
              </a:rPr>
              <a:t>브로드캐스트(Broadcast)는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지원하지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않습니다.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50">
              <a:latin typeface="Malgun Gothic"/>
              <a:cs typeface="Malgun Gothic"/>
            </a:endParaRPr>
          </a:p>
          <a:p>
            <a:pPr marR="1094105" algn="ctr">
              <a:lnSpc>
                <a:spcPct val="100000"/>
              </a:lnSpc>
            </a:pPr>
            <a:r>
              <a:rPr sz="800" b="1" spc="-5" dirty="0">
                <a:solidFill>
                  <a:srgbClr val="050100"/>
                </a:solidFill>
                <a:latin typeface="Arial"/>
                <a:cs typeface="Arial"/>
              </a:rPr>
              <a:t>MODBUS</a:t>
            </a:r>
            <a:r>
              <a:rPr sz="800" b="1" spc="-30" dirty="0">
                <a:solidFill>
                  <a:srgbClr val="050100"/>
                </a:solidFill>
                <a:latin typeface="Arial"/>
                <a:cs typeface="Arial"/>
              </a:rPr>
              <a:t> </a:t>
            </a:r>
            <a:r>
              <a:rPr sz="800" b="1" spc="-5" dirty="0">
                <a:solidFill>
                  <a:srgbClr val="050100"/>
                </a:solidFill>
                <a:latin typeface="Arial"/>
                <a:cs typeface="Arial"/>
              </a:rPr>
              <a:t>message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725" y="553852"/>
            <a:ext cx="6741795" cy="336550"/>
            <a:chOff x="411725" y="553852"/>
            <a:chExt cx="6741795" cy="336550"/>
          </a:xfrm>
        </p:grpSpPr>
        <p:sp>
          <p:nvSpPr>
            <p:cNvPr id="3" name="object 3"/>
            <p:cNvSpPr/>
            <p:nvPr/>
          </p:nvSpPr>
          <p:spPr>
            <a:xfrm>
              <a:off x="419823" y="564299"/>
              <a:ext cx="6730365" cy="315595"/>
            </a:xfrm>
            <a:custGeom>
              <a:avLst/>
              <a:gdLst/>
              <a:ahLst/>
              <a:cxnLst/>
              <a:rect l="l" t="t" r="r" b="b"/>
              <a:pathLst>
                <a:path w="6730365" h="315594">
                  <a:moveTo>
                    <a:pt x="6730199" y="0"/>
                  </a:moveTo>
                  <a:lnTo>
                    <a:pt x="0" y="0"/>
                  </a:lnTo>
                  <a:lnTo>
                    <a:pt x="0" y="314998"/>
                  </a:lnTo>
                  <a:lnTo>
                    <a:pt x="6730199" y="314998"/>
                  </a:lnTo>
                  <a:lnTo>
                    <a:pt x="6730199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1721" y="553859"/>
              <a:ext cx="6741795" cy="336550"/>
            </a:xfrm>
            <a:custGeom>
              <a:avLst/>
              <a:gdLst/>
              <a:ahLst/>
              <a:cxnLst/>
              <a:rect l="l" t="t" r="r" b="b"/>
              <a:pathLst>
                <a:path w="6741795" h="336550">
                  <a:moveTo>
                    <a:pt x="1422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20040"/>
                  </a:lnTo>
                  <a:lnTo>
                    <a:pt x="0" y="336550"/>
                  </a:lnTo>
                  <a:lnTo>
                    <a:pt x="142201" y="336550"/>
                  </a:lnTo>
                  <a:lnTo>
                    <a:pt x="142201" y="320040"/>
                  </a:lnTo>
                  <a:lnTo>
                    <a:pt x="16205" y="320040"/>
                  </a:lnTo>
                  <a:lnTo>
                    <a:pt x="16205" y="15240"/>
                  </a:lnTo>
                  <a:lnTo>
                    <a:pt x="142201" y="15240"/>
                  </a:lnTo>
                  <a:lnTo>
                    <a:pt x="142201" y="0"/>
                  </a:lnTo>
                  <a:close/>
                </a:path>
                <a:path w="6741795" h="336550">
                  <a:moveTo>
                    <a:pt x="6741642" y="0"/>
                  </a:moveTo>
                  <a:lnTo>
                    <a:pt x="6599441" y="0"/>
                  </a:lnTo>
                  <a:lnTo>
                    <a:pt x="6599441" y="15240"/>
                  </a:lnTo>
                  <a:lnTo>
                    <a:pt x="6725425" y="15240"/>
                  </a:lnTo>
                  <a:lnTo>
                    <a:pt x="6725425" y="320040"/>
                  </a:lnTo>
                  <a:lnTo>
                    <a:pt x="6599441" y="320040"/>
                  </a:lnTo>
                  <a:lnTo>
                    <a:pt x="6599441" y="336550"/>
                  </a:lnTo>
                  <a:lnTo>
                    <a:pt x="6741642" y="336550"/>
                  </a:lnTo>
                  <a:lnTo>
                    <a:pt x="6741642" y="320040"/>
                  </a:lnTo>
                  <a:lnTo>
                    <a:pt x="6741642" y="15240"/>
                  </a:lnTo>
                  <a:lnTo>
                    <a:pt x="6741642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27930" y="609915"/>
            <a:ext cx="67094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Arial"/>
                <a:cs typeface="Arial"/>
              </a:rPr>
              <a:t>M74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Series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Communication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36679" y="627049"/>
            <a:ext cx="1412875" cy="180975"/>
          </a:xfrm>
          <a:custGeom>
            <a:avLst/>
            <a:gdLst/>
            <a:ahLst/>
            <a:cxnLst/>
            <a:rect l="l" t="t" r="r" b="b"/>
            <a:pathLst>
              <a:path w="1412875" h="180975">
                <a:moveTo>
                  <a:pt x="148475" y="355"/>
                </a:moveTo>
                <a:lnTo>
                  <a:pt x="0" y="355"/>
                </a:lnTo>
                <a:lnTo>
                  <a:pt x="0" y="35915"/>
                </a:lnTo>
                <a:lnTo>
                  <a:pt x="50723" y="35915"/>
                </a:lnTo>
                <a:lnTo>
                  <a:pt x="50723" y="179425"/>
                </a:lnTo>
                <a:lnTo>
                  <a:pt x="97332" y="179425"/>
                </a:lnTo>
                <a:lnTo>
                  <a:pt x="97332" y="35915"/>
                </a:lnTo>
                <a:lnTo>
                  <a:pt x="148475" y="35915"/>
                </a:lnTo>
                <a:lnTo>
                  <a:pt x="148475" y="355"/>
                </a:lnTo>
                <a:close/>
              </a:path>
              <a:path w="1412875" h="180975">
                <a:moveTo>
                  <a:pt x="261543" y="82257"/>
                </a:moveTo>
                <a:lnTo>
                  <a:pt x="260845" y="71221"/>
                </a:lnTo>
                <a:lnTo>
                  <a:pt x="258305" y="65176"/>
                </a:lnTo>
                <a:lnTo>
                  <a:pt x="251853" y="61963"/>
                </a:lnTo>
                <a:lnTo>
                  <a:pt x="239420" y="59474"/>
                </a:lnTo>
                <a:lnTo>
                  <a:pt x="219176" y="59474"/>
                </a:lnTo>
                <a:lnTo>
                  <a:pt x="219176" y="89839"/>
                </a:lnTo>
                <a:lnTo>
                  <a:pt x="219176" y="103136"/>
                </a:lnTo>
                <a:lnTo>
                  <a:pt x="161531" y="103136"/>
                </a:lnTo>
                <a:lnTo>
                  <a:pt x="161531" y="89839"/>
                </a:lnTo>
                <a:lnTo>
                  <a:pt x="219176" y="89839"/>
                </a:lnTo>
                <a:lnTo>
                  <a:pt x="219176" y="59474"/>
                </a:lnTo>
                <a:lnTo>
                  <a:pt x="142557" y="59474"/>
                </a:lnTo>
                <a:lnTo>
                  <a:pt x="128638" y="60375"/>
                </a:lnTo>
                <a:lnTo>
                  <a:pt x="121500" y="63360"/>
                </a:lnTo>
                <a:lnTo>
                  <a:pt x="118859" y="70840"/>
                </a:lnTo>
                <a:lnTo>
                  <a:pt x="118567" y="82257"/>
                </a:lnTo>
                <a:lnTo>
                  <a:pt x="118491" y="158445"/>
                </a:lnTo>
                <a:lnTo>
                  <a:pt x="120777" y="170891"/>
                </a:lnTo>
                <a:lnTo>
                  <a:pt x="124053" y="177279"/>
                </a:lnTo>
                <a:lnTo>
                  <a:pt x="130556" y="179641"/>
                </a:lnTo>
                <a:lnTo>
                  <a:pt x="142557" y="179971"/>
                </a:lnTo>
                <a:lnTo>
                  <a:pt x="261493" y="179971"/>
                </a:lnTo>
                <a:lnTo>
                  <a:pt x="261493" y="154012"/>
                </a:lnTo>
                <a:lnTo>
                  <a:pt x="161378" y="154012"/>
                </a:lnTo>
                <a:lnTo>
                  <a:pt x="161378" y="130149"/>
                </a:lnTo>
                <a:lnTo>
                  <a:pt x="261543" y="129997"/>
                </a:lnTo>
                <a:lnTo>
                  <a:pt x="261543" y="103136"/>
                </a:lnTo>
                <a:lnTo>
                  <a:pt x="261543" y="89839"/>
                </a:lnTo>
                <a:lnTo>
                  <a:pt x="261543" y="82257"/>
                </a:lnTo>
                <a:close/>
              </a:path>
              <a:path w="1412875" h="180975">
                <a:moveTo>
                  <a:pt x="500100" y="73240"/>
                </a:moveTo>
                <a:lnTo>
                  <a:pt x="497840" y="66179"/>
                </a:lnTo>
                <a:lnTo>
                  <a:pt x="490753" y="62865"/>
                </a:lnTo>
                <a:lnTo>
                  <a:pt x="476694" y="60896"/>
                </a:lnTo>
                <a:lnTo>
                  <a:pt x="409130" y="60896"/>
                </a:lnTo>
                <a:lnTo>
                  <a:pt x="401828" y="65405"/>
                </a:lnTo>
                <a:lnTo>
                  <a:pt x="388086" y="60236"/>
                </a:lnTo>
                <a:lnTo>
                  <a:pt x="329057" y="60236"/>
                </a:lnTo>
                <a:lnTo>
                  <a:pt x="320522" y="65493"/>
                </a:lnTo>
                <a:lnTo>
                  <a:pt x="320522" y="56299"/>
                </a:lnTo>
                <a:lnTo>
                  <a:pt x="279793" y="56299"/>
                </a:lnTo>
                <a:lnTo>
                  <a:pt x="279793" y="60236"/>
                </a:lnTo>
                <a:lnTo>
                  <a:pt x="279793" y="180378"/>
                </a:lnTo>
                <a:lnTo>
                  <a:pt x="317220" y="180378"/>
                </a:lnTo>
                <a:lnTo>
                  <a:pt x="317220" y="88493"/>
                </a:lnTo>
                <a:lnTo>
                  <a:pt x="367728" y="88493"/>
                </a:lnTo>
                <a:lnTo>
                  <a:pt x="367728" y="180378"/>
                </a:lnTo>
                <a:lnTo>
                  <a:pt x="409130" y="180378"/>
                </a:lnTo>
                <a:lnTo>
                  <a:pt x="409130" y="89801"/>
                </a:lnTo>
                <a:lnTo>
                  <a:pt x="459600" y="89801"/>
                </a:lnTo>
                <a:lnTo>
                  <a:pt x="459600" y="180378"/>
                </a:lnTo>
                <a:lnTo>
                  <a:pt x="499681" y="180378"/>
                </a:lnTo>
                <a:lnTo>
                  <a:pt x="499681" y="86423"/>
                </a:lnTo>
                <a:lnTo>
                  <a:pt x="500100" y="73240"/>
                </a:lnTo>
                <a:close/>
              </a:path>
              <a:path w="1412875" h="180975">
                <a:moveTo>
                  <a:pt x="641692" y="59334"/>
                </a:moveTo>
                <a:lnTo>
                  <a:pt x="540143" y="59334"/>
                </a:lnTo>
                <a:lnTo>
                  <a:pt x="527761" y="62039"/>
                </a:lnTo>
                <a:lnTo>
                  <a:pt x="521411" y="65379"/>
                </a:lnTo>
                <a:lnTo>
                  <a:pt x="519099" y="71564"/>
                </a:lnTo>
                <a:lnTo>
                  <a:pt x="518833" y="82778"/>
                </a:lnTo>
                <a:lnTo>
                  <a:pt x="518833" y="155028"/>
                </a:lnTo>
                <a:lnTo>
                  <a:pt x="519214" y="169125"/>
                </a:lnTo>
                <a:lnTo>
                  <a:pt x="521881" y="176428"/>
                </a:lnTo>
                <a:lnTo>
                  <a:pt x="529094" y="179260"/>
                </a:lnTo>
                <a:lnTo>
                  <a:pt x="543140" y="179971"/>
                </a:lnTo>
                <a:lnTo>
                  <a:pt x="641045" y="179971"/>
                </a:lnTo>
                <a:lnTo>
                  <a:pt x="641045" y="153682"/>
                </a:lnTo>
                <a:lnTo>
                  <a:pt x="562864" y="153682"/>
                </a:lnTo>
                <a:lnTo>
                  <a:pt x="562864" y="82334"/>
                </a:lnTo>
                <a:lnTo>
                  <a:pt x="641692" y="82334"/>
                </a:lnTo>
                <a:lnTo>
                  <a:pt x="641692" y="59334"/>
                </a:lnTo>
                <a:close/>
              </a:path>
              <a:path w="1412875" h="180975">
                <a:moveTo>
                  <a:pt x="799719" y="83058"/>
                </a:moveTo>
                <a:lnTo>
                  <a:pt x="795858" y="69989"/>
                </a:lnTo>
                <a:lnTo>
                  <a:pt x="787374" y="62801"/>
                </a:lnTo>
                <a:lnTo>
                  <a:pt x="778878" y="59766"/>
                </a:lnTo>
                <a:lnTo>
                  <a:pt x="775017" y="59143"/>
                </a:lnTo>
                <a:lnTo>
                  <a:pt x="756907" y="59156"/>
                </a:lnTo>
                <a:lnTo>
                  <a:pt x="756907" y="87083"/>
                </a:lnTo>
                <a:lnTo>
                  <a:pt x="756907" y="153162"/>
                </a:lnTo>
                <a:lnTo>
                  <a:pt x="695744" y="153162"/>
                </a:lnTo>
                <a:lnTo>
                  <a:pt x="695744" y="87083"/>
                </a:lnTo>
                <a:lnTo>
                  <a:pt x="756907" y="87083"/>
                </a:lnTo>
                <a:lnTo>
                  <a:pt x="756907" y="59156"/>
                </a:lnTo>
                <a:lnTo>
                  <a:pt x="679691" y="59156"/>
                </a:lnTo>
                <a:lnTo>
                  <a:pt x="666064" y="63474"/>
                </a:lnTo>
                <a:lnTo>
                  <a:pt x="658799" y="71678"/>
                </a:lnTo>
                <a:lnTo>
                  <a:pt x="655904" y="79641"/>
                </a:lnTo>
                <a:lnTo>
                  <a:pt x="655408" y="83058"/>
                </a:lnTo>
                <a:lnTo>
                  <a:pt x="655281" y="156159"/>
                </a:lnTo>
                <a:lnTo>
                  <a:pt x="659091" y="168414"/>
                </a:lnTo>
                <a:lnTo>
                  <a:pt x="665454" y="175564"/>
                </a:lnTo>
                <a:lnTo>
                  <a:pt x="671423" y="178904"/>
                </a:lnTo>
                <a:lnTo>
                  <a:pt x="674065" y="179730"/>
                </a:lnTo>
                <a:lnTo>
                  <a:pt x="779106" y="179692"/>
                </a:lnTo>
                <a:lnTo>
                  <a:pt x="799719" y="87083"/>
                </a:lnTo>
                <a:lnTo>
                  <a:pt x="799719" y="83058"/>
                </a:lnTo>
                <a:close/>
              </a:path>
              <a:path w="1412875" h="180975">
                <a:moveTo>
                  <a:pt x="952487" y="140995"/>
                </a:moveTo>
                <a:lnTo>
                  <a:pt x="857211" y="140995"/>
                </a:lnTo>
                <a:lnTo>
                  <a:pt x="857211" y="2565"/>
                </a:lnTo>
                <a:lnTo>
                  <a:pt x="815162" y="2565"/>
                </a:lnTo>
                <a:lnTo>
                  <a:pt x="815162" y="140995"/>
                </a:lnTo>
                <a:lnTo>
                  <a:pt x="815162" y="179095"/>
                </a:lnTo>
                <a:lnTo>
                  <a:pt x="952487" y="179095"/>
                </a:lnTo>
                <a:lnTo>
                  <a:pt x="952487" y="140995"/>
                </a:lnTo>
                <a:close/>
              </a:path>
              <a:path w="1412875" h="180975">
                <a:moveTo>
                  <a:pt x="1008481" y="51892"/>
                </a:moveTo>
                <a:lnTo>
                  <a:pt x="969581" y="51892"/>
                </a:lnTo>
                <a:lnTo>
                  <a:pt x="969581" y="179146"/>
                </a:lnTo>
                <a:lnTo>
                  <a:pt x="1008481" y="179146"/>
                </a:lnTo>
                <a:lnTo>
                  <a:pt x="1008481" y="51892"/>
                </a:lnTo>
                <a:close/>
              </a:path>
              <a:path w="1412875" h="180975">
                <a:moveTo>
                  <a:pt x="1008481" y="0"/>
                </a:moveTo>
                <a:lnTo>
                  <a:pt x="969581" y="0"/>
                </a:lnTo>
                <a:lnTo>
                  <a:pt x="969581" y="32600"/>
                </a:lnTo>
                <a:lnTo>
                  <a:pt x="1008481" y="32600"/>
                </a:lnTo>
                <a:lnTo>
                  <a:pt x="1008481" y="0"/>
                </a:lnTo>
                <a:close/>
              </a:path>
              <a:path w="1412875" h="180975">
                <a:moveTo>
                  <a:pt x="1170800" y="67691"/>
                </a:moveTo>
                <a:lnTo>
                  <a:pt x="1167917" y="59702"/>
                </a:lnTo>
                <a:lnTo>
                  <a:pt x="1159306" y="57010"/>
                </a:lnTo>
                <a:lnTo>
                  <a:pt x="1079919" y="57137"/>
                </a:lnTo>
                <a:lnTo>
                  <a:pt x="1070076" y="60426"/>
                </a:lnTo>
                <a:lnTo>
                  <a:pt x="1070076" y="51879"/>
                </a:lnTo>
                <a:lnTo>
                  <a:pt x="1026045" y="51879"/>
                </a:lnTo>
                <a:lnTo>
                  <a:pt x="1026020" y="179197"/>
                </a:lnTo>
                <a:lnTo>
                  <a:pt x="1066800" y="179197"/>
                </a:lnTo>
                <a:lnTo>
                  <a:pt x="1066800" y="85394"/>
                </a:lnTo>
                <a:lnTo>
                  <a:pt x="1125905" y="85394"/>
                </a:lnTo>
                <a:lnTo>
                  <a:pt x="1125905" y="179197"/>
                </a:lnTo>
                <a:lnTo>
                  <a:pt x="1170609" y="179197"/>
                </a:lnTo>
                <a:lnTo>
                  <a:pt x="1170609" y="83426"/>
                </a:lnTo>
                <a:lnTo>
                  <a:pt x="1170800" y="67691"/>
                </a:lnTo>
                <a:close/>
              </a:path>
              <a:path w="1412875" h="180975">
                <a:moveTo>
                  <a:pt x="1329931" y="82257"/>
                </a:moveTo>
                <a:lnTo>
                  <a:pt x="1329220" y="71221"/>
                </a:lnTo>
                <a:lnTo>
                  <a:pt x="1326667" y="65176"/>
                </a:lnTo>
                <a:lnTo>
                  <a:pt x="1320215" y="61963"/>
                </a:lnTo>
                <a:lnTo>
                  <a:pt x="1307782" y="59474"/>
                </a:lnTo>
                <a:lnTo>
                  <a:pt x="1287564" y="59474"/>
                </a:lnTo>
                <a:lnTo>
                  <a:pt x="1287564" y="89839"/>
                </a:lnTo>
                <a:lnTo>
                  <a:pt x="1287564" y="103136"/>
                </a:lnTo>
                <a:lnTo>
                  <a:pt x="1229918" y="103136"/>
                </a:lnTo>
                <a:lnTo>
                  <a:pt x="1229918" y="89839"/>
                </a:lnTo>
                <a:lnTo>
                  <a:pt x="1287564" y="89839"/>
                </a:lnTo>
                <a:lnTo>
                  <a:pt x="1287564" y="59474"/>
                </a:lnTo>
                <a:lnTo>
                  <a:pt x="1210945" y="59474"/>
                </a:lnTo>
                <a:lnTo>
                  <a:pt x="1197025" y="60375"/>
                </a:lnTo>
                <a:lnTo>
                  <a:pt x="1189888" y="63360"/>
                </a:lnTo>
                <a:lnTo>
                  <a:pt x="1187246" y="70840"/>
                </a:lnTo>
                <a:lnTo>
                  <a:pt x="1186954" y="82257"/>
                </a:lnTo>
                <a:lnTo>
                  <a:pt x="1186878" y="158445"/>
                </a:lnTo>
                <a:lnTo>
                  <a:pt x="1189164" y="170891"/>
                </a:lnTo>
                <a:lnTo>
                  <a:pt x="1192441" y="177279"/>
                </a:lnTo>
                <a:lnTo>
                  <a:pt x="1198943" y="179641"/>
                </a:lnTo>
                <a:lnTo>
                  <a:pt x="1210945" y="179971"/>
                </a:lnTo>
                <a:lnTo>
                  <a:pt x="1329880" y="179971"/>
                </a:lnTo>
                <a:lnTo>
                  <a:pt x="1329880" y="154012"/>
                </a:lnTo>
                <a:lnTo>
                  <a:pt x="1229741" y="154012"/>
                </a:lnTo>
                <a:lnTo>
                  <a:pt x="1229741" y="130149"/>
                </a:lnTo>
                <a:lnTo>
                  <a:pt x="1329931" y="129997"/>
                </a:lnTo>
                <a:lnTo>
                  <a:pt x="1329931" y="103136"/>
                </a:lnTo>
                <a:lnTo>
                  <a:pt x="1329931" y="89839"/>
                </a:lnTo>
                <a:lnTo>
                  <a:pt x="1329931" y="82257"/>
                </a:lnTo>
                <a:close/>
              </a:path>
              <a:path w="1412875" h="180975">
                <a:moveTo>
                  <a:pt x="1371396" y="18846"/>
                </a:moveTo>
                <a:lnTo>
                  <a:pt x="1338757" y="18846"/>
                </a:lnTo>
                <a:lnTo>
                  <a:pt x="1338757" y="26936"/>
                </a:lnTo>
                <a:lnTo>
                  <a:pt x="1351013" y="26936"/>
                </a:lnTo>
                <a:lnTo>
                  <a:pt x="1351013" y="51282"/>
                </a:lnTo>
                <a:lnTo>
                  <a:pt x="1358900" y="51282"/>
                </a:lnTo>
                <a:lnTo>
                  <a:pt x="1358900" y="26949"/>
                </a:lnTo>
                <a:lnTo>
                  <a:pt x="1371396" y="26936"/>
                </a:lnTo>
                <a:lnTo>
                  <a:pt x="1371396" y="18846"/>
                </a:lnTo>
                <a:close/>
              </a:path>
              <a:path w="1412875" h="180975">
                <a:moveTo>
                  <a:pt x="1412506" y="22720"/>
                </a:moveTo>
                <a:lnTo>
                  <a:pt x="1412455" y="20523"/>
                </a:lnTo>
                <a:lnTo>
                  <a:pt x="1410665" y="18757"/>
                </a:lnTo>
                <a:lnTo>
                  <a:pt x="1399184" y="18745"/>
                </a:lnTo>
                <a:lnTo>
                  <a:pt x="1397406" y="20510"/>
                </a:lnTo>
                <a:lnTo>
                  <a:pt x="1397355" y="22694"/>
                </a:lnTo>
                <a:lnTo>
                  <a:pt x="1397355" y="18745"/>
                </a:lnTo>
                <a:lnTo>
                  <a:pt x="1384007" y="18745"/>
                </a:lnTo>
                <a:lnTo>
                  <a:pt x="1382242" y="20485"/>
                </a:lnTo>
                <a:lnTo>
                  <a:pt x="1382166" y="22656"/>
                </a:lnTo>
                <a:lnTo>
                  <a:pt x="1382166" y="18732"/>
                </a:lnTo>
                <a:lnTo>
                  <a:pt x="1374089" y="18732"/>
                </a:lnTo>
                <a:lnTo>
                  <a:pt x="1374089" y="51231"/>
                </a:lnTo>
                <a:lnTo>
                  <a:pt x="1382166" y="51231"/>
                </a:lnTo>
                <a:lnTo>
                  <a:pt x="1382166" y="23507"/>
                </a:lnTo>
                <a:lnTo>
                  <a:pt x="1389265" y="23507"/>
                </a:lnTo>
                <a:lnTo>
                  <a:pt x="1389265" y="51231"/>
                </a:lnTo>
                <a:lnTo>
                  <a:pt x="1397355" y="51231"/>
                </a:lnTo>
                <a:lnTo>
                  <a:pt x="1397355" y="23507"/>
                </a:lnTo>
                <a:lnTo>
                  <a:pt x="1404391" y="23507"/>
                </a:lnTo>
                <a:lnTo>
                  <a:pt x="1404391" y="51219"/>
                </a:lnTo>
                <a:lnTo>
                  <a:pt x="1412506" y="51219"/>
                </a:lnTo>
                <a:lnTo>
                  <a:pt x="1412506" y="2272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54183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04767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35941" y="6350"/>
                </a:lnTo>
                <a:lnTo>
                  <a:pt x="35941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2759" y="1314014"/>
            <a:ext cx="5003800" cy="1028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35" dirty="0">
                <a:solidFill>
                  <a:srgbClr val="231F20"/>
                </a:solidFill>
                <a:latin typeface="Malgun Gothic"/>
                <a:cs typeface="Malgun Gothic"/>
              </a:rPr>
              <a:t>2.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31F20"/>
                </a:solidFill>
                <a:latin typeface="Malgun Gothic"/>
                <a:cs typeface="Malgun Gothic"/>
              </a:rPr>
              <a:t>Preset</a:t>
            </a:r>
            <a:r>
              <a:rPr sz="1100" b="1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Malgun Gothic"/>
                <a:cs typeface="Malgun Gothic"/>
              </a:rPr>
              <a:t>Single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31F20"/>
                </a:solidFill>
                <a:latin typeface="Malgun Gothic"/>
                <a:cs typeface="Malgun Gothic"/>
              </a:rPr>
              <a:t>Registers</a:t>
            </a:r>
            <a:r>
              <a:rPr sz="1100" b="1" spc="23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15" dirty="0">
                <a:solidFill>
                  <a:srgbClr val="231F20"/>
                </a:solidFill>
                <a:latin typeface="Malgun Gothic"/>
                <a:cs typeface="Malgun Gothic"/>
              </a:rPr>
              <a:t>Function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231F20"/>
                </a:solidFill>
                <a:latin typeface="Malgun Gothic"/>
                <a:cs typeface="Malgun Gothic"/>
              </a:rPr>
              <a:t>06</a:t>
            </a:r>
            <a:r>
              <a:rPr sz="1100" b="1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10" dirty="0">
                <a:solidFill>
                  <a:srgbClr val="231F20"/>
                </a:solidFill>
                <a:latin typeface="Malgun Gothic"/>
                <a:cs typeface="Malgun Gothic"/>
              </a:rPr>
              <a:t>(06h)</a:t>
            </a:r>
            <a:endParaRPr sz="1100">
              <a:latin typeface="Malgun Gothic"/>
              <a:cs typeface="Malgun Gothic"/>
            </a:endParaRPr>
          </a:p>
          <a:p>
            <a:pPr marL="168275" marR="5080">
              <a:lnSpc>
                <a:spcPct val="116700"/>
              </a:lnSpc>
              <a:spcBef>
                <a:spcPts val="75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슬레이브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디바이스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내,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단일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Holding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Registers(4X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5" dirty="0">
                <a:solidFill>
                  <a:srgbClr val="231F20"/>
                </a:solidFill>
                <a:latin typeface="Malgun Gothic"/>
                <a:cs typeface="Malgun Gothic"/>
              </a:rPr>
              <a:t>레퍼런스)의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쓰거나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0" dirty="0">
                <a:solidFill>
                  <a:srgbClr val="231F20"/>
                </a:solidFill>
                <a:latin typeface="Malgun Gothic"/>
                <a:cs typeface="Malgun Gothic"/>
              </a:rPr>
              <a:t>설정하는 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Function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Malgun Gothic"/>
                <a:cs typeface="Malgun Gothic"/>
              </a:rPr>
              <a:t>입니다.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Malgun Gothic"/>
              <a:cs typeface="Malgun Gothic"/>
            </a:endParaRPr>
          </a:p>
          <a:p>
            <a:pPr marL="67945">
              <a:lnSpc>
                <a:spcPct val="100000"/>
              </a:lnSpc>
            </a:pPr>
            <a:r>
              <a:rPr sz="800" b="1" spc="-20" dirty="0">
                <a:solidFill>
                  <a:srgbClr val="231F20"/>
                </a:solidFill>
                <a:latin typeface="Malgun Gothic"/>
                <a:cs typeface="Malgun Gothic"/>
              </a:rPr>
              <a:t>Query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10" dirty="0">
                <a:solidFill>
                  <a:srgbClr val="231F20"/>
                </a:solidFill>
                <a:latin typeface="Malgun Gothic"/>
                <a:cs typeface="Malgun Gothic"/>
              </a:rPr>
              <a:t>(Master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231F20"/>
                </a:solidFill>
                <a:latin typeface="Malgun Gothic"/>
                <a:cs typeface="Malgun Gothic"/>
              </a:rPr>
              <a:t>측)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2759" y="4890194"/>
            <a:ext cx="5826760" cy="181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35" dirty="0">
                <a:solidFill>
                  <a:srgbClr val="231F20"/>
                </a:solidFill>
                <a:latin typeface="Malgun Gothic"/>
                <a:cs typeface="Malgun Gothic"/>
              </a:rPr>
              <a:t>3.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31F20"/>
                </a:solidFill>
                <a:latin typeface="Malgun Gothic"/>
                <a:cs typeface="Malgun Gothic"/>
              </a:rPr>
              <a:t>Preset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31F20"/>
                </a:solidFill>
                <a:latin typeface="Malgun Gothic"/>
                <a:cs typeface="Malgun Gothic"/>
              </a:rPr>
              <a:t>Multiple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30" dirty="0">
                <a:solidFill>
                  <a:srgbClr val="231F20"/>
                </a:solidFill>
                <a:latin typeface="Malgun Gothic"/>
                <a:cs typeface="Malgun Gothic"/>
              </a:rPr>
              <a:t>Registers</a:t>
            </a:r>
            <a:r>
              <a:rPr sz="1100" b="1" spc="22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15" dirty="0">
                <a:solidFill>
                  <a:srgbClr val="231F20"/>
                </a:solidFill>
                <a:latin typeface="Malgun Gothic"/>
                <a:cs typeface="Malgun Gothic"/>
              </a:rPr>
              <a:t>Function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25" dirty="0">
                <a:solidFill>
                  <a:srgbClr val="231F20"/>
                </a:solidFill>
                <a:latin typeface="Malgun Gothic"/>
                <a:cs typeface="Malgun Gothic"/>
              </a:rPr>
              <a:t>16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10" dirty="0">
                <a:solidFill>
                  <a:srgbClr val="231F20"/>
                </a:solidFill>
                <a:latin typeface="Malgun Gothic"/>
                <a:cs typeface="Malgun Gothic"/>
              </a:rPr>
              <a:t>(10h)</a:t>
            </a:r>
            <a:endParaRPr sz="1100">
              <a:latin typeface="Malgun Gothic"/>
              <a:cs typeface="Malgun Gothic"/>
            </a:endParaRPr>
          </a:p>
          <a:p>
            <a:pPr marL="168275" marR="433705">
              <a:lnSpc>
                <a:spcPct val="116700"/>
              </a:lnSpc>
              <a:spcBef>
                <a:spcPts val="89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슬레이브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디바이스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내,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연속적으로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Holding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Registers(4X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45" dirty="0">
                <a:solidFill>
                  <a:srgbClr val="231F20"/>
                </a:solidFill>
                <a:latin typeface="Malgun Gothic"/>
                <a:cs typeface="Malgun Gothic"/>
              </a:rPr>
              <a:t>레퍼런스)의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데이터를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4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쓰거나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0" dirty="0">
                <a:solidFill>
                  <a:srgbClr val="231F20"/>
                </a:solidFill>
                <a:latin typeface="Malgun Gothic"/>
                <a:cs typeface="Malgun Gothic"/>
              </a:rPr>
              <a:t>설정하는 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Function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Malgun Gothic"/>
                <a:cs typeface="Malgun Gothic"/>
              </a:rPr>
              <a:t>입니다.</a:t>
            </a:r>
            <a:endParaRPr sz="1000">
              <a:latin typeface="Malgun Gothic"/>
              <a:cs typeface="Malgun Gothic"/>
            </a:endParaRPr>
          </a:p>
          <a:p>
            <a:pPr marL="168275" marR="5080">
              <a:lnSpc>
                <a:spcPct val="116700"/>
              </a:lnSpc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번에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연속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쓰기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최대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허용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25개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까지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Malgun Gothic"/>
                <a:cs typeface="Malgun Gothic"/>
              </a:rPr>
              <a:t>입니다.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반드시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PLC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or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Touch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panel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사용시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50" dirty="0">
                <a:solidFill>
                  <a:srgbClr val="231F20"/>
                </a:solidFill>
                <a:latin typeface="Malgun Gothic"/>
                <a:cs typeface="Malgun Gothic"/>
              </a:rPr>
              <a:t>연속쓰기 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허용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데이터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수를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제한해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주시기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35" dirty="0">
                <a:solidFill>
                  <a:srgbClr val="231F20"/>
                </a:solidFill>
                <a:latin typeface="Malgun Gothic"/>
                <a:cs typeface="Malgun Gothic"/>
              </a:rPr>
              <a:t>바랍니다.</a:t>
            </a:r>
            <a:endParaRPr sz="1000">
              <a:latin typeface="Malgun Gothic"/>
              <a:cs typeface="Malgun Gothic"/>
            </a:endParaRPr>
          </a:p>
          <a:p>
            <a:pPr marL="303530" marR="496570" indent="-128270">
              <a:lnSpc>
                <a:spcPct val="118500"/>
              </a:lnSpc>
              <a:spcBef>
                <a:spcPts val="710"/>
              </a:spcBef>
            </a:pPr>
            <a:r>
              <a:rPr sz="900" spc="125" dirty="0">
                <a:solidFill>
                  <a:srgbClr val="CF3853"/>
                </a:solidFill>
                <a:latin typeface="Malgun Gothic"/>
                <a:cs typeface="Malgun Gothic"/>
              </a:rPr>
              <a:t>※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25" dirty="0">
                <a:solidFill>
                  <a:srgbClr val="CF3853"/>
                </a:solidFill>
                <a:latin typeface="Malgun Gothic"/>
                <a:cs typeface="Malgun Gothic"/>
              </a:rPr>
              <a:t>PLC,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그래픽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패널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등의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외부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기기에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접속할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때는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다중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레지스터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쓰기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20" dirty="0">
                <a:solidFill>
                  <a:srgbClr val="CF3853"/>
                </a:solidFill>
                <a:latin typeface="Malgun Gothic"/>
                <a:cs typeface="Malgun Gothic"/>
              </a:rPr>
              <a:t>Function16(Multi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dirty="0">
                <a:solidFill>
                  <a:srgbClr val="CF3853"/>
                </a:solidFill>
                <a:latin typeface="Malgun Gothic"/>
                <a:cs typeface="Malgun Gothic"/>
              </a:rPr>
              <a:t>Regi</a:t>
            </a:r>
            <a:r>
              <a:rPr sz="900" spc="5" dirty="0">
                <a:solidFill>
                  <a:srgbClr val="CF3853"/>
                </a:solidFill>
                <a:latin typeface="Malgun Gothic"/>
                <a:cs typeface="Malgun Gothic"/>
              </a:rPr>
              <a:t>ster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20" dirty="0">
                <a:solidFill>
                  <a:srgbClr val="CF3853"/>
                </a:solidFill>
                <a:latin typeface="Malgun Gothic"/>
                <a:cs typeface="Malgun Gothic"/>
              </a:rPr>
              <a:t>Write) 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보다는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단일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레지스터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쓰기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10" dirty="0">
                <a:solidFill>
                  <a:srgbClr val="CF3853"/>
                </a:solidFill>
                <a:latin typeface="Malgun Gothic"/>
                <a:cs typeface="Malgun Gothic"/>
              </a:rPr>
              <a:t>Function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20" dirty="0">
                <a:solidFill>
                  <a:srgbClr val="CF3853"/>
                </a:solidFill>
                <a:latin typeface="Malgun Gothic"/>
                <a:cs typeface="Malgun Gothic"/>
              </a:rPr>
              <a:t>06(Single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5" dirty="0">
                <a:solidFill>
                  <a:srgbClr val="CF3853"/>
                </a:solidFill>
                <a:latin typeface="Malgun Gothic"/>
                <a:cs typeface="Malgun Gothic"/>
              </a:rPr>
              <a:t>Register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25" dirty="0">
                <a:solidFill>
                  <a:srgbClr val="CF3853"/>
                </a:solidFill>
                <a:latin typeface="Malgun Gothic"/>
                <a:cs typeface="Malgun Gothic"/>
              </a:rPr>
              <a:t>Write)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사용을</a:t>
            </a:r>
            <a:r>
              <a:rPr sz="900" spc="-65" dirty="0">
                <a:solidFill>
                  <a:srgbClr val="CF3853"/>
                </a:solidFill>
                <a:latin typeface="Malgun Gothic"/>
                <a:cs typeface="Malgun Gothic"/>
              </a:rPr>
              <a:t> </a:t>
            </a:r>
            <a:r>
              <a:rPr sz="900" spc="-55" dirty="0">
                <a:solidFill>
                  <a:srgbClr val="CF3853"/>
                </a:solidFill>
                <a:latin typeface="Malgun Gothic"/>
                <a:cs typeface="Malgun Gothic"/>
              </a:rPr>
              <a:t>권장합니다</a:t>
            </a:r>
            <a:r>
              <a:rPr sz="900" spc="75" dirty="0">
                <a:solidFill>
                  <a:srgbClr val="CF3853"/>
                </a:solidFill>
                <a:latin typeface="Malgun Gothic"/>
                <a:cs typeface="Malgun Gothic"/>
              </a:rPr>
              <a:t>.</a:t>
            </a:r>
            <a:endParaRPr sz="9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Malgun Gothic"/>
              <a:cs typeface="Malgun Gothic"/>
            </a:endParaRPr>
          </a:p>
          <a:p>
            <a:pPr marL="48260">
              <a:lnSpc>
                <a:spcPct val="100000"/>
              </a:lnSpc>
              <a:spcBef>
                <a:spcPts val="5"/>
              </a:spcBef>
            </a:pPr>
            <a:r>
              <a:rPr sz="800" b="1" spc="-20" dirty="0">
                <a:solidFill>
                  <a:srgbClr val="231F20"/>
                </a:solidFill>
                <a:latin typeface="Malgun Gothic"/>
                <a:cs typeface="Malgun Gothic"/>
              </a:rPr>
              <a:t>Query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10" dirty="0">
                <a:solidFill>
                  <a:srgbClr val="231F20"/>
                </a:solidFill>
                <a:latin typeface="Malgun Gothic"/>
                <a:cs typeface="Malgun Gothic"/>
              </a:rPr>
              <a:t>(Master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231F20"/>
                </a:solidFill>
                <a:latin typeface="Malgun Gothic"/>
                <a:cs typeface="Malgun Gothic"/>
              </a:rPr>
              <a:t>측)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8403" y="3306634"/>
            <a:ext cx="9366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5" dirty="0">
                <a:solidFill>
                  <a:srgbClr val="231F20"/>
                </a:solidFill>
                <a:latin typeface="Malgun Gothic"/>
                <a:cs typeface="Malgun Gothic"/>
              </a:rPr>
              <a:t>Response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10" dirty="0">
                <a:solidFill>
                  <a:srgbClr val="231F20"/>
                </a:solidFill>
                <a:latin typeface="Malgun Gothic"/>
                <a:cs typeface="Malgun Gothic"/>
              </a:rPr>
              <a:t>(Slave</a:t>
            </a:r>
            <a:r>
              <a:rPr sz="800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spc="-5" dirty="0">
                <a:solidFill>
                  <a:srgbClr val="231F20"/>
                </a:solidFill>
                <a:latin typeface="Malgun Gothic"/>
                <a:cs typeface="Malgun Gothic"/>
              </a:rPr>
              <a:t>측)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8809" y="8049830"/>
            <a:ext cx="93662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0" dirty="0">
                <a:solidFill>
                  <a:srgbClr val="231F20"/>
                </a:solidFill>
                <a:latin typeface="Malgun Gothic"/>
                <a:cs typeface="Malgun Gothic"/>
              </a:rPr>
              <a:t>Response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15" dirty="0">
                <a:solidFill>
                  <a:srgbClr val="231F20"/>
                </a:solidFill>
                <a:latin typeface="Malgun Gothic"/>
                <a:cs typeface="Malgun Gothic"/>
              </a:rPr>
              <a:t>(Slave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231F20"/>
                </a:solidFill>
                <a:latin typeface="Malgun Gothic"/>
                <a:cs typeface="Malgun Gothic"/>
              </a:rPr>
              <a:t>측)</a:t>
            </a:r>
            <a:endParaRPr sz="800">
              <a:latin typeface="Malgun Gothic"/>
              <a:cs typeface="Malgun Gothic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64127" y="2363655"/>
          <a:ext cx="6145530" cy="794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6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8067">
                <a:tc rowSpan="2">
                  <a:txBody>
                    <a:bodyPr/>
                    <a:lstStyle/>
                    <a:p>
                      <a:pPr marL="357505" marR="200025" indent="-177165">
                        <a:lnSpc>
                          <a:spcPct val="128000"/>
                        </a:lnSpc>
                        <a:spcBef>
                          <a:spcPts val="459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Slave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(국번)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57505" marR="294005" indent="-59690">
                        <a:lnSpc>
                          <a:spcPct val="128000"/>
                        </a:lnSpc>
                        <a:spcBef>
                          <a:spcPts val="42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Function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(명령)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74040" marR="354965" indent="-237490">
                        <a:lnSpc>
                          <a:spcPct val="104200"/>
                        </a:lnSpc>
                        <a:spcBef>
                          <a:spcPts val="5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Register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(번지)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Preset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Data(데이터)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793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17525" marR="452120" indent="-67945">
                        <a:lnSpc>
                          <a:spcPct val="104200"/>
                        </a:lnSpc>
                        <a:spcBef>
                          <a:spcPts val="5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  </a:t>
                      </a:r>
                      <a:r>
                        <a:rPr sz="7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(CRC16)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334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8288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8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6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078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68910" algn="ctr">
                        <a:lnSpc>
                          <a:spcPts val="390"/>
                        </a:lnSpc>
                      </a:pPr>
                      <a:r>
                        <a:rPr sz="700" b="1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CRC16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127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T w="12700">
                      <a:solidFill>
                        <a:srgbClr val="231F2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56506" y="3470762"/>
          <a:ext cx="6145530" cy="798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6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8080">
                <a:tc rowSpan="2">
                  <a:txBody>
                    <a:bodyPr/>
                    <a:lstStyle/>
                    <a:p>
                      <a:pPr marL="357505" marR="200025" indent="-177165">
                        <a:lnSpc>
                          <a:spcPct val="128000"/>
                        </a:lnSpc>
                        <a:spcBef>
                          <a:spcPts val="459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Slave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(국번)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57505" marR="294005" indent="-59690">
                        <a:lnSpc>
                          <a:spcPct val="128000"/>
                        </a:lnSpc>
                        <a:spcBef>
                          <a:spcPts val="42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Function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(명령)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74040" marR="354965" indent="-237490">
                        <a:lnSpc>
                          <a:spcPct val="104200"/>
                        </a:lnSpc>
                        <a:spcBef>
                          <a:spcPts val="5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Register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(번지)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Preset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Data(데이터)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793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17525" marR="452120" indent="-67945">
                        <a:lnSpc>
                          <a:spcPct val="104200"/>
                        </a:lnSpc>
                        <a:spcBef>
                          <a:spcPts val="5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  </a:t>
                      </a:r>
                      <a:r>
                        <a:rPr sz="7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(CRC16)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334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860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860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8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6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6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618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00025" algn="ctr">
                        <a:lnSpc>
                          <a:spcPts val="405"/>
                        </a:lnSpc>
                      </a:pPr>
                      <a:r>
                        <a:rPr sz="700" b="1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CRC16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T w="12700">
                      <a:solidFill>
                        <a:srgbClr val="231F2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775729" y="3040011"/>
            <a:ext cx="4724400" cy="43815"/>
            <a:chOff x="775729" y="3040011"/>
            <a:chExt cx="4724400" cy="43815"/>
          </a:xfrm>
        </p:grpSpPr>
        <p:sp>
          <p:nvSpPr>
            <p:cNvPr id="16" name="object 16"/>
            <p:cNvSpPr/>
            <p:nvPr/>
          </p:nvSpPr>
          <p:spPr>
            <a:xfrm>
              <a:off x="821580" y="3061932"/>
              <a:ext cx="4632325" cy="0"/>
            </a:xfrm>
            <a:custGeom>
              <a:avLst/>
              <a:gdLst/>
              <a:ahLst/>
              <a:cxnLst/>
              <a:rect l="l" t="t" r="r" b="b"/>
              <a:pathLst>
                <a:path w="4632325">
                  <a:moveTo>
                    <a:pt x="0" y="0"/>
                  </a:moveTo>
                  <a:lnTo>
                    <a:pt x="4632134" y="0"/>
                  </a:lnTo>
                </a:path>
              </a:pathLst>
            </a:custGeom>
            <a:ln w="900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5728" y="3040011"/>
              <a:ext cx="4724400" cy="43815"/>
            </a:xfrm>
            <a:custGeom>
              <a:avLst/>
              <a:gdLst/>
              <a:ahLst/>
              <a:cxnLst/>
              <a:rect l="l" t="t" r="r" b="b"/>
              <a:pathLst>
                <a:path w="4724400" h="43814">
                  <a:moveTo>
                    <a:pt x="60198" y="0"/>
                  </a:moveTo>
                  <a:lnTo>
                    <a:pt x="0" y="21920"/>
                  </a:lnTo>
                  <a:lnTo>
                    <a:pt x="60198" y="43815"/>
                  </a:lnTo>
                  <a:lnTo>
                    <a:pt x="52120" y="30822"/>
                  </a:lnTo>
                  <a:lnTo>
                    <a:pt x="49428" y="21920"/>
                  </a:lnTo>
                  <a:lnTo>
                    <a:pt x="52120" y="13017"/>
                  </a:lnTo>
                  <a:lnTo>
                    <a:pt x="60198" y="0"/>
                  </a:lnTo>
                  <a:close/>
                </a:path>
                <a:path w="4724400" h="43814">
                  <a:moveTo>
                    <a:pt x="4723816" y="21920"/>
                  </a:moveTo>
                  <a:lnTo>
                    <a:pt x="4663618" y="0"/>
                  </a:lnTo>
                  <a:lnTo>
                    <a:pt x="4671695" y="13017"/>
                  </a:lnTo>
                  <a:lnTo>
                    <a:pt x="4674387" y="21920"/>
                  </a:lnTo>
                  <a:lnTo>
                    <a:pt x="4671695" y="30822"/>
                  </a:lnTo>
                  <a:lnTo>
                    <a:pt x="4663618" y="43815"/>
                  </a:lnTo>
                  <a:lnTo>
                    <a:pt x="4723816" y="2192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77453" y="4151672"/>
            <a:ext cx="4712970" cy="44450"/>
            <a:chOff x="777453" y="4151672"/>
            <a:chExt cx="4712970" cy="44450"/>
          </a:xfrm>
        </p:grpSpPr>
        <p:sp>
          <p:nvSpPr>
            <p:cNvPr id="19" name="object 19"/>
            <p:cNvSpPr/>
            <p:nvPr/>
          </p:nvSpPr>
          <p:spPr>
            <a:xfrm>
              <a:off x="823299" y="4173592"/>
              <a:ext cx="4620895" cy="0"/>
            </a:xfrm>
            <a:custGeom>
              <a:avLst/>
              <a:gdLst/>
              <a:ahLst/>
              <a:cxnLst/>
              <a:rect l="l" t="t" r="r" b="b"/>
              <a:pathLst>
                <a:path w="4620895">
                  <a:moveTo>
                    <a:pt x="0" y="0"/>
                  </a:moveTo>
                  <a:lnTo>
                    <a:pt x="4620704" y="0"/>
                  </a:lnTo>
                </a:path>
              </a:pathLst>
            </a:custGeom>
            <a:ln w="900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7443" y="4151680"/>
              <a:ext cx="4712970" cy="44450"/>
            </a:xfrm>
            <a:custGeom>
              <a:avLst/>
              <a:gdLst/>
              <a:ahLst/>
              <a:cxnLst/>
              <a:rect l="l" t="t" r="r" b="b"/>
              <a:pathLst>
                <a:path w="4712970" h="44450">
                  <a:moveTo>
                    <a:pt x="60185" y="0"/>
                  </a:moveTo>
                  <a:lnTo>
                    <a:pt x="0" y="21920"/>
                  </a:lnTo>
                  <a:lnTo>
                    <a:pt x="60185" y="43827"/>
                  </a:lnTo>
                  <a:lnTo>
                    <a:pt x="52120" y="30822"/>
                  </a:lnTo>
                  <a:lnTo>
                    <a:pt x="49441" y="21920"/>
                  </a:lnTo>
                  <a:lnTo>
                    <a:pt x="52120" y="13017"/>
                  </a:lnTo>
                  <a:lnTo>
                    <a:pt x="60185" y="0"/>
                  </a:lnTo>
                  <a:close/>
                </a:path>
                <a:path w="4712970" h="44450">
                  <a:moveTo>
                    <a:pt x="4712424" y="21920"/>
                  </a:moveTo>
                  <a:lnTo>
                    <a:pt x="4652238" y="0"/>
                  </a:lnTo>
                  <a:lnTo>
                    <a:pt x="4660303" y="13017"/>
                  </a:lnTo>
                  <a:lnTo>
                    <a:pt x="4662995" y="21920"/>
                  </a:lnTo>
                  <a:lnTo>
                    <a:pt x="4660303" y="30822"/>
                  </a:lnTo>
                  <a:lnTo>
                    <a:pt x="4652238" y="43827"/>
                  </a:lnTo>
                  <a:lnTo>
                    <a:pt x="4712424" y="2192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740940" y="6731413"/>
          <a:ext cx="6148070" cy="951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5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02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7881">
                <a:tc rowSpan="2">
                  <a:txBody>
                    <a:bodyPr/>
                    <a:lstStyle/>
                    <a:p>
                      <a:pPr marL="202565" marR="45085" indent="-177165">
                        <a:lnSpc>
                          <a:spcPct val="127899"/>
                        </a:lnSpc>
                        <a:spcBef>
                          <a:spcPts val="459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Slave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(국번)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0645" marR="17780" indent="-59690">
                        <a:lnSpc>
                          <a:spcPct val="127899"/>
                        </a:lnSpc>
                        <a:spcBef>
                          <a:spcPts val="42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Function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(명령)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12725" marR="95885" indent="-120650">
                        <a:lnSpc>
                          <a:spcPct val="104099"/>
                        </a:lnSpc>
                        <a:spcBef>
                          <a:spcPts val="5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Starting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  (시작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번지)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1920" marR="132715">
                        <a:lnSpc>
                          <a:spcPct val="104099"/>
                        </a:lnSpc>
                        <a:spcBef>
                          <a:spcPts val="5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No.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Register  (레지스터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개수)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24765" marR="57785" indent="104139">
                        <a:lnSpc>
                          <a:spcPct val="127899"/>
                        </a:lnSpc>
                        <a:spcBef>
                          <a:spcPts val="365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Byte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Count  (데이터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Byte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수)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4635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Data(데이터)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7874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Data(데이터)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7874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43840" marR="179070" indent="-67945">
                        <a:lnSpc>
                          <a:spcPct val="104099"/>
                        </a:lnSpc>
                        <a:spcBef>
                          <a:spcPts val="5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  </a:t>
                      </a:r>
                      <a:r>
                        <a:rPr sz="7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(CRC16)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334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35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31"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7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624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2384" algn="ctr">
                        <a:lnSpc>
                          <a:spcPts val="340"/>
                        </a:lnSpc>
                      </a:pPr>
                      <a:r>
                        <a:rPr sz="700" b="1" spc="2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CRC16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T w="12700">
                      <a:solidFill>
                        <a:srgbClr val="231F2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758229" y="8221890"/>
          <a:ext cx="6140450" cy="578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7906">
                <a:tc rowSpan="2">
                  <a:txBody>
                    <a:bodyPr/>
                    <a:lstStyle/>
                    <a:p>
                      <a:pPr marL="357505" marR="200025" indent="-177165">
                        <a:lnSpc>
                          <a:spcPct val="127899"/>
                        </a:lnSpc>
                        <a:spcBef>
                          <a:spcPts val="459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Slave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(국번)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357505" marR="294005" indent="-59690">
                        <a:lnSpc>
                          <a:spcPct val="127899"/>
                        </a:lnSpc>
                        <a:spcBef>
                          <a:spcPts val="42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Function  </a:t>
                      </a: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(명령)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67995" marR="350520" indent="-120650">
                        <a:lnSpc>
                          <a:spcPct val="104099"/>
                        </a:lnSpc>
                        <a:spcBef>
                          <a:spcPts val="5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Starting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  (시작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번지)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76555" marR="387350">
                        <a:lnSpc>
                          <a:spcPct val="104099"/>
                        </a:lnSpc>
                        <a:spcBef>
                          <a:spcPts val="5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No.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Register  (레지스터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개수)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16890" marR="452120" indent="-67945">
                        <a:lnSpc>
                          <a:spcPct val="104099"/>
                        </a:lnSpc>
                        <a:spcBef>
                          <a:spcPts val="50"/>
                        </a:spcBef>
                      </a:pP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  </a:t>
                      </a:r>
                      <a:r>
                        <a:rPr sz="700" spc="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(CRC16)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334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860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860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6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606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1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30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751243" y="7564449"/>
            <a:ext cx="5272405" cy="43815"/>
          </a:xfrm>
          <a:custGeom>
            <a:avLst/>
            <a:gdLst/>
            <a:ahLst/>
            <a:cxnLst/>
            <a:rect l="l" t="t" r="r" b="b"/>
            <a:pathLst>
              <a:path w="5272405" h="43815">
                <a:moveTo>
                  <a:pt x="60134" y="0"/>
                </a:moveTo>
                <a:lnTo>
                  <a:pt x="0" y="21907"/>
                </a:lnTo>
                <a:lnTo>
                  <a:pt x="60134" y="43789"/>
                </a:lnTo>
                <a:lnTo>
                  <a:pt x="52070" y="30797"/>
                </a:lnTo>
                <a:lnTo>
                  <a:pt x="49390" y="21907"/>
                </a:lnTo>
                <a:lnTo>
                  <a:pt x="52070" y="13017"/>
                </a:lnTo>
                <a:lnTo>
                  <a:pt x="60134" y="0"/>
                </a:lnTo>
                <a:close/>
              </a:path>
              <a:path w="5272405" h="43815">
                <a:moveTo>
                  <a:pt x="5272278" y="21907"/>
                </a:moveTo>
                <a:lnTo>
                  <a:pt x="5212143" y="0"/>
                </a:lnTo>
                <a:lnTo>
                  <a:pt x="5220208" y="13017"/>
                </a:lnTo>
                <a:lnTo>
                  <a:pt x="5222900" y="21907"/>
                </a:lnTo>
                <a:lnTo>
                  <a:pt x="5220208" y="30797"/>
                </a:lnTo>
                <a:lnTo>
                  <a:pt x="5212143" y="43789"/>
                </a:lnTo>
                <a:lnTo>
                  <a:pt x="5272278" y="2190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763705" y="8835372"/>
            <a:ext cx="4731385" cy="185420"/>
            <a:chOff x="763705" y="8835372"/>
            <a:chExt cx="4731385" cy="185420"/>
          </a:xfrm>
        </p:grpSpPr>
        <p:sp>
          <p:nvSpPr>
            <p:cNvPr id="25" name="object 25"/>
            <p:cNvSpPr/>
            <p:nvPr/>
          </p:nvSpPr>
          <p:spPr>
            <a:xfrm>
              <a:off x="817246" y="8927955"/>
              <a:ext cx="4637405" cy="0"/>
            </a:xfrm>
            <a:custGeom>
              <a:avLst/>
              <a:gdLst/>
              <a:ahLst/>
              <a:cxnLst/>
              <a:rect l="l" t="t" r="r" b="b"/>
              <a:pathLst>
                <a:path w="4637405">
                  <a:moveTo>
                    <a:pt x="0" y="0"/>
                  </a:moveTo>
                  <a:lnTo>
                    <a:pt x="4637379" y="0"/>
                  </a:lnTo>
                </a:path>
              </a:pathLst>
            </a:custGeom>
            <a:ln w="901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1436" y="8906065"/>
              <a:ext cx="4713605" cy="43815"/>
            </a:xfrm>
            <a:custGeom>
              <a:avLst/>
              <a:gdLst/>
              <a:ahLst/>
              <a:cxnLst/>
              <a:rect l="l" t="t" r="r" b="b"/>
              <a:pathLst>
                <a:path w="4713605" h="43815">
                  <a:moveTo>
                    <a:pt x="60147" y="0"/>
                  </a:moveTo>
                  <a:lnTo>
                    <a:pt x="0" y="21894"/>
                  </a:lnTo>
                  <a:lnTo>
                    <a:pt x="60147" y="43789"/>
                  </a:lnTo>
                  <a:lnTo>
                    <a:pt x="52082" y="30784"/>
                  </a:lnTo>
                  <a:lnTo>
                    <a:pt x="49390" y="21894"/>
                  </a:lnTo>
                  <a:lnTo>
                    <a:pt x="52082" y="13004"/>
                  </a:lnTo>
                  <a:lnTo>
                    <a:pt x="60147" y="0"/>
                  </a:lnTo>
                  <a:close/>
                </a:path>
                <a:path w="4713605" h="43815">
                  <a:moveTo>
                    <a:pt x="4713262" y="21894"/>
                  </a:moveTo>
                  <a:lnTo>
                    <a:pt x="4653115" y="0"/>
                  </a:lnTo>
                  <a:lnTo>
                    <a:pt x="4661179" y="13004"/>
                  </a:lnTo>
                  <a:lnTo>
                    <a:pt x="4663859" y="21894"/>
                  </a:lnTo>
                  <a:lnTo>
                    <a:pt x="4661179" y="30784"/>
                  </a:lnTo>
                  <a:lnTo>
                    <a:pt x="4653115" y="43789"/>
                  </a:lnTo>
                  <a:lnTo>
                    <a:pt x="4713262" y="2189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8207" y="8838261"/>
              <a:ext cx="0" cy="182245"/>
            </a:xfrm>
            <a:custGeom>
              <a:avLst/>
              <a:gdLst/>
              <a:ahLst/>
              <a:cxnLst/>
              <a:rect l="l" t="t" r="r" b="b"/>
              <a:pathLst>
                <a:path h="182245">
                  <a:moveTo>
                    <a:pt x="0" y="0"/>
                  </a:moveTo>
                  <a:lnTo>
                    <a:pt x="0" y="181952"/>
                  </a:lnTo>
                </a:path>
              </a:pathLst>
            </a:custGeom>
            <a:ln w="900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90536" y="8835372"/>
              <a:ext cx="0" cy="182245"/>
            </a:xfrm>
            <a:custGeom>
              <a:avLst/>
              <a:gdLst/>
              <a:ahLst/>
              <a:cxnLst/>
              <a:rect l="l" t="t" r="r" b="b"/>
              <a:pathLst>
                <a:path h="182245">
                  <a:moveTo>
                    <a:pt x="0" y="0"/>
                  </a:moveTo>
                  <a:lnTo>
                    <a:pt x="0" y="181952"/>
                  </a:lnTo>
                </a:path>
              </a:pathLst>
            </a:custGeom>
            <a:ln w="900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785980" y="7586345"/>
            <a:ext cx="5196205" cy="0"/>
          </a:xfrm>
          <a:custGeom>
            <a:avLst/>
            <a:gdLst/>
            <a:ahLst/>
            <a:cxnLst/>
            <a:rect l="l" t="t" r="r" b="b"/>
            <a:pathLst>
              <a:path w="5196205">
                <a:moveTo>
                  <a:pt x="0" y="0"/>
                </a:moveTo>
                <a:lnTo>
                  <a:pt x="5195887" y="0"/>
                </a:lnTo>
              </a:path>
            </a:pathLst>
          </a:custGeom>
          <a:ln w="901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964191" y="8949620"/>
            <a:ext cx="314960" cy="134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b="1" spc="20" dirty="0">
                <a:solidFill>
                  <a:srgbClr val="231F20"/>
                </a:solidFill>
                <a:latin typeface="Malgun Gothic"/>
                <a:cs typeface="Malgun Gothic"/>
              </a:rPr>
              <a:t>CRC16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725" y="553852"/>
            <a:ext cx="6741795" cy="336550"/>
            <a:chOff x="411725" y="553852"/>
            <a:chExt cx="6741795" cy="336550"/>
          </a:xfrm>
        </p:grpSpPr>
        <p:sp>
          <p:nvSpPr>
            <p:cNvPr id="3" name="object 3"/>
            <p:cNvSpPr/>
            <p:nvPr/>
          </p:nvSpPr>
          <p:spPr>
            <a:xfrm>
              <a:off x="419823" y="564299"/>
              <a:ext cx="6730365" cy="315595"/>
            </a:xfrm>
            <a:custGeom>
              <a:avLst/>
              <a:gdLst/>
              <a:ahLst/>
              <a:cxnLst/>
              <a:rect l="l" t="t" r="r" b="b"/>
              <a:pathLst>
                <a:path w="6730365" h="315594">
                  <a:moveTo>
                    <a:pt x="6730199" y="0"/>
                  </a:moveTo>
                  <a:lnTo>
                    <a:pt x="0" y="0"/>
                  </a:lnTo>
                  <a:lnTo>
                    <a:pt x="0" y="314998"/>
                  </a:lnTo>
                  <a:lnTo>
                    <a:pt x="6730199" y="314998"/>
                  </a:lnTo>
                  <a:lnTo>
                    <a:pt x="6730199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1721" y="553859"/>
              <a:ext cx="6741795" cy="336550"/>
            </a:xfrm>
            <a:custGeom>
              <a:avLst/>
              <a:gdLst/>
              <a:ahLst/>
              <a:cxnLst/>
              <a:rect l="l" t="t" r="r" b="b"/>
              <a:pathLst>
                <a:path w="6741795" h="336550">
                  <a:moveTo>
                    <a:pt x="142201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0" y="320040"/>
                  </a:lnTo>
                  <a:lnTo>
                    <a:pt x="0" y="336550"/>
                  </a:lnTo>
                  <a:lnTo>
                    <a:pt x="142201" y="336550"/>
                  </a:lnTo>
                  <a:lnTo>
                    <a:pt x="142201" y="320040"/>
                  </a:lnTo>
                  <a:lnTo>
                    <a:pt x="16205" y="320040"/>
                  </a:lnTo>
                  <a:lnTo>
                    <a:pt x="16205" y="15240"/>
                  </a:lnTo>
                  <a:lnTo>
                    <a:pt x="142201" y="15240"/>
                  </a:lnTo>
                  <a:lnTo>
                    <a:pt x="142201" y="0"/>
                  </a:lnTo>
                  <a:close/>
                </a:path>
                <a:path w="6741795" h="336550">
                  <a:moveTo>
                    <a:pt x="6741642" y="0"/>
                  </a:moveTo>
                  <a:lnTo>
                    <a:pt x="6599441" y="0"/>
                  </a:lnTo>
                  <a:lnTo>
                    <a:pt x="6599441" y="15240"/>
                  </a:lnTo>
                  <a:lnTo>
                    <a:pt x="6725425" y="15240"/>
                  </a:lnTo>
                  <a:lnTo>
                    <a:pt x="6725425" y="320040"/>
                  </a:lnTo>
                  <a:lnTo>
                    <a:pt x="6599441" y="320040"/>
                  </a:lnTo>
                  <a:lnTo>
                    <a:pt x="6599441" y="336550"/>
                  </a:lnTo>
                  <a:lnTo>
                    <a:pt x="6741642" y="336550"/>
                  </a:lnTo>
                  <a:lnTo>
                    <a:pt x="6741642" y="320040"/>
                  </a:lnTo>
                  <a:lnTo>
                    <a:pt x="6741642" y="15240"/>
                  </a:lnTo>
                  <a:lnTo>
                    <a:pt x="6741642" y="0"/>
                  </a:lnTo>
                  <a:close/>
                </a:path>
              </a:pathLst>
            </a:custGeom>
            <a:solidFill>
              <a:srgbClr val="668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27930" y="609915"/>
            <a:ext cx="670940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1200" b="1" spc="90" dirty="0">
                <a:solidFill>
                  <a:srgbClr val="FFFFFF"/>
                </a:solidFill>
                <a:latin typeface="Arial"/>
                <a:cs typeface="Arial"/>
              </a:rPr>
              <a:t>M74 </a:t>
            </a:r>
            <a:r>
              <a:rPr sz="1200" b="1" spc="-70" dirty="0">
                <a:solidFill>
                  <a:srgbClr val="FFFFFF"/>
                </a:solidFill>
                <a:latin typeface="Arial"/>
                <a:cs typeface="Arial"/>
              </a:rPr>
              <a:t>Series 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Communication 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36679" y="627049"/>
            <a:ext cx="1412875" cy="180975"/>
          </a:xfrm>
          <a:custGeom>
            <a:avLst/>
            <a:gdLst/>
            <a:ahLst/>
            <a:cxnLst/>
            <a:rect l="l" t="t" r="r" b="b"/>
            <a:pathLst>
              <a:path w="1412875" h="180975">
                <a:moveTo>
                  <a:pt x="148475" y="355"/>
                </a:moveTo>
                <a:lnTo>
                  <a:pt x="0" y="355"/>
                </a:lnTo>
                <a:lnTo>
                  <a:pt x="0" y="35915"/>
                </a:lnTo>
                <a:lnTo>
                  <a:pt x="50723" y="35915"/>
                </a:lnTo>
                <a:lnTo>
                  <a:pt x="50723" y="179425"/>
                </a:lnTo>
                <a:lnTo>
                  <a:pt x="97332" y="179425"/>
                </a:lnTo>
                <a:lnTo>
                  <a:pt x="97332" y="35915"/>
                </a:lnTo>
                <a:lnTo>
                  <a:pt x="148475" y="35915"/>
                </a:lnTo>
                <a:lnTo>
                  <a:pt x="148475" y="355"/>
                </a:lnTo>
                <a:close/>
              </a:path>
              <a:path w="1412875" h="180975">
                <a:moveTo>
                  <a:pt x="261543" y="82257"/>
                </a:moveTo>
                <a:lnTo>
                  <a:pt x="260845" y="71221"/>
                </a:lnTo>
                <a:lnTo>
                  <a:pt x="258305" y="65176"/>
                </a:lnTo>
                <a:lnTo>
                  <a:pt x="251853" y="61963"/>
                </a:lnTo>
                <a:lnTo>
                  <a:pt x="239420" y="59474"/>
                </a:lnTo>
                <a:lnTo>
                  <a:pt x="219176" y="59474"/>
                </a:lnTo>
                <a:lnTo>
                  <a:pt x="219176" y="89839"/>
                </a:lnTo>
                <a:lnTo>
                  <a:pt x="219176" y="103136"/>
                </a:lnTo>
                <a:lnTo>
                  <a:pt x="161531" y="103136"/>
                </a:lnTo>
                <a:lnTo>
                  <a:pt x="161531" y="89839"/>
                </a:lnTo>
                <a:lnTo>
                  <a:pt x="219176" y="89839"/>
                </a:lnTo>
                <a:lnTo>
                  <a:pt x="219176" y="59474"/>
                </a:lnTo>
                <a:lnTo>
                  <a:pt x="142557" y="59474"/>
                </a:lnTo>
                <a:lnTo>
                  <a:pt x="128638" y="60375"/>
                </a:lnTo>
                <a:lnTo>
                  <a:pt x="121500" y="63360"/>
                </a:lnTo>
                <a:lnTo>
                  <a:pt x="118859" y="70840"/>
                </a:lnTo>
                <a:lnTo>
                  <a:pt x="118567" y="82257"/>
                </a:lnTo>
                <a:lnTo>
                  <a:pt x="118491" y="158445"/>
                </a:lnTo>
                <a:lnTo>
                  <a:pt x="120777" y="170891"/>
                </a:lnTo>
                <a:lnTo>
                  <a:pt x="124053" y="177279"/>
                </a:lnTo>
                <a:lnTo>
                  <a:pt x="130556" y="179641"/>
                </a:lnTo>
                <a:lnTo>
                  <a:pt x="142557" y="179971"/>
                </a:lnTo>
                <a:lnTo>
                  <a:pt x="261493" y="179971"/>
                </a:lnTo>
                <a:lnTo>
                  <a:pt x="261493" y="154012"/>
                </a:lnTo>
                <a:lnTo>
                  <a:pt x="161378" y="154012"/>
                </a:lnTo>
                <a:lnTo>
                  <a:pt x="161378" y="130149"/>
                </a:lnTo>
                <a:lnTo>
                  <a:pt x="261543" y="129997"/>
                </a:lnTo>
                <a:lnTo>
                  <a:pt x="261543" y="103136"/>
                </a:lnTo>
                <a:lnTo>
                  <a:pt x="261543" y="89839"/>
                </a:lnTo>
                <a:lnTo>
                  <a:pt x="261543" y="82257"/>
                </a:lnTo>
                <a:close/>
              </a:path>
              <a:path w="1412875" h="180975">
                <a:moveTo>
                  <a:pt x="500100" y="73240"/>
                </a:moveTo>
                <a:lnTo>
                  <a:pt x="497840" y="66179"/>
                </a:lnTo>
                <a:lnTo>
                  <a:pt x="490753" y="62865"/>
                </a:lnTo>
                <a:lnTo>
                  <a:pt x="476694" y="60896"/>
                </a:lnTo>
                <a:lnTo>
                  <a:pt x="409130" y="60896"/>
                </a:lnTo>
                <a:lnTo>
                  <a:pt x="401828" y="65405"/>
                </a:lnTo>
                <a:lnTo>
                  <a:pt x="388086" y="60236"/>
                </a:lnTo>
                <a:lnTo>
                  <a:pt x="329057" y="60236"/>
                </a:lnTo>
                <a:lnTo>
                  <a:pt x="320522" y="65493"/>
                </a:lnTo>
                <a:lnTo>
                  <a:pt x="320522" y="56299"/>
                </a:lnTo>
                <a:lnTo>
                  <a:pt x="279793" y="56299"/>
                </a:lnTo>
                <a:lnTo>
                  <a:pt x="279793" y="60236"/>
                </a:lnTo>
                <a:lnTo>
                  <a:pt x="279793" y="180378"/>
                </a:lnTo>
                <a:lnTo>
                  <a:pt x="317220" y="180378"/>
                </a:lnTo>
                <a:lnTo>
                  <a:pt x="317220" y="88493"/>
                </a:lnTo>
                <a:lnTo>
                  <a:pt x="367728" y="88493"/>
                </a:lnTo>
                <a:lnTo>
                  <a:pt x="367728" y="180378"/>
                </a:lnTo>
                <a:lnTo>
                  <a:pt x="409130" y="180378"/>
                </a:lnTo>
                <a:lnTo>
                  <a:pt x="409130" y="89801"/>
                </a:lnTo>
                <a:lnTo>
                  <a:pt x="459600" y="89801"/>
                </a:lnTo>
                <a:lnTo>
                  <a:pt x="459600" y="180378"/>
                </a:lnTo>
                <a:lnTo>
                  <a:pt x="499681" y="180378"/>
                </a:lnTo>
                <a:lnTo>
                  <a:pt x="499681" y="86423"/>
                </a:lnTo>
                <a:lnTo>
                  <a:pt x="500100" y="73240"/>
                </a:lnTo>
                <a:close/>
              </a:path>
              <a:path w="1412875" h="180975">
                <a:moveTo>
                  <a:pt x="641692" y="59334"/>
                </a:moveTo>
                <a:lnTo>
                  <a:pt x="540143" y="59334"/>
                </a:lnTo>
                <a:lnTo>
                  <a:pt x="527761" y="62039"/>
                </a:lnTo>
                <a:lnTo>
                  <a:pt x="521411" y="65379"/>
                </a:lnTo>
                <a:lnTo>
                  <a:pt x="519099" y="71564"/>
                </a:lnTo>
                <a:lnTo>
                  <a:pt x="518833" y="82778"/>
                </a:lnTo>
                <a:lnTo>
                  <a:pt x="518833" y="155028"/>
                </a:lnTo>
                <a:lnTo>
                  <a:pt x="519214" y="169125"/>
                </a:lnTo>
                <a:lnTo>
                  <a:pt x="521881" y="176428"/>
                </a:lnTo>
                <a:lnTo>
                  <a:pt x="529094" y="179260"/>
                </a:lnTo>
                <a:lnTo>
                  <a:pt x="543140" y="179971"/>
                </a:lnTo>
                <a:lnTo>
                  <a:pt x="641045" y="179971"/>
                </a:lnTo>
                <a:lnTo>
                  <a:pt x="641045" y="153682"/>
                </a:lnTo>
                <a:lnTo>
                  <a:pt x="562864" y="153682"/>
                </a:lnTo>
                <a:lnTo>
                  <a:pt x="562864" y="82334"/>
                </a:lnTo>
                <a:lnTo>
                  <a:pt x="641692" y="82334"/>
                </a:lnTo>
                <a:lnTo>
                  <a:pt x="641692" y="59334"/>
                </a:lnTo>
                <a:close/>
              </a:path>
              <a:path w="1412875" h="180975">
                <a:moveTo>
                  <a:pt x="799719" y="83058"/>
                </a:moveTo>
                <a:lnTo>
                  <a:pt x="795858" y="69989"/>
                </a:lnTo>
                <a:lnTo>
                  <a:pt x="787374" y="62801"/>
                </a:lnTo>
                <a:lnTo>
                  <a:pt x="778878" y="59766"/>
                </a:lnTo>
                <a:lnTo>
                  <a:pt x="775017" y="59143"/>
                </a:lnTo>
                <a:lnTo>
                  <a:pt x="756907" y="59156"/>
                </a:lnTo>
                <a:lnTo>
                  <a:pt x="756907" y="87083"/>
                </a:lnTo>
                <a:lnTo>
                  <a:pt x="756907" y="153162"/>
                </a:lnTo>
                <a:lnTo>
                  <a:pt x="695744" y="153162"/>
                </a:lnTo>
                <a:lnTo>
                  <a:pt x="695744" y="87083"/>
                </a:lnTo>
                <a:lnTo>
                  <a:pt x="756907" y="87083"/>
                </a:lnTo>
                <a:lnTo>
                  <a:pt x="756907" y="59156"/>
                </a:lnTo>
                <a:lnTo>
                  <a:pt x="679691" y="59156"/>
                </a:lnTo>
                <a:lnTo>
                  <a:pt x="666064" y="63474"/>
                </a:lnTo>
                <a:lnTo>
                  <a:pt x="658799" y="71678"/>
                </a:lnTo>
                <a:lnTo>
                  <a:pt x="655904" y="79641"/>
                </a:lnTo>
                <a:lnTo>
                  <a:pt x="655408" y="83058"/>
                </a:lnTo>
                <a:lnTo>
                  <a:pt x="655281" y="156159"/>
                </a:lnTo>
                <a:lnTo>
                  <a:pt x="659091" y="168414"/>
                </a:lnTo>
                <a:lnTo>
                  <a:pt x="665454" y="175564"/>
                </a:lnTo>
                <a:lnTo>
                  <a:pt x="671423" y="178904"/>
                </a:lnTo>
                <a:lnTo>
                  <a:pt x="674065" y="179730"/>
                </a:lnTo>
                <a:lnTo>
                  <a:pt x="779106" y="179692"/>
                </a:lnTo>
                <a:lnTo>
                  <a:pt x="799719" y="87083"/>
                </a:lnTo>
                <a:lnTo>
                  <a:pt x="799719" y="83058"/>
                </a:lnTo>
                <a:close/>
              </a:path>
              <a:path w="1412875" h="180975">
                <a:moveTo>
                  <a:pt x="952487" y="140995"/>
                </a:moveTo>
                <a:lnTo>
                  <a:pt x="857211" y="140995"/>
                </a:lnTo>
                <a:lnTo>
                  <a:pt x="857211" y="2565"/>
                </a:lnTo>
                <a:lnTo>
                  <a:pt x="815162" y="2565"/>
                </a:lnTo>
                <a:lnTo>
                  <a:pt x="815162" y="140995"/>
                </a:lnTo>
                <a:lnTo>
                  <a:pt x="815162" y="179095"/>
                </a:lnTo>
                <a:lnTo>
                  <a:pt x="952487" y="179095"/>
                </a:lnTo>
                <a:lnTo>
                  <a:pt x="952487" y="140995"/>
                </a:lnTo>
                <a:close/>
              </a:path>
              <a:path w="1412875" h="180975">
                <a:moveTo>
                  <a:pt x="1008481" y="51892"/>
                </a:moveTo>
                <a:lnTo>
                  <a:pt x="969581" y="51892"/>
                </a:lnTo>
                <a:lnTo>
                  <a:pt x="969581" y="179146"/>
                </a:lnTo>
                <a:lnTo>
                  <a:pt x="1008481" y="179146"/>
                </a:lnTo>
                <a:lnTo>
                  <a:pt x="1008481" y="51892"/>
                </a:lnTo>
                <a:close/>
              </a:path>
              <a:path w="1412875" h="180975">
                <a:moveTo>
                  <a:pt x="1008481" y="0"/>
                </a:moveTo>
                <a:lnTo>
                  <a:pt x="969581" y="0"/>
                </a:lnTo>
                <a:lnTo>
                  <a:pt x="969581" y="32600"/>
                </a:lnTo>
                <a:lnTo>
                  <a:pt x="1008481" y="32600"/>
                </a:lnTo>
                <a:lnTo>
                  <a:pt x="1008481" y="0"/>
                </a:lnTo>
                <a:close/>
              </a:path>
              <a:path w="1412875" h="180975">
                <a:moveTo>
                  <a:pt x="1170800" y="67691"/>
                </a:moveTo>
                <a:lnTo>
                  <a:pt x="1167917" y="59702"/>
                </a:lnTo>
                <a:lnTo>
                  <a:pt x="1159306" y="57010"/>
                </a:lnTo>
                <a:lnTo>
                  <a:pt x="1079919" y="57137"/>
                </a:lnTo>
                <a:lnTo>
                  <a:pt x="1070076" y="60426"/>
                </a:lnTo>
                <a:lnTo>
                  <a:pt x="1070076" y="51879"/>
                </a:lnTo>
                <a:lnTo>
                  <a:pt x="1026045" y="51879"/>
                </a:lnTo>
                <a:lnTo>
                  <a:pt x="1026020" y="179197"/>
                </a:lnTo>
                <a:lnTo>
                  <a:pt x="1066800" y="179197"/>
                </a:lnTo>
                <a:lnTo>
                  <a:pt x="1066800" y="85394"/>
                </a:lnTo>
                <a:lnTo>
                  <a:pt x="1125905" y="85394"/>
                </a:lnTo>
                <a:lnTo>
                  <a:pt x="1125905" y="179197"/>
                </a:lnTo>
                <a:lnTo>
                  <a:pt x="1170609" y="179197"/>
                </a:lnTo>
                <a:lnTo>
                  <a:pt x="1170609" y="83426"/>
                </a:lnTo>
                <a:lnTo>
                  <a:pt x="1170800" y="67691"/>
                </a:lnTo>
                <a:close/>
              </a:path>
              <a:path w="1412875" h="180975">
                <a:moveTo>
                  <a:pt x="1329931" y="82257"/>
                </a:moveTo>
                <a:lnTo>
                  <a:pt x="1329220" y="71221"/>
                </a:lnTo>
                <a:lnTo>
                  <a:pt x="1326667" y="65176"/>
                </a:lnTo>
                <a:lnTo>
                  <a:pt x="1320215" y="61963"/>
                </a:lnTo>
                <a:lnTo>
                  <a:pt x="1307782" y="59474"/>
                </a:lnTo>
                <a:lnTo>
                  <a:pt x="1287564" y="59474"/>
                </a:lnTo>
                <a:lnTo>
                  <a:pt x="1287564" y="89839"/>
                </a:lnTo>
                <a:lnTo>
                  <a:pt x="1287564" y="103136"/>
                </a:lnTo>
                <a:lnTo>
                  <a:pt x="1229918" y="103136"/>
                </a:lnTo>
                <a:lnTo>
                  <a:pt x="1229918" y="89839"/>
                </a:lnTo>
                <a:lnTo>
                  <a:pt x="1287564" y="89839"/>
                </a:lnTo>
                <a:lnTo>
                  <a:pt x="1287564" y="59474"/>
                </a:lnTo>
                <a:lnTo>
                  <a:pt x="1210945" y="59474"/>
                </a:lnTo>
                <a:lnTo>
                  <a:pt x="1197025" y="60375"/>
                </a:lnTo>
                <a:lnTo>
                  <a:pt x="1189888" y="63360"/>
                </a:lnTo>
                <a:lnTo>
                  <a:pt x="1187246" y="70840"/>
                </a:lnTo>
                <a:lnTo>
                  <a:pt x="1186954" y="82257"/>
                </a:lnTo>
                <a:lnTo>
                  <a:pt x="1186878" y="158445"/>
                </a:lnTo>
                <a:lnTo>
                  <a:pt x="1189164" y="170891"/>
                </a:lnTo>
                <a:lnTo>
                  <a:pt x="1192441" y="177279"/>
                </a:lnTo>
                <a:lnTo>
                  <a:pt x="1198943" y="179641"/>
                </a:lnTo>
                <a:lnTo>
                  <a:pt x="1210945" y="179971"/>
                </a:lnTo>
                <a:lnTo>
                  <a:pt x="1329880" y="179971"/>
                </a:lnTo>
                <a:lnTo>
                  <a:pt x="1329880" y="154012"/>
                </a:lnTo>
                <a:lnTo>
                  <a:pt x="1229741" y="154012"/>
                </a:lnTo>
                <a:lnTo>
                  <a:pt x="1229741" y="130149"/>
                </a:lnTo>
                <a:lnTo>
                  <a:pt x="1329931" y="129997"/>
                </a:lnTo>
                <a:lnTo>
                  <a:pt x="1329931" y="103136"/>
                </a:lnTo>
                <a:lnTo>
                  <a:pt x="1329931" y="89839"/>
                </a:lnTo>
                <a:lnTo>
                  <a:pt x="1329931" y="82257"/>
                </a:lnTo>
                <a:close/>
              </a:path>
              <a:path w="1412875" h="180975">
                <a:moveTo>
                  <a:pt x="1371396" y="18846"/>
                </a:moveTo>
                <a:lnTo>
                  <a:pt x="1338757" y="18846"/>
                </a:lnTo>
                <a:lnTo>
                  <a:pt x="1338757" y="26936"/>
                </a:lnTo>
                <a:lnTo>
                  <a:pt x="1351013" y="26936"/>
                </a:lnTo>
                <a:lnTo>
                  <a:pt x="1351013" y="51282"/>
                </a:lnTo>
                <a:lnTo>
                  <a:pt x="1358900" y="51282"/>
                </a:lnTo>
                <a:lnTo>
                  <a:pt x="1358900" y="26949"/>
                </a:lnTo>
                <a:lnTo>
                  <a:pt x="1371396" y="26936"/>
                </a:lnTo>
                <a:lnTo>
                  <a:pt x="1371396" y="18846"/>
                </a:lnTo>
                <a:close/>
              </a:path>
              <a:path w="1412875" h="180975">
                <a:moveTo>
                  <a:pt x="1412506" y="22720"/>
                </a:moveTo>
                <a:lnTo>
                  <a:pt x="1412455" y="20523"/>
                </a:lnTo>
                <a:lnTo>
                  <a:pt x="1410665" y="18757"/>
                </a:lnTo>
                <a:lnTo>
                  <a:pt x="1399184" y="18745"/>
                </a:lnTo>
                <a:lnTo>
                  <a:pt x="1397406" y="20510"/>
                </a:lnTo>
                <a:lnTo>
                  <a:pt x="1397355" y="22694"/>
                </a:lnTo>
                <a:lnTo>
                  <a:pt x="1397355" y="18745"/>
                </a:lnTo>
                <a:lnTo>
                  <a:pt x="1384007" y="18745"/>
                </a:lnTo>
                <a:lnTo>
                  <a:pt x="1382242" y="20485"/>
                </a:lnTo>
                <a:lnTo>
                  <a:pt x="1382166" y="22656"/>
                </a:lnTo>
                <a:lnTo>
                  <a:pt x="1382166" y="18732"/>
                </a:lnTo>
                <a:lnTo>
                  <a:pt x="1374089" y="18732"/>
                </a:lnTo>
                <a:lnTo>
                  <a:pt x="1374089" y="51231"/>
                </a:lnTo>
                <a:lnTo>
                  <a:pt x="1382166" y="51231"/>
                </a:lnTo>
                <a:lnTo>
                  <a:pt x="1382166" y="23507"/>
                </a:lnTo>
                <a:lnTo>
                  <a:pt x="1389265" y="23507"/>
                </a:lnTo>
                <a:lnTo>
                  <a:pt x="1389265" y="51231"/>
                </a:lnTo>
                <a:lnTo>
                  <a:pt x="1397355" y="51231"/>
                </a:lnTo>
                <a:lnTo>
                  <a:pt x="1397355" y="23507"/>
                </a:lnTo>
                <a:lnTo>
                  <a:pt x="1404391" y="23507"/>
                </a:lnTo>
                <a:lnTo>
                  <a:pt x="1404391" y="51219"/>
                </a:lnTo>
                <a:lnTo>
                  <a:pt x="1412506" y="51219"/>
                </a:lnTo>
                <a:lnTo>
                  <a:pt x="1412506" y="22720"/>
                </a:lnTo>
                <a:close/>
              </a:path>
            </a:pathLst>
          </a:custGeom>
          <a:solidFill>
            <a:srgbClr val="2947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54183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04767" y="1029548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35941" y="6350"/>
                </a:lnTo>
                <a:lnTo>
                  <a:pt x="35941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6D6E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2759" y="1187014"/>
            <a:ext cx="5890260" cy="992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35" dirty="0">
                <a:solidFill>
                  <a:srgbClr val="231F20"/>
                </a:solidFill>
                <a:latin typeface="Malgun Gothic"/>
                <a:cs typeface="Malgun Gothic"/>
              </a:rPr>
              <a:t>4.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70" dirty="0">
                <a:solidFill>
                  <a:srgbClr val="231F20"/>
                </a:solidFill>
                <a:latin typeface="Malgun Gothic"/>
                <a:cs typeface="Malgun Gothic"/>
              </a:rPr>
              <a:t>예외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231F20"/>
                </a:solidFill>
                <a:latin typeface="Malgun Gothic"/>
                <a:cs typeface="Malgun Gothic"/>
              </a:rPr>
              <a:t>처리(Exception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231F20"/>
                </a:solidFill>
                <a:latin typeface="Malgun Gothic"/>
                <a:cs typeface="Malgun Gothic"/>
              </a:rPr>
              <a:t>Response-Error</a:t>
            </a:r>
            <a:r>
              <a:rPr sz="1100" b="1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231F20"/>
                </a:solidFill>
                <a:latin typeface="Malgun Gothic"/>
                <a:cs typeface="Malgun Gothic"/>
              </a:rPr>
              <a:t>Code)</a:t>
            </a:r>
            <a:endParaRPr sz="1100">
              <a:latin typeface="Malgun Gothic"/>
              <a:cs typeface="Malgun Gothic"/>
            </a:endParaRPr>
          </a:p>
          <a:p>
            <a:pPr marL="168275" marR="5080">
              <a:lnSpc>
                <a:spcPct val="116700"/>
              </a:lnSpc>
              <a:spcBef>
                <a:spcPts val="750"/>
              </a:spcBef>
            </a:pP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통신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오류(Error)가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발생할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Malgun Gothic"/>
                <a:cs typeface="Malgun Gothic"/>
              </a:rPr>
              <a:t>경우,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수신한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dirty="0">
                <a:solidFill>
                  <a:srgbClr val="231F20"/>
                </a:solidFill>
                <a:latin typeface="Malgun Gothic"/>
                <a:cs typeface="Malgun Gothic"/>
              </a:rPr>
              <a:t>명령(Function)에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해당되는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5" dirty="0">
                <a:solidFill>
                  <a:srgbClr val="231F20"/>
                </a:solidFill>
                <a:latin typeface="Malgun Gothic"/>
                <a:cs typeface="Malgun Gothic"/>
              </a:rPr>
              <a:t>Error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5" dirty="0">
                <a:solidFill>
                  <a:srgbClr val="231F20"/>
                </a:solidFill>
                <a:latin typeface="Malgun Gothic"/>
                <a:cs typeface="Malgun Gothic"/>
              </a:rPr>
              <a:t>code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를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첨부하여</a:t>
            </a:r>
            <a:r>
              <a:rPr sz="1000" spc="-7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31F20"/>
                </a:solidFill>
                <a:latin typeface="Malgun Gothic"/>
                <a:cs typeface="Malgun Gothic"/>
              </a:rPr>
              <a:t>상위(Master) </a:t>
            </a:r>
            <a:r>
              <a:rPr sz="1000" spc="-34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로</a:t>
            </a:r>
            <a:r>
              <a:rPr sz="1000" spc="-8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60" dirty="0">
                <a:solidFill>
                  <a:srgbClr val="231F20"/>
                </a:solidFill>
                <a:latin typeface="Malgun Gothic"/>
                <a:cs typeface="Malgun Gothic"/>
              </a:rPr>
              <a:t>전송</a:t>
            </a:r>
            <a:r>
              <a:rPr sz="1000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Malgun Gothic"/>
                <a:cs typeface="Malgun Gothic"/>
              </a:rPr>
              <a:t>됩니다.</a:t>
            </a:r>
            <a:endParaRPr sz="1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50">
              <a:latin typeface="Malgun Gothic"/>
              <a:cs typeface="Malgun Gothic"/>
            </a:endParaRPr>
          </a:p>
          <a:p>
            <a:pPr marL="20320">
              <a:lnSpc>
                <a:spcPct val="100000"/>
              </a:lnSpc>
            </a:pPr>
            <a:r>
              <a:rPr sz="800" b="1" spc="-20" dirty="0">
                <a:solidFill>
                  <a:srgbClr val="231F20"/>
                </a:solidFill>
                <a:latin typeface="Malgun Gothic"/>
                <a:cs typeface="Malgun Gothic"/>
              </a:rPr>
              <a:t>Response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15" dirty="0">
                <a:solidFill>
                  <a:srgbClr val="231F20"/>
                </a:solidFill>
                <a:latin typeface="Malgun Gothic"/>
                <a:cs typeface="Malgun Gothic"/>
              </a:rPr>
              <a:t>(Slave</a:t>
            </a:r>
            <a:r>
              <a:rPr sz="800" b="1" spc="-60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800" b="1" spc="-25" dirty="0">
                <a:solidFill>
                  <a:srgbClr val="231F20"/>
                </a:solidFill>
                <a:latin typeface="Malgun Gothic"/>
                <a:cs typeface="Malgun Gothic"/>
              </a:rPr>
              <a:t>측)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436" y="3573132"/>
            <a:ext cx="174243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60" dirty="0">
                <a:solidFill>
                  <a:srgbClr val="231F20"/>
                </a:solidFill>
                <a:latin typeface="Malgun Gothic"/>
                <a:cs typeface="Malgun Gothic"/>
              </a:rPr>
              <a:t>◈</a:t>
            </a:r>
            <a:r>
              <a:rPr sz="1000" b="1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b="1" spc="-20" dirty="0">
                <a:solidFill>
                  <a:srgbClr val="231F20"/>
                </a:solidFill>
                <a:latin typeface="Malgun Gothic"/>
                <a:cs typeface="Malgun Gothic"/>
              </a:rPr>
              <a:t>오류(Error)</a:t>
            </a:r>
            <a:r>
              <a:rPr sz="1000" b="1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b="1" spc="-60" dirty="0">
                <a:solidFill>
                  <a:srgbClr val="231F20"/>
                </a:solidFill>
                <a:latin typeface="Malgun Gothic"/>
                <a:cs typeface="Malgun Gothic"/>
              </a:rPr>
              <a:t>코드별</a:t>
            </a:r>
            <a:r>
              <a:rPr sz="1000" b="1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b="1" spc="-60" dirty="0">
                <a:solidFill>
                  <a:srgbClr val="231F20"/>
                </a:solidFill>
                <a:latin typeface="Malgun Gothic"/>
                <a:cs typeface="Malgun Gothic"/>
              </a:rPr>
              <a:t>내용</a:t>
            </a:r>
            <a:r>
              <a:rPr sz="1000" b="1" spc="-75" dirty="0">
                <a:solidFill>
                  <a:srgbClr val="231F20"/>
                </a:solidFill>
                <a:latin typeface="Malgun Gothic"/>
                <a:cs typeface="Malgun Gothic"/>
              </a:rPr>
              <a:t> </a:t>
            </a:r>
            <a:r>
              <a:rPr sz="1000" b="1" spc="-60" dirty="0">
                <a:solidFill>
                  <a:srgbClr val="231F20"/>
                </a:solidFill>
                <a:latin typeface="Malgun Gothic"/>
                <a:cs typeface="Malgun Gothic"/>
              </a:rPr>
              <a:t>설명</a:t>
            </a:r>
            <a:endParaRPr sz="1000">
              <a:latin typeface="Malgun Gothic"/>
              <a:cs typeface="Malgun Gothic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14437" y="2223639"/>
          <a:ext cx="6148705" cy="88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2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2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81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5430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Slave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Address(국번)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13360">
                        <a:lnSpc>
                          <a:spcPct val="100000"/>
                        </a:lnSpc>
                      </a:pPr>
                      <a:r>
                        <a:rPr sz="8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Function(기능코드)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362585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code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92810" marR="896619" algn="ctr">
                        <a:lnSpc>
                          <a:spcPct val="1042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Check  </a:t>
                      </a:r>
                      <a:r>
                        <a:rPr sz="800" spc="3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(CRC16)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8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Lo(하위)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5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Hi(상위)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8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1Byte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1270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736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09220" algn="ctr">
                        <a:lnSpc>
                          <a:spcPts val="650"/>
                        </a:lnSpc>
                      </a:pPr>
                      <a:r>
                        <a:rPr sz="800" b="1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CRC16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54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12700">
                      <a:solidFill>
                        <a:srgbClr val="231F2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31F20"/>
                      </a:solidFill>
                      <a:prstDash val="solid"/>
                    </a:lnL>
                    <a:lnT w="12700">
                      <a:solidFill>
                        <a:srgbClr val="231F2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723633" y="2962978"/>
            <a:ext cx="3769360" cy="48895"/>
            <a:chOff x="723633" y="2962978"/>
            <a:chExt cx="3769360" cy="48895"/>
          </a:xfrm>
        </p:grpSpPr>
        <p:sp>
          <p:nvSpPr>
            <p:cNvPr id="13" name="object 13"/>
            <p:cNvSpPr/>
            <p:nvPr/>
          </p:nvSpPr>
          <p:spPr>
            <a:xfrm>
              <a:off x="774824" y="2987388"/>
              <a:ext cx="3667125" cy="0"/>
            </a:xfrm>
            <a:custGeom>
              <a:avLst/>
              <a:gdLst/>
              <a:ahLst/>
              <a:cxnLst/>
              <a:rect l="l" t="t" r="r" b="b"/>
              <a:pathLst>
                <a:path w="3667125">
                  <a:moveTo>
                    <a:pt x="0" y="0"/>
                  </a:moveTo>
                  <a:lnTo>
                    <a:pt x="3666744" y="0"/>
                  </a:lnTo>
                </a:path>
              </a:pathLst>
            </a:custGeom>
            <a:ln w="900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3633" y="2962986"/>
              <a:ext cx="3769360" cy="48895"/>
            </a:xfrm>
            <a:custGeom>
              <a:avLst/>
              <a:gdLst/>
              <a:ahLst/>
              <a:cxnLst/>
              <a:rect l="l" t="t" r="r" b="b"/>
              <a:pathLst>
                <a:path w="3769360" h="48894">
                  <a:moveTo>
                    <a:pt x="67208" y="0"/>
                  </a:moveTo>
                  <a:lnTo>
                    <a:pt x="0" y="24409"/>
                  </a:lnTo>
                  <a:lnTo>
                    <a:pt x="67208" y="48882"/>
                  </a:lnTo>
                  <a:lnTo>
                    <a:pt x="58191" y="34353"/>
                  </a:lnTo>
                  <a:lnTo>
                    <a:pt x="55181" y="24422"/>
                  </a:lnTo>
                  <a:lnTo>
                    <a:pt x="58191" y="14490"/>
                  </a:lnTo>
                  <a:lnTo>
                    <a:pt x="67208" y="0"/>
                  </a:lnTo>
                  <a:close/>
                </a:path>
                <a:path w="3769360" h="48894">
                  <a:moveTo>
                    <a:pt x="3769093" y="24409"/>
                  </a:moveTo>
                  <a:lnTo>
                    <a:pt x="3701910" y="0"/>
                  </a:lnTo>
                  <a:lnTo>
                    <a:pt x="3710927" y="14490"/>
                  </a:lnTo>
                  <a:lnTo>
                    <a:pt x="3713924" y="24422"/>
                  </a:lnTo>
                  <a:lnTo>
                    <a:pt x="3710927" y="34353"/>
                  </a:lnTo>
                  <a:lnTo>
                    <a:pt x="3701910" y="48882"/>
                  </a:lnTo>
                  <a:lnTo>
                    <a:pt x="3769093" y="2440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714895" y="3878935"/>
          <a:ext cx="3334385" cy="126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1005">
                <a:tc>
                  <a:txBody>
                    <a:bodyPr/>
                    <a:lstStyle/>
                    <a:p>
                      <a:pPr marR="128905" algn="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오</a:t>
                      </a:r>
                      <a:r>
                        <a:rPr sz="800" b="1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류</a:t>
                      </a:r>
                      <a:r>
                        <a:rPr sz="800" b="1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코</a:t>
                      </a:r>
                      <a:r>
                        <a:rPr sz="800" b="1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드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5080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R="19812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00" b="1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오</a:t>
                      </a:r>
                      <a:r>
                        <a:rPr sz="800" b="1" spc="1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류</a:t>
                      </a:r>
                      <a:r>
                        <a:rPr sz="800" b="1" spc="1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원</a:t>
                      </a:r>
                      <a:r>
                        <a:rPr sz="800" b="1" spc="14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-5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인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50800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853">
                <a:tc>
                  <a:txBody>
                    <a:bodyPr/>
                    <a:lstStyle/>
                    <a:p>
                      <a:pPr marR="1676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b="1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01(01h)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잘못된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기능코드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853">
                <a:tc>
                  <a:txBody>
                    <a:bodyPr/>
                    <a:lstStyle/>
                    <a:p>
                      <a:pPr marR="1676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b="1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02(02h)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잘못된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D-REGISTER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설정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847">
                <a:tc>
                  <a:txBody>
                    <a:bodyPr/>
                    <a:lstStyle/>
                    <a:p>
                      <a:pPr marR="1676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b="1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08(08h)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길이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오류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853">
                <a:tc>
                  <a:txBody>
                    <a:bodyPr/>
                    <a:lstStyle/>
                    <a:p>
                      <a:pPr marR="16764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b="1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16(10h)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LRC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or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CRC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오류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853">
                <a:tc>
                  <a:txBody>
                    <a:bodyPr/>
                    <a:lstStyle/>
                    <a:p>
                      <a:pPr marR="16764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b="1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20(14h)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476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BUSY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(시스템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부하로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일시적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처리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대기)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476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2847">
                <a:tc>
                  <a:txBody>
                    <a:bodyPr/>
                    <a:lstStyle/>
                    <a:p>
                      <a:pPr marR="16764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b="1" spc="1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00(00h)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기타</a:t>
                      </a:r>
                      <a:r>
                        <a:rPr sz="800" spc="-6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Malgun Gothic"/>
                          <a:cs typeface="Malgun Gothic"/>
                        </a:rPr>
                        <a:t>오류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9525">
                      <a:solidFill>
                        <a:srgbClr val="231F20"/>
                      </a:solidFill>
                      <a:prstDash val="solid"/>
                    </a:lnL>
                    <a:lnR w="9525">
                      <a:solidFill>
                        <a:srgbClr val="231F20"/>
                      </a:solidFill>
                      <a:prstDash val="solid"/>
                    </a:lnR>
                    <a:lnT w="9525">
                      <a:solidFill>
                        <a:srgbClr val="231F20"/>
                      </a:solidFill>
                      <a:prstDash val="solid"/>
                    </a:lnT>
                    <a:lnB w="9525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62572" y="863091"/>
          <a:ext cx="6655434" cy="1201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3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2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932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800" b="1" spc="5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레지스터</a:t>
                      </a:r>
                      <a:r>
                        <a:rPr sz="800" b="1" spc="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5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번지</a:t>
                      </a:r>
                      <a:r>
                        <a:rPr sz="800" b="1" spc="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5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범위</a:t>
                      </a:r>
                      <a:r>
                        <a:rPr sz="800" b="1" spc="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(HEXA)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984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34"/>
                        </a:spcBef>
                        <a:tabLst>
                          <a:tab pos="431165" algn="l"/>
                        </a:tabLst>
                      </a:pPr>
                      <a:r>
                        <a:rPr sz="800" b="1" spc="5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	명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34"/>
                        </a:spcBef>
                        <a:tabLst>
                          <a:tab pos="314960" algn="l"/>
                        </a:tabLst>
                      </a:pPr>
                      <a:r>
                        <a:rPr sz="800" b="1" spc="5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비	고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19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b="1" spc="30" dirty="0">
                          <a:latin typeface="Malgun Gothic"/>
                          <a:cs typeface="Malgun Gothic"/>
                        </a:rPr>
                        <a:t>00000(0000h)</a:t>
                      </a:r>
                      <a:r>
                        <a:rPr sz="700" b="1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b="1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0" dirty="0">
                          <a:latin typeface="Malgun Gothic"/>
                          <a:cs typeface="Malgun Gothic"/>
                        </a:rPr>
                        <a:t>00099(0063h)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spc="40" dirty="0">
                          <a:latin typeface="Malgun Gothic"/>
                          <a:cs typeface="Malgun Gothic"/>
                        </a:rPr>
                        <a:t>CH1~4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감시전용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공통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설정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레지스터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그룹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700" b="1" spc="4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M(N)74의</a:t>
                      </a:r>
                      <a:r>
                        <a:rPr sz="700" b="1" spc="-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절대번지</a:t>
                      </a:r>
                      <a:r>
                        <a:rPr sz="700" b="1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5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입니다.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588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700" b="1" spc="4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Modbus</a:t>
                      </a:r>
                      <a:r>
                        <a:rPr sz="700" b="1" spc="-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통신의</a:t>
                      </a:r>
                      <a:r>
                        <a:rPr sz="700" b="1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5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경우는,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5244" marR="99060">
                        <a:lnSpc>
                          <a:spcPct val="134000"/>
                        </a:lnSpc>
                      </a:pPr>
                      <a:r>
                        <a:rPr sz="700" b="1" spc="3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16-bit Holding Registers </a:t>
                      </a:r>
                      <a:r>
                        <a:rPr sz="700" b="1" spc="6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영역인 </a:t>
                      </a:r>
                      <a:r>
                        <a:rPr sz="700" b="1" spc="6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400001(40001h) </a:t>
                      </a:r>
                      <a:r>
                        <a:rPr sz="700" b="1" spc="6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번지부터 </a:t>
                      </a:r>
                      <a:r>
                        <a:rPr sz="700" b="1" spc="5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사용합니다. </a:t>
                      </a:r>
                      <a:r>
                        <a:rPr sz="700" b="1" spc="-2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즉, </a:t>
                      </a:r>
                      <a:r>
                        <a:rPr sz="700" b="1" spc="3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400001(40001h) </a:t>
                      </a:r>
                      <a:r>
                        <a:rPr sz="700" b="1" spc="4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+ </a:t>
                      </a:r>
                      <a:r>
                        <a:rPr sz="700" b="1" spc="5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[레지스터번지] </a:t>
                      </a:r>
                      <a:r>
                        <a:rPr sz="700" b="1" spc="-2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예)</a:t>
                      </a:r>
                      <a:r>
                        <a:rPr sz="700" b="1" spc="1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CH1</a:t>
                      </a:r>
                      <a:r>
                        <a:rPr sz="700" b="1" spc="2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PV</a:t>
                      </a:r>
                      <a:r>
                        <a:rPr sz="700" b="1" spc="2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(001)</a:t>
                      </a:r>
                      <a:r>
                        <a:rPr sz="700" b="1" spc="1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☞</a:t>
                      </a:r>
                      <a:r>
                        <a:rPr sz="700" b="1" spc="2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400002(40002h)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32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b="1" spc="30" dirty="0">
                          <a:latin typeface="Malgun Gothic"/>
                          <a:cs typeface="Malgun Gothic"/>
                        </a:rPr>
                        <a:t>00100(0064h)</a:t>
                      </a:r>
                      <a:r>
                        <a:rPr sz="700" b="1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b="1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latin typeface="Malgun Gothic"/>
                          <a:cs typeface="Malgun Gothic"/>
                        </a:rPr>
                        <a:t>00199(00C7h)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CH1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감시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설정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레지스터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그룹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19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b="1" spc="30" dirty="0">
                          <a:latin typeface="Malgun Gothic"/>
                          <a:cs typeface="Malgun Gothic"/>
                        </a:rPr>
                        <a:t>00200(00C8h)</a:t>
                      </a:r>
                      <a:r>
                        <a:rPr sz="700" b="1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b="1" spc="30" dirty="0">
                          <a:latin typeface="Malgun Gothic"/>
                          <a:cs typeface="Malgun Gothic"/>
                        </a:rPr>
                        <a:t> 00299(012Bh)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CH2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감시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설정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레지스터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그룹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38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b="1" spc="35" dirty="0">
                          <a:latin typeface="Malgun Gothic"/>
                          <a:cs typeface="Malgun Gothic"/>
                        </a:rPr>
                        <a:t>00300(012Ch)</a:t>
                      </a:r>
                      <a:r>
                        <a:rPr sz="700" b="1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0" dirty="0">
                          <a:latin typeface="Malgun Gothic"/>
                          <a:cs typeface="Malgun Gothic"/>
                        </a:rPr>
                        <a:t>00399(018Fh)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CH3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감시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설정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레지스터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그룹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587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700" b="1" spc="30" dirty="0">
                          <a:latin typeface="Malgun Gothic"/>
                          <a:cs typeface="Malgun Gothic"/>
                        </a:rPr>
                        <a:t>00400(0190h)</a:t>
                      </a:r>
                      <a:r>
                        <a:rPr sz="700" b="1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b="1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0" dirty="0">
                          <a:latin typeface="Malgun Gothic"/>
                          <a:cs typeface="Malgun Gothic"/>
                        </a:rPr>
                        <a:t>00499(01F3h)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4254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CH4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감시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설정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레지스터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그룹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2572" y="2377757"/>
          <a:ext cx="6655434" cy="801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2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0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81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b="1" spc="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Function</a:t>
                      </a:r>
                      <a:r>
                        <a:rPr sz="8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3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Code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b="1" spc="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Characteristics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function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3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codes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b="1" spc="5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</a:t>
                      </a:r>
                      <a:r>
                        <a:rPr sz="800" b="1" spc="30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5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능</a:t>
                      </a:r>
                      <a:r>
                        <a:rPr sz="800" b="1" spc="30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5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</a:t>
                      </a:r>
                      <a:r>
                        <a:rPr sz="800" b="1" spc="30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800" b="1" spc="5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명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38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b="1" spc="30" dirty="0">
                          <a:latin typeface="Malgun Gothic"/>
                          <a:cs typeface="Malgun Gothic"/>
                        </a:rPr>
                        <a:t>03(03h)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Read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Holding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Registers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spc="60" dirty="0">
                          <a:latin typeface="Malgun Gothic"/>
                          <a:cs typeface="Malgun Gothic"/>
                        </a:rPr>
                        <a:t>연속된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내용을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최대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32개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까지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읽을(Read)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50" dirty="0">
                          <a:latin typeface="Malgun Gothic"/>
                          <a:cs typeface="Malgun Gothic"/>
                        </a:rPr>
                        <a:t>있습니다.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32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b="1" spc="30" dirty="0">
                          <a:latin typeface="Malgun Gothic"/>
                          <a:cs typeface="Malgun Gothic"/>
                        </a:rPr>
                        <a:t>06(06h)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spc="25" dirty="0">
                          <a:latin typeface="Malgun Gothic"/>
                          <a:cs typeface="Malgun Gothic"/>
                        </a:rPr>
                        <a:t>Write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Sigle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Register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700" spc="60" dirty="0">
                          <a:latin typeface="Malgun Gothic"/>
                          <a:cs typeface="Malgun Gothic"/>
                        </a:rPr>
                        <a:t>각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원하는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값을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한개씩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기입(Write)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50" dirty="0">
                          <a:latin typeface="Malgun Gothic"/>
                          <a:cs typeface="Malgun Gothic"/>
                        </a:rPr>
                        <a:t>있습니다.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574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700" b="1" spc="30" dirty="0">
                          <a:latin typeface="Malgun Gothic"/>
                          <a:cs typeface="Malgun Gothic"/>
                        </a:rPr>
                        <a:t>16(10h)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4254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700" spc="25" dirty="0">
                          <a:latin typeface="Malgun Gothic"/>
                          <a:cs typeface="Malgun Gothic"/>
                        </a:rPr>
                        <a:t>Write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Multiple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Registers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700" spc="60" dirty="0">
                          <a:latin typeface="Malgun Gothic"/>
                          <a:cs typeface="Malgun Gothic"/>
                        </a:rPr>
                        <a:t>연속된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내용을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최대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25개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까지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기입(Write)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50" dirty="0">
                          <a:latin typeface="Malgun Gothic"/>
                          <a:cs typeface="Malgun Gothic"/>
                        </a:rPr>
                        <a:t>있습니다.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2572" y="5308879"/>
          <a:ext cx="6655434" cy="4762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186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05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4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4598">
                <a:tc gridSpan="4">
                  <a:txBody>
                    <a:bodyPr/>
                    <a:lstStyle/>
                    <a:p>
                      <a:pPr marL="4000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b="1" spc="4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M74</a:t>
                      </a:r>
                      <a:r>
                        <a:rPr sz="700" b="1" spc="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00" b="1" spc="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주소</a:t>
                      </a:r>
                      <a:r>
                        <a:rPr sz="700" b="1" spc="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(HEXA)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71120" marR="60325" indent="4445">
                        <a:lnSpc>
                          <a:spcPct val="125400"/>
                        </a:lnSpc>
                        <a:spcBef>
                          <a:spcPts val="150"/>
                        </a:spcBef>
                        <a:tabLst>
                          <a:tab pos="335915" algn="l"/>
                        </a:tabLst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파라미터  기	호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</a:t>
                      </a:r>
                      <a:r>
                        <a:rPr sz="70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능</a:t>
                      </a:r>
                      <a:r>
                        <a:rPr sz="70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</a:t>
                      </a:r>
                      <a:r>
                        <a:rPr sz="70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명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속</a:t>
                      </a:r>
                      <a:r>
                        <a:rPr sz="700" b="1" spc="20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성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700" b="1" spc="3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(R/W)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4102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설정범위</a:t>
                      </a:r>
                      <a:r>
                        <a:rPr sz="70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0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단</a:t>
                      </a:r>
                      <a:r>
                        <a:rPr sz="700" b="1" spc="2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위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700" b="1" spc="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초기값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23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b="1" spc="4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CH1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b="1" spc="4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CH2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b="1" spc="4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CH3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b="1" spc="4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CH4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604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650" b="1" spc="10" dirty="0">
                          <a:latin typeface="Malgun Gothic"/>
                          <a:cs typeface="Malgun Gothic"/>
                        </a:rPr>
                        <a:t>00000(0000h)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30" dirty="0">
                          <a:latin typeface="Malgun Gothic"/>
                          <a:cs typeface="Malgun Gothic"/>
                        </a:rPr>
                        <a:t>N.PV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Main</a:t>
                      </a:r>
                      <a:r>
                        <a:rPr sz="7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F/W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버전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60" dirty="0">
                          <a:latin typeface="Malgun Gothic"/>
                          <a:cs typeface="Malgun Gothic"/>
                        </a:rPr>
                        <a:t>메인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MCU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F/W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Version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(2-Byte)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─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604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001(0001h)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002(0002h)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003(0003h)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004(0004h)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30" dirty="0">
                          <a:latin typeface="Malgun Gothic"/>
                          <a:cs typeface="Malgun Gothic"/>
                        </a:rPr>
                        <a:t>N.PV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60" dirty="0">
                          <a:latin typeface="Malgun Gothic"/>
                          <a:cs typeface="Malgun Gothic"/>
                        </a:rPr>
                        <a:t>현재</a:t>
                      </a:r>
                      <a:r>
                        <a:rPr sz="7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측정값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(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50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─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604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005(0005h)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006(0006h)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007(0007h)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008(0008h)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30" dirty="0">
                          <a:latin typeface="Malgun Gothic"/>
                          <a:cs typeface="Malgun Gothic"/>
                        </a:rPr>
                        <a:t>N.SV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60" dirty="0">
                          <a:latin typeface="Malgun Gothic"/>
                          <a:cs typeface="Malgun Gothic"/>
                        </a:rPr>
                        <a:t>목표</a:t>
                      </a:r>
                      <a:r>
                        <a:rPr sz="7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설정값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(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50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─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604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009(0009h)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010(000Ah)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011(000Bh)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012(000Ch)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50" dirty="0">
                          <a:latin typeface="Malgun Gothic"/>
                          <a:cs typeface="Malgun Gothic"/>
                        </a:rPr>
                        <a:t>MV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60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출력량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25" dirty="0">
                          <a:latin typeface="Malgun Gothic"/>
                          <a:cs typeface="Malgun Gothic"/>
                        </a:rPr>
                        <a:t>-100.0</a:t>
                      </a:r>
                      <a:r>
                        <a:rPr sz="7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100.0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%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─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79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013(000Dh)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014(000Eh)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015(000Fh)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016(0010h)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30" dirty="0">
                          <a:latin typeface="Malgun Gothic"/>
                          <a:cs typeface="Malgun Gothic"/>
                        </a:rPr>
                        <a:t>CT.A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60" dirty="0">
                          <a:latin typeface="Malgun Gothic"/>
                          <a:cs typeface="Malgun Gothic"/>
                        </a:rPr>
                        <a:t>히터</a:t>
                      </a:r>
                      <a:r>
                        <a:rPr sz="7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0" dirty="0">
                          <a:latin typeface="Malgun Gothic"/>
                          <a:cs typeface="Malgun Gothic"/>
                        </a:rPr>
                        <a:t>전류[A]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25" dirty="0">
                          <a:latin typeface="Malgun Gothic"/>
                          <a:cs typeface="Malgun Gothic"/>
                        </a:rPr>
                        <a:t>0.0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38.0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0" dirty="0">
                          <a:latin typeface="Malgun Gothic"/>
                          <a:cs typeface="Malgun Gothic"/>
                        </a:rPr>
                        <a:t>A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A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─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604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650" b="1" spc="10" dirty="0">
                          <a:latin typeface="Malgun Gothic"/>
                          <a:cs typeface="Malgun Gothic"/>
                        </a:rPr>
                        <a:t>00017(0011h)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40" dirty="0">
                          <a:latin typeface="Malgun Gothic"/>
                          <a:cs typeface="Malgun Gothic"/>
                        </a:rPr>
                        <a:t>H/MV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40" dirty="0">
                          <a:latin typeface="Malgun Gothic"/>
                          <a:cs typeface="Malgun Gothic"/>
                        </a:rPr>
                        <a:t>H/MV</a:t>
                      </a:r>
                      <a:r>
                        <a:rPr sz="7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선택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40" dirty="0">
                          <a:latin typeface="Malgun Gothic"/>
                          <a:cs typeface="Malgun Gothic"/>
                        </a:rPr>
                        <a:t>R/W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018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50" dirty="0">
                          <a:latin typeface="Malgun Gothic"/>
                          <a:cs typeface="Malgun Gothic"/>
                        </a:rPr>
                        <a:t>25번지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기능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선택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0: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H,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1: </a:t>
                      </a:r>
                      <a:r>
                        <a:rPr sz="700" spc="50" dirty="0">
                          <a:latin typeface="Malgun Gothic"/>
                          <a:cs typeface="Malgun Gothic"/>
                        </a:rPr>
                        <a:t>MV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0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617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018(0012h)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019(0013h)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020(0014h)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021(0015h)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H.MIN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50" dirty="0">
                          <a:latin typeface="Malgun Gothic"/>
                          <a:cs typeface="Malgun Gothic"/>
                        </a:rPr>
                        <a:t>히터사용시간(분)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1440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[Minute]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40" dirty="0">
                          <a:latin typeface="Malgun Gothic"/>
                          <a:cs typeface="Malgun Gothic"/>
                        </a:rPr>
                        <a:t>M(분)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spc="10" dirty="0">
                          <a:latin typeface="Malgun Gothic"/>
                          <a:cs typeface="Malgun Gothic"/>
                        </a:rPr>
                        <a:t>H/MV=0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6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MV.H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60" dirty="0">
                          <a:latin typeface="Malgun Gothic"/>
                          <a:cs typeface="Malgun Gothic"/>
                        </a:rPr>
                        <a:t>가열</a:t>
                      </a:r>
                      <a:r>
                        <a:rPr sz="7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출력량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100.0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50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55" dirty="0">
                          <a:latin typeface="Malgun Gothic"/>
                          <a:cs typeface="Malgun Gothic"/>
                        </a:rPr>
                        <a:t>(가열냉각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동시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전용)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%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spc="10" dirty="0">
                          <a:latin typeface="Malgun Gothic"/>
                          <a:cs typeface="Malgun Gothic"/>
                        </a:rPr>
                        <a:t>H/MV=1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60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022(0016h)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023(0017h)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024(0018h)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025(0019h)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H.DAY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50" dirty="0">
                          <a:latin typeface="Malgun Gothic"/>
                          <a:cs typeface="Malgun Gothic"/>
                        </a:rPr>
                        <a:t>히터사용시간(일)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9999</a:t>
                      </a:r>
                      <a:r>
                        <a:rPr sz="7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[Day]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D(일)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spc="10" dirty="0">
                          <a:latin typeface="Malgun Gothic"/>
                          <a:cs typeface="Malgun Gothic"/>
                        </a:rPr>
                        <a:t>H/MV=0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46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MV.C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60" dirty="0">
                          <a:latin typeface="Malgun Gothic"/>
                          <a:cs typeface="Malgun Gothic"/>
                        </a:rPr>
                        <a:t>냉각</a:t>
                      </a:r>
                      <a:r>
                        <a:rPr sz="7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출력량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700" spc="3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100.0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50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55" dirty="0">
                          <a:latin typeface="Malgun Gothic"/>
                          <a:cs typeface="Malgun Gothic"/>
                        </a:rPr>
                        <a:t>(가열냉각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동시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45" dirty="0">
                          <a:latin typeface="Malgun Gothic"/>
                          <a:cs typeface="Malgun Gothic"/>
                        </a:rPr>
                        <a:t>전용)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%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650" spc="10" dirty="0">
                          <a:latin typeface="Malgun Gothic"/>
                          <a:cs typeface="Malgun Gothic"/>
                        </a:rPr>
                        <a:t>H/MV=1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9162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650" b="1" spc="10" dirty="0">
                          <a:latin typeface="Malgun Gothic"/>
                          <a:cs typeface="Malgun Gothic"/>
                        </a:rPr>
                        <a:t>00026(001Ah)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700" spc="25" dirty="0">
                          <a:latin typeface="Malgun Gothic"/>
                          <a:cs typeface="Malgun Gothic"/>
                        </a:rPr>
                        <a:t>DI.STS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700" spc="40" dirty="0">
                          <a:latin typeface="Malgun Gothic"/>
                          <a:cs typeface="Malgun Gothic"/>
                        </a:rPr>
                        <a:t>M74R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D.I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60" dirty="0">
                          <a:latin typeface="Malgun Gothic"/>
                          <a:cs typeface="Malgun Gothic"/>
                        </a:rPr>
                        <a:t>상태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700" spc="25" dirty="0">
                          <a:latin typeface="Malgun Gothic"/>
                          <a:cs typeface="Malgun Gothic"/>
                        </a:rPr>
                        <a:t>(Active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7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High)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23189">
                        <a:lnSpc>
                          <a:spcPct val="113700"/>
                        </a:lnSpc>
                        <a:spcBef>
                          <a:spcPts val="240"/>
                        </a:spcBef>
                      </a:pPr>
                      <a:r>
                        <a:rPr sz="700" spc="35" dirty="0">
                          <a:latin typeface="Consolas"/>
                          <a:cs typeface="Consolas"/>
                        </a:rPr>
                        <a:t>3rd Module: DI4(b11) ~ DI1(b8) </a:t>
                      </a:r>
                      <a:r>
                        <a:rPr sz="700" spc="-37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700" spc="35" dirty="0">
                          <a:latin typeface="Consolas"/>
                          <a:cs typeface="Consolas"/>
                        </a:rPr>
                        <a:t>2nd Module: DI4(b7) ~ DI1(b4) </a:t>
                      </a:r>
                      <a:r>
                        <a:rPr sz="700" spc="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700" spc="35" dirty="0">
                          <a:latin typeface="Consolas"/>
                          <a:cs typeface="Consolas"/>
                        </a:rPr>
                        <a:t>1st</a:t>
                      </a:r>
                      <a:r>
                        <a:rPr sz="700" spc="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700" spc="35" dirty="0">
                          <a:latin typeface="Consolas"/>
                          <a:cs typeface="Consolas"/>
                        </a:rPr>
                        <a:t>Module:</a:t>
                      </a:r>
                      <a:r>
                        <a:rPr sz="700" spc="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700" spc="35" dirty="0">
                          <a:latin typeface="Consolas"/>
                          <a:cs typeface="Consolas"/>
                        </a:rPr>
                        <a:t>DI4(b3)</a:t>
                      </a:r>
                      <a:r>
                        <a:rPr sz="700" spc="2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700" spc="35" dirty="0">
                          <a:latin typeface="Consolas"/>
                          <a:cs typeface="Consolas"/>
                        </a:rPr>
                        <a:t>~</a:t>
                      </a:r>
                      <a:r>
                        <a:rPr sz="700" spc="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700" spc="35" dirty="0">
                          <a:latin typeface="Consolas"/>
                          <a:cs typeface="Consolas"/>
                        </a:rPr>
                        <a:t>DI1(b0)</a:t>
                      </a:r>
                      <a:endParaRPr sz="700">
                        <a:latin typeface="Consolas"/>
                        <a:cs typeface="Consolas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57150" algn="just">
                        <a:lnSpc>
                          <a:spcPct val="130000"/>
                        </a:lnSpc>
                        <a:spcBef>
                          <a:spcPts val="25"/>
                        </a:spcBef>
                      </a:pPr>
                      <a:r>
                        <a:rPr sz="700" spc="5" dirty="0">
                          <a:latin typeface="Malgun Gothic"/>
                          <a:cs typeface="Malgun Gothic"/>
                        </a:rPr>
                        <a:t>Open(0) </a:t>
                      </a:r>
                      <a:r>
                        <a:rPr sz="700" spc="-2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Short(1) </a:t>
                      </a:r>
                      <a:r>
                        <a:rPr sz="700" spc="-2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-5" dirty="0">
                          <a:latin typeface="Malgun Gothic"/>
                          <a:cs typeface="Malgun Gothic"/>
                        </a:rPr>
                        <a:t>A</a:t>
                      </a:r>
                      <a:r>
                        <a:rPr sz="700" dirty="0">
                          <a:latin typeface="Malgun Gothic"/>
                          <a:cs typeface="Malgun Gothic"/>
                        </a:rPr>
                        <a:t>ctive</a:t>
                      </a:r>
                      <a:r>
                        <a:rPr sz="700" spc="-5" dirty="0">
                          <a:latin typeface="Malgun Gothic"/>
                          <a:cs typeface="Malgun Gothic"/>
                        </a:rPr>
                        <a:t>-H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─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4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027(001Bh)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028(001Ch)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029(001Dh)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030(001Eh)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700" spc="30" dirty="0">
                          <a:latin typeface="Malgun Gothic"/>
                          <a:cs typeface="Malgun Gothic"/>
                        </a:rPr>
                        <a:t>CH.STS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R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15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System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4610" marR="413384" indent="-635">
                        <a:lnSpc>
                          <a:spcPct val="134000"/>
                        </a:lnSpc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14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Sub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Firmware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 </a:t>
                      </a:r>
                      <a:r>
                        <a:rPr sz="700" spc="-229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13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EEP-ROM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12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RJC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5244" marR="356870" indent="-635">
                        <a:lnSpc>
                          <a:spcPct val="134000"/>
                        </a:lnSpc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11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System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Comm.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 </a:t>
                      </a:r>
                      <a:r>
                        <a:rPr sz="700" spc="-229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AT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09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-Over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Input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08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: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+Over</a:t>
                      </a:r>
                      <a:r>
                        <a:rPr sz="7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Input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07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: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-Burn-out</a:t>
                      </a:r>
                      <a:r>
                        <a:rPr sz="7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06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+Burn-out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3975" marR="609600" indent="-635">
                        <a:lnSpc>
                          <a:spcPct val="134000"/>
                        </a:lnSpc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05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RJ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Adjust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 </a:t>
                      </a:r>
                      <a:r>
                        <a:rPr sz="700" spc="-229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04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Run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03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Manual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Control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02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Auto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Tuning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54610" marR="445770" indent="-635">
                        <a:lnSpc>
                          <a:spcPct val="134000"/>
                        </a:lnSpc>
                      </a:pP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01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Output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Heating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 </a:t>
                      </a:r>
                      <a:r>
                        <a:rPr sz="700" spc="-229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0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5" dirty="0">
                          <a:latin typeface="Malgun Gothic"/>
                          <a:cs typeface="Malgun Gothic"/>
                        </a:rPr>
                        <a:t>00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1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30" dirty="0">
                          <a:latin typeface="Malgun Gothic"/>
                          <a:cs typeface="Malgun Gothic"/>
                        </a:rPr>
                        <a:t>Output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700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Cooling</a:t>
                      </a:r>
                      <a:r>
                        <a:rPr sz="700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spc="25" dirty="0">
                          <a:latin typeface="Malgun Gothic"/>
                          <a:cs typeface="Malgun Gothic"/>
                        </a:rPr>
                        <a:t>(1)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Malgun Gothic"/>
                          <a:cs typeface="Malgun Gothic"/>
                        </a:rPr>
                        <a:t>─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18744" y="3190705"/>
            <a:ext cx="6136640" cy="1315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07314">
              <a:lnSpc>
                <a:spcPct val="131400"/>
              </a:lnSpc>
              <a:spcBef>
                <a:spcPts val="90"/>
              </a:spcBef>
              <a:tabLst>
                <a:tab pos="1043940" algn="l"/>
              </a:tabLst>
            </a:pPr>
            <a:r>
              <a:rPr sz="750" b="1" spc="35" dirty="0">
                <a:solidFill>
                  <a:srgbClr val="1F487C"/>
                </a:solidFill>
                <a:latin typeface="Malgun Gothic"/>
                <a:cs typeface="Malgun Gothic"/>
              </a:rPr>
              <a:t>Modbus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프로토콜의 지원 기능코드는 </a:t>
            </a:r>
            <a:r>
              <a:rPr sz="750" b="1" spc="25" dirty="0">
                <a:solidFill>
                  <a:srgbClr val="1F487C"/>
                </a:solidFill>
                <a:latin typeface="Malgun Gothic"/>
                <a:cs typeface="Malgun Gothic"/>
              </a:rPr>
              <a:t>16-bit </a:t>
            </a: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Holding </a:t>
            </a:r>
            <a:r>
              <a:rPr sz="750" b="1" spc="25" dirty="0">
                <a:solidFill>
                  <a:srgbClr val="1F487C"/>
                </a:solidFill>
                <a:latin typeface="Malgun Gothic"/>
                <a:cs typeface="Malgun Gothic"/>
              </a:rPr>
              <a:t>Registers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영역인 </a:t>
            </a: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400001(40001h)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~ </a:t>
            </a:r>
            <a:r>
              <a:rPr sz="750" b="1" spc="35" dirty="0">
                <a:solidFill>
                  <a:srgbClr val="1F487C"/>
                </a:solidFill>
                <a:latin typeface="Malgun Gothic"/>
                <a:cs typeface="Malgun Gothic"/>
              </a:rPr>
              <a:t>465535(4FFFFh)번지를 </a:t>
            </a:r>
            <a:r>
              <a:rPr sz="750" b="1" spc="50" dirty="0">
                <a:solidFill>
                  <a:srgbClr val="1F487C"/>
                </a:solidFill>
                <a:latin typeface="Malgun Gothic"/>
                <a:cs typeface="Malgun Gothic"/>
              </a:rPr>
              <a:t>사용합니다. </a:t>
            </a:r>
            <a:r>
              <a:rPr sz="750" b="1" spc="-25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5" dirty="0">
                <a:solidFill>
                  <a:srgbClr val="1F487C"/>
                </a:solidFill>
                <a:latin typeface="Malgun Gothic"/>
                <a:cs typeface="Malgun Gothic"/>
              </a:rPr>
              <a:t>즉, Modbus </a:t>
            </a: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Protocol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을 사용할 경우는 </a:t>
            </a:r>
            <a:r>
              <a:rPr sz="750" b="1" spc="25" dirty="0">
                <a:solidFill>
                  <a:srgbClr val="1F487C"/>
                </a:solidFill>
                <a:latin typeface="Malgun Gothic"/>
                <a:cs typeface="Malgun Gothic"/>
              </a:rPr>
              <a:t>16-bit holding register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의 시작번지 </a:t>
            </a: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400001(40001h)에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M74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레지스터의 주소를 더해서 </a:t>
            </a:r>
            <a:r>
              <a:rPr sz="750" b="1" spc="6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사용하시면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50" dirty="0">
                <a:solidFill>
                  <a:srgbClr val="1F487C"/>
                </a:solidFill>
                <a:latin typeface="Malgun Gothic"/>
                <a:cs typeface="Malgun Gothic"/>
              </a:rPr>
              <a:t>됩니다.	</a:t>
            </a:r>
            <a:r>
              <a:rPr sz="750" b="1" spc="35" dirty="0">
                <a:solidFill>
                  <a:srgbClr val="1F487C"/>
                </a:solidFill>
                <a:latin typeface="Malgun Gothic"/>
                <a:cs typeface="Malgun Gothic"/>
              </a:rPr>
              <a:t>단,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상위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마스터측의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Address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mode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에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따라서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번지가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+1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또는</a:t>
            </a:r>
            <a:r>
              <a:rPr sz="750" b="1" spc="1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+0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으로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밀리는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경우가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있으니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주의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50" dirty="0">
                <a:solidFill>
                  <a:srgbClr val="1F487C"/>
                </a:solidFill>
                <a:latin typeface="Malgun Gothic"/>
                <a:cs typeface="Malgun Gothic"/>
              </a:rPr>
              <a:t>바랍니다.</a:t>
            </a:r>
            <a:endParaRPr sz="7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Malgun Gothic"/>
              <a:cs typeface="Malgun Gothic"/>
            </a:endParaRPr>
          </a:p>
          <a:p>
            <a:pPr marL="13335">
              <a:lnSpc>
                <a:spcPct val="100000"/>
              </a:lnSpc>
            </a:pPr>
            <a:r>
              <a:rPr sz="750" b="1" spc="45" dirty="0">
                <a:solidFill>
                  <a:srgbClr val="1F487C"/>
                </a:solidFill>
                <a:latin typeface="Malgun Gothic"/>
                <a:cs typeface="Malgun Gothic"/>
              </a:rPr>
              <a:t>예제)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5" dirty="0">
                <a:solidFill>
                  <a:srgbClr val="1F487C"/>
                </a:solidFill>
                <a:latin typeface="Malgun Gothic"/>
                <a:cs typeface="Malgun Gothic"/>
              </a:rPr>
              <a:t>CH3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5" dirty="0">
                <a:solidFill>
                  <a:srgbClr val="1F487C"/>
                </a:solidFill>
                <a:latin typeface="Malgun Gothic"/>
                <a:cs typeface="Malgun Gothic"/>
              </a:rPr>
              <a:t>PV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[현재측정값(003번지)]</a:t>
            </a:r>
            <a:r>
              <a:rPr sz="750" b="1" spc="2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를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5" dirty="0">
                <a:solidFill>
                  <a:srgbClr val="1F487C"/>
                </a:solidFill>
                <a:latin typeface="Malgun Gothic"/>
                <a:cs typeface="Malgun Gothic"/>
              </a:rPr>
              <a:t>Modbus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프로토콜로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액세스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할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5" dirty="0">
                <a:solidFill>
                  <a:srgbClr val="1F487C"/>
                </a:solidFill>
                <a:latin typeface="Malgun Gothic"/>
                <a:cs typeface="Malgun Gothic"/>
              </a:rPr>
              <a:t>경우,</a:t>
            </a:r>
            <a:endParaRPr sz="750">
              <a:latin typeface="Malgun Gothic"/>
              <a:cs typeface="Malgun Gothic"/>
            </a:endParaRPr>
          </a:p>
          <a:p>
            <a:pPr marL="264795">
              <a:lnSpc>
                <a:spcPct val="100000"/>
              </a:lnSpc>
              <a:spcBef>
                <a:spcPts val="280"/>
              </a:spcBef>
            </a:pP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1-Base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mode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(Master) 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: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400001+3(0003h)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=</a:t>
            </a:r>
            <a:r>
              <a:rPr sz="750" b="1" spc="2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400004(40004h) </a:t>
            </a:r>
            <a:r>
              <a:rPr sz="750" b="1" spc="35" dirty="0">
                <a:solidFill>
                  <a:srgbClr val="1F487C"/>
                </a:solidFill>
                <a:latin typeface="Malgun Gothic"/>
                <a:cs typeface="Malgun Gothic"/>
              </a:rPr>
              <a:t>즉,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5" dirty="0">
                <a:solidFill>
                  <a:srgbClr val="1F487C"/>
                </a:solidFill>
                <a:latin typeface="Malgun Gothic"/>
                <a:cs typeface="Malgun Gothic"/>
              </a:rPr>
              <a:t>10진수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표현</a:t>
            </a:r>
            <a:r>
              <a:rPr sz="750" b="1" spc="2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5" dirty="0">
                <a:solidFill>
                  <a:srgbClr val="1F487C"/>
                </a:solidFill>
                <a:latin typeface="Malgun Gothic"/>
                <a:cs typeface="Malgun Gothic"/>
              </a:rPr>
              <a:t>400004번지,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5" dirty="0">
                <a:solidFill>
                  <a:srgbClr val="1F487C"/>
                </a:solidFill>
                <a:latin typeface="Malgun Gothic"/>
                <a:cs typeface="Malgun Gothic"/>
              </a:rPr>
              <a:t>16진수</a:t>
            </a:r>
            <a:r>
              <a:rPr sz="750" b="1" spc="2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표현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40004h번지</a:t>
            </a:r>
            <a:endParaRPr sz="750">
              <a:latin typeface="Malgun Gothic"/>
              <a:cs typeface="Malgun Gothic"/>
            </a:endParaRPr>
          </a:p>
          <a:p>
            <a:pPr marL="265430">
              <a:lnSpc>
                <a:spcPct val="100000"/>
              </a:lnSpc>
              <a:spcBef>
                <a:spcPts val="285"/>
              </a:spcBef>
            </a:pP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0-Base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mode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(Master) </a:t>
            </a:r>
            <a:r>
              <a:rPr sz="750" b="1" spc="15" dirty="0">
                <a:solidFill>
                  <a:srgbClr val="1F487C"/>
                </a:solidFill>
                <a:latin typeface="Malgun Gothic"/>
                <a:cs typeface="Malgun Gothic"/>
              </a:rPr>
              <a:t>: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400000+3(0003h)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=</a:t>
            </a:r>
            <a:r>
              <a:rPr sz="750" b="1" spc="2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0" dirty="0">
                <a:solidFill>
                  <a:srgbClr val="1F487C"/>
                </a:solidFill>
                <a:latin typeface="Malgun Gothic"/>
                <a:cs typeface="Malgun Gothic"/>
              </a:rPr>
              <a:t>400003(40003h) </a:t>
            </a:r>
            <a:r>
              <a:rPr sz="750" b="1" spc="35" dirty="0">
                <a:solidFill>
                  <a:srgbClr val="1F487C"/>
                </a:solidFill>
                <a:latin typeface="Malgun Gothic"/>
                <a:cs typeface="Malgun Gothic"/>
              </a:rPr>
              <a:t>즉,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5" dirty="0">
                <a:solidFill>
                  <a:srgbClr val="1F487C"/>
                </a:solidFill>
                <a:latin typeface="Malgun Gothic"/>
                <a:cs typeface="Malgun Gothic"/>
              </a:rPr>
              <a:t>10진수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표현</a:t>
            </a:r>
            <a:r>
              <a:rPr sz="750" b="1" spc="2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35" dirty="0">
                <a:solidFill>
                  <a:srgbClr val="1F487C"/>
                </a:solidFill>
                <a:latin typeface="Malgun Gothic"/>
                <a:cs typeface="Malgun Gothic"/>
              </a:rPr>
              <a:t>400003번지,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5" dirty="0">
                <a:solidFill>
                  <a:srgbClr val="1F487C"/>
                </a:solidFill>
                <a:latin typeface="Malgun Gothic"/>
                <a:cs typeface="Malgun Gothic"/>
              </a:rPr>
              <a:t>16진수</a:t>
            </a:r>
            <a:r>
              <a:rPr sz="750" b="1" spc="2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60" dirty="0">
                <a:solidFill>
                  <a:srgbClr val="1F487C"/>
                </a:solidFill>
                <a:latin typeface="Malgun Gothic"/>
                <a:cs typeface="Malgun Gothic"/>
              </a:rPr>
              <a:t>표현</a:t>
            </a:r>
            <a:r>
              <a:rPr sz="750" b="1" spc="20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750" b="1" spc="40" dirty="0">
                <a:solidFill>
                  <a:srgbClr val="1F487C"/>
                </a:solidFill>
                <a:latin typeface="Malgun Gothic"/>
                <a:cs typeface="Malgun Gothic"/>
              </a:rPr>
              <a:t>40003h번지</a:t>
            </a:r>
            <a:endParaRPr sz="7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500">
              <a:latin typeface="Malgun Gothic"/>
              <a:cs typeface="Malgun Gothic"/>
            </a:endParaRPr>
          </a:p>
          <a:p>
            <a:pPr marL="83820">
              <a:lnSpc>
                <a:spcPct val="100000"/>
              </a:lnSpc>
              <a:spcBef>
                <a:spcPts val="5"/>
              </a:spcBef>
            </a:pPr>
            <a:r>
              <a:rPr sz="800" b="1" spc="45" dirty="0">
                <a:solidFill>
                  <a:srgbClr val="1F487C"/>
                </a:solidFill>
                <a:latin typeface="Malgun Gothic"/>
                <a:cs typeface="Malgun Gothic"/>
              </a:rPr>
              <a:t>※</a:t>
            </a:r>
            <a:r>
              <a:rPr sz="800" b="1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800" b="1" spc="20" dirty="0">
                <a:solidFill>
                  <a:srgbClr val="1F487C"/>
                </a:solidFill>
                <a:latin typeface="Malgun Gothic"/>
                <a:cs typeface="Malgun Gothic"/>
              </a:rPr>
              <a:t>bit</a:t>
            </a:r>
            <a:r>
              <a:rPr sz="800" b="1" spc="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800" b="1" spc="55" dirty="0">
                <a:solidFill>
                  <a:srgbClr val="1F487C"/>
                </a:solidFill>
                <a:latin typeface="Malgun Gothic"/>
                <a:cs typeface="Malgun Gothic"/>
              </a:rPr>
              <a:t>정보</a:t>
            </a:r>
            <a:r>
              <a:rPr sz="800" b="1" spc="5" dirty="0">
                <a:solidFill>
                  <a:srgbClr val="1F487C"/>
                </a:solidFill>
                <a:latin typeface="Malgun Gothic"/>
                <a:cs typeface="Malgun Gothic"/>
              </a:rPr>
              <a:t> </a:t>
            </a:r>
            <a:r>
              <a:rPr sz="800" b="1" spc="55" dirty="0">
                <a:solidFill>
                  <a:srgbClr val="1F487C"/>
                </a:solidFill>
                <a:latin typeface="Malgun Gothic"/>
                <a:cs typeface="Malgun Gothic"/>
              </a:rPr>
              <a:t>확인요령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30334" y="4757645"/>
            <a:ext cx="55880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b="1" spc="5" dirty="0">
                <a:solidFill>
                  <a:srgbClr val="1F487C"/>
                </a:solidFill>
                <a:latin typeface="Malgun Gothic"/>
                <a:cs typeface="Malgun Gothic"/>
              </a:rPr>
              <a:t>)</a:t>
            </a:r>
            <a:endParaRPr sz="650">
              <a:latin typeface="Malgun Gothic"/>
              <a:cs typeface="Malgun Gothic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03340" y="4514682"/>
          <a:ext cx="6065520" cy="766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3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4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98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98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55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55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03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55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0830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70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558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16831">
                <a:tc>
                  <a:txBody>
                    <a:bodyPr/>
                    <a:lstStyle/>
                    <a:p>
                      <a:pPr marL="31750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Ex.)</a:t>
                      </a:r>
                      <a:r>
                        <a:rPr sz="650" b="1" spc="21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[</a:t>
                      </a:r>
                      <a:r>
                        <a:rPr sz="650" b="1" spc="-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16-bit</a:t>
                      </a:r>
                      <a:r>
                        <a:rPr sz="650" b="1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]</a:t>
                      </a:r>
                      <a:r>
                        <a:rPr sz="650" b="1" spc="22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b15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b14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b13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b12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b11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b10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74295" algn="ctr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b9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b8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69215" algn="ctr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b7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b6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b5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b4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b3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b2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52069" algn="ctr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b1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765"/>
                        </a:lnSpc>
                        <a:spcBef>
                          <a:spcPts val="55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b0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194">
                <a:tc>
                  <a:txBody>
                    <a:bodyPr/>
                    <a:lstStyle/>
                    <a:p>
                      <a:pPr marR="94615" algn="r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DEC</a:t>
                      </a:r>
                      <a:r>
                        <a:rPr sz="650" b="1" spc="18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32768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16384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8192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4096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2048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1024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512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256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37465" algn="ctr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128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64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32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60960" algn="ctr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16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8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4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  <a:spcBef>
                          <a:spcPts val="110"/>
                        </a:spcBef>
                      </a:pPr>
                      <a:r>
                        <a:rPr sz="650" b="1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831">
                <a:tc>
                  <a:txBody>
                    <a:bodyPr/>
                    <a:lstStyle/>
                    <a:p>
                      <a:pPr marR="56515" algn="r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1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HEX</a:t>
                      </a:r>
                      <a:r>
                        <a:rPr sz="650" b="1" spc="-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(8000h)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(4000h)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(2000h)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(1000h)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(800h)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(400h)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(200h)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(100h)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(80h)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(40h)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(20h)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(10h)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R="7620" algn="r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(8h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705"/>
                        </a:lnSpc>
                        <a:spcBef>
                          <a:spcPts val="110"/>
                        </a:spcBef>
                      </a:pPr>
                      <a:r>
                        <a:rPr sz="650" b="1" spc="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R="1651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b="1" spc="27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b="1" spc="27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b="1" spc="27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b="1" spc="28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33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b="1" spc="254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00" b="1" spc="26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31115" algn="ctr">
                        <a:lnSpc>
                          <a:spcPts val="780"/>
                        </a:lnSpc>
                        <a:spcBef>
                          <a:spcPts val="285"/>
                        </a:spcBef>
                      </a:pPr>
                      <a:r>
                        <a:rPr sz="700" b="1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^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74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00" b="1" spc="28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b="1" spc="28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b="1" spc="28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00" b="1" spc="28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00" b="1" spc="28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31115">
                        <a:lnSpc>
                          <a:spcPts val="780"/>
                        </a:lnSpc>
                        <a:spcBef>
                          <a:spcPts val="285"/>
                        </a:spcBef>
                        <a:tabLst>
                          <a:tab pos="408940" algn="l"/>
                        </a:tabLst>
                      </a:pPr>
                      <a:r>
                        <a:rPr sz="700" b="1" spc="4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^	^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00" b="1" spc="26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0 </a:t>
                      </a:r>
                      <a:r>
                        <a:rPr sz="700" b="1" spc="24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=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  <a:p>
                      <a:pPr marL="33020">
                        <a:lnSpc>
                          <a:spcPts val="780"/>
                        </a:lnSpc>
                        <a:spcBef>
                          <a:spcPts val="285"/>
                        </a:spcBef>
                      </a:pPr>
                      <a:r>
                        <a:rPr sz="700" b="1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^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342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b="1" spc="3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b9(512)</a:t>
                      </a:r>
                      <a:r>
                        <a:rPr sz="700" b="1" spc="1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+</a:t>
                      </a:r>
                      <a:r>
                        <a:rPr sz="700" b="1" spc="2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b7(128)</a:t>
                      </a:r>
                      <a:r>
                        <a:rPr sz="700" b="1" spc="2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+</a:t>
                      </a:r>
                      <a:r>
                        <a:rPr sz="700" b="1" spc="2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b4(16)</a:t>
                      </a:r>
                      <a:r>
                        <a:rPr sz="700" b="1" spc="2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+</a:t>
                      </a:r>
                      <a:r>
                        <a:rPr sz="700" b="1" spc="2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b1(2)</a:t>
                      </a:r>
                      <a:r>
                        <a:rPr sz="700" b="1" spc="29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4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=</a:t>
                      </a:r>
                      <a:r>
                        <a:rPr sz="700" b="1" spc="29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658</a:t>
                      </a:r>
                      <a:r>
                        <a:rPr sz="700" b="1" spc="25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00" b="1" spc="30" dirty="0">
                          <a:solidFill>
                            <a:srgbClr val="1F487C"/>
                          </a:solidFill>
                          <a:latin typeface="Malgun Gothic"/>
                          <a:cs typeface="Malgun Gothic"/>
                        </a:rPr>
                        <a:t>(292h)</a:t>
                      </a:r>
                      <a:endParaRPr sz="7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79943" y="599158"/>
            <a:ext cx="305181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25" dirty="0">
                <a:latin typeface="Malgun Gothic"/>
                <a:cs typeface="Malgun Gothic"/>
              </a:rPr>
              <a:t>M(N)74</a:t>
            </a:r>
            <a:r>
              <a:rPr sz="1000" b="1" spc="20" dirty="0">
                <a:latin typeface="Malgun Gothic"/>
                <a:cs typeface="Malgun Gothic"/>
              </a:rPr>
              <a:t> Communication</a:t>
            </a:r>
            <a:r>
              <a:rPr sz="1000" b="1" spc="15" dirty="0">
                <a:latin typeface="Malgun Gothic"/>
                <a:cs typeface="Malgun Gothic"/>
              </a:rPr>
              <a:t> register </a:t>
            </a:r>
            <a:r>
              <a:rPr sz="1000" b="1" spc="25" dirty="0">
                <a:latin typeface="Malgun Gothic"/>
                <a:cs typeface="Malgun Gothic"/>
              </a:rPr>
              <a:t>mapping</a:t>
            </a:r>
            <a:r>
              <a:rPr sz="1000" b="1" spc="20" dirty="0">
                <a:latin typeface="Malgun Gothic"/>
                <a:cs typeface="Malgun Gothic"/>
              </a:rPr>
              <a:t> </a:t>
            </a:r>
            <a:r>
              <a:rPr sz="1000" b="1" spc="15" dirty="0">
                <a:latin typeface="Malgun Gothic"/>
                <a:cs typeface="Malgun Gothic"/>
              </a:rPr>
              <a:t>table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943" y="2122480"/>
            <a:ext cx="327660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25" dirty="0">
                <a:latin typeface="Malgun Gothic"/>
                <a:cs typeface="Malgun Gothic"/>
              </a:rPr>
              <a:t>M(N)74</a:t>
            </a:r>
            <a:r>
              <a:rPr sz="1000" b="1" spc="20" dirty="0">
                <a:latin typeface="Malgun Gothic"/>
                <a:cs typeface="Malgun Gothic"/>
              </a:rPr>
              <a:t> </a:t>
            </a:r>
            <a:r>
              <a:rPr sz="1000" b="1" spc="25" dirty="0">
                <a:latin typeface="Malgun Gothic"/>
                <a:cs typeface="Malgun Gothic"/>
              </a:rPr>
              <a:t>Modbus</a:t>
            </a:r>
            <a:r>
              <a:rPr sz="1000" b="1" spc="15" dirty="0">
                <a:latin typeface="Malgun Gothic"/>
                <a:cs typeface="Malgun Gothic"/>
              </a:rPr>
              <a:t> </a:t>
            </a:r>
            <a:r>
              <a:rPr sz="1000" b="1" spc="20" dirty="0">
                <a:latin typeface="Malgun Gothic"/>
                <a:cs typeface="Malgun Gothic"/>
              </a:rPr>
              <a:t>protocol</a:t>
            </a:r>
            <a:r>
              <a:rPr sz="1000" b="1" spc="10" dirty="0">
                <a:latin typeface="Malgun Gothic"/>
                <a:cs typeface="Malgun Gothic"/>
              </a:rPr>
              <a:t> </a:t>
            </a:r>
            <a:r>
              <a:rPr sz="1000" b="1" spc="20" dirty="0">
                <a:latin typeface="Malgun Gothic"/>
                <a:cs typeface="Malgun Gothic"/>
              </a:rPr>
              <a:t>supported </a:t>
            </a:r>
            <a:r>
              <a:rPr sz="1000" b="1" spc="15" dirty="0">
                <a:latin typeface="Malgun Gothic"/>
                <a:cs typeface="Malgun Gothic"/>
              </a:rPr>
              <a:t>function </a:t>
            </a:r>
            <a:r>
              <a:rPr sz="1000" b="1" spc="20" dirty="0">
                <a:latin typeface="Malgun Gothic"/>
                <a:cs typeface="Malgun Gothic"/>
              </a:rPr>
              <a:t>code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54399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04970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44" y="0"/>
                </a:moveTo>
                <a:lnTo>
                  <a:pt x="0" y="0"/>
                </a:lnTo>
                <a:lnTo>
                  <a:pt x="0" y="6350"/>
                </a:lnTo>
                <a:lnTo>
                  <a:pt x="35966" y="6350"/>
                </a:lnTo>
                <a:lnTo>
                  <a:pt x="35966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44" y="120650"/>
                </a:lnTo>
                <a:lnTo>
                  <a:pt x="41744" y="114300"/>
                </a:lnTo>
                <a:lnTo>
                  <a:pt x="41744" y="6350"/>
                </a:lnTo>
                <a:lnTo>
                  <a:pt x="41744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27088" y="585888"/>
          <a:ext cx="6483345" cy="95479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8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70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7036">
                <a:tc gridSpan="4">
                  <a:txBody>
                    <a:bodyPr/>
                    <a:lstStyle/>
                    <a:p>
                      <a:pPr marL="3905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M74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50" b="1" spc="-1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주소</a:t>
                      </a:r>
                      <a:r>
                        <a:rPr sz="750" b="1" spc="-1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(HEXA)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69850" marR="59055" indent="3810">
                        <a:lnSpc>
                          <a:spcPct val="127200"/>
                        </a:lnSpc>
                        <a:spcBef>
                          <a:spcPts val="150"/>
                        </a:spcBef>
                        <a:tabLst>
                          <a:tab pos="329565" algn="l"/>
                        </a:tabLst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파라미터  기	호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능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명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속</a:t>
                      </a:r>
                      <a:r>
                        <a:rPr sz="750" b="1" spc="17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성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(R/W)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2959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설정범위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단</a:t>
                      </a:r>
                      <a:r>
                        <a:rPr sz="750" b="1" spc="20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위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초기값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17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CH4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91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031(001Fh)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032(0020h)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033(0021h)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034(0022h)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4127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ALM.STS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just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7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7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 marR="1231265" algn="just">
                        <a:lnSpc>
                          <a:spcPct val="126899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 6 :</a:t>
                      </a:r>
                      <a:r>
                        <a:rPr sz="750" spc="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─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5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HOC </a:t>
                      </a:r>
                      <a:r>
                        <a:rPr sz="750" spc="-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HBA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 marR="1024255" algn="just">
                        <a:lnSpc>
                          <a:spcPct val="126899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ALARM-4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ALARM-3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ALARM-2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ALARM-1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1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035(0023h)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036(0024h)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037(0025h)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038(0026h)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6065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DP.I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93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소수점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위치정보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INP.1~29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일때, 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 없음, 1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 1/10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위치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INP.30 이상이면,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DP-P 와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연동(공유)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017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039(0027h)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040(0028h)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041(0029h)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042(002Ah)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RJC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RJC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온도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측정값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M74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입력단자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온도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(온도보상)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02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043(002Bh)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044(002Ch)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045(002Dh)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0640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046(002Eh)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IN.E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INP.</a:t>
                      </a:r>
                      <a:r>
                        <a:rPr sz="65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30</a:t>
                      </a:r>
                      <a:r>
                        <a:rPr sz="6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6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36</a:t>
                      </a:r>
                      <a:r>
                        <a:rPr sz="6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일때,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50" b="1" spc="5" dirty="0">
                          <a:latin typeface="Malgun Gothic"/>
                          <a:cs typeface="Malgun Gothic"/>
                        </a:rPr>
                        <a:t>입력된</a:t>
                      </a:r>
                      <a:r>
                        <a:rPr sz="650" b="1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기전력</a:t>
                      </a:r>
                      <a:r>
                        <a:rPr sz="65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(EMF)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M74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전압,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전류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입력모드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기전력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(EMF)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57480" marR="148590" algn="ctr">
                        <a:lnSpc>
                          <a:spcPts val="114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V 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m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01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(INP.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32~34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1/100mV),</a:t>
                      </a:r>
                      <a:r>
                        <a:rPr sz="650" b="1" spc="2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31(1/100mA)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017">
                <a:tc gridSpan="4"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00047(002Fh)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SYS.I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시스템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정보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Model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Firmware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Version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024">
                <a:tc gridSpan="4"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00048(0030h)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SYS.T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시스템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속도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0.01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655.35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ms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017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00049(0031h)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PDT.I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제품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정보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Model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입력채널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정보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68083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00050(0032h)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LOCK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파라미터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보호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400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입.출력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관련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쓰기금지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50 ~ 70번지까지 만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해제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44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모든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파라미터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쓰기금지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03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00051(0033h)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COM.C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 marR="127635" indent="30480">
                        <a:lnSpc>
                          <a:spcPts val="114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통신 중지 시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제어상태 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3600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초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794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00052(0034h)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7314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EXT.IO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48260" algn="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외부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입.출력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650" dirty="0">
                          <a:latin typeface="Malgun Gothic"/>
                          <a:cs typeface="Malgun Gothic"/>
                        </a:rPr>
                        <a:t>HI/Byte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: </a:t>
                      </a:r>
                      <a:r>
                        <a:rPr sz="650" spc="-5" dirty="0">
                          <a:latin typeface="Malgun Gothic"/>
                          <a:cs typeface="Malgun Gothic"/>
                        </a:rPr>
                        <a:t>FFH(COM),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-5" dirty="0">
                          <a:latin typeface="Malgun Gothic"/>
                          <a:cs typeface="Malgun Gothic"/>
                        </a:rPr>
                        <a:t>F0H(I/O), 00H(OFF)</a:t>
                      </a:r>
                      <a:endParaRPr sz="650" dirty="0">
                        <a:latin typeface="Malgun Gothic"/>
                        <a:cs typeface="Malgun Gothic"/>
                      </a:endParaRPr>
                    </a:p>
                    <a:p>
                      <a:pPr marL="46990" marR="175895" indent="-635">
                        <a:lnSpc>
                          <a:spcPct val="127200"/>
                        </a:lnSpc>
                      </a:pPr>
                      <a:r>
                        <a:rPr sz="650" dirty="0">
                          <a:latin typeface="Malgun Gothic"/>
                          <a:cs typeface="Malgun Gothic"/>
                        </a:rPr>
                        <a:t>Lo/Byte</a:t>
                      </a:r>
                      <a:r>
                        <a:rPr sz="6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6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b7~4,</a:t>
                      </a:r>
                      <a:r>
                        <a:rPr sz="6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b3~0</a:t>
                      </a:r>
                      <a:r>
                        <a:rPr sz="6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6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CH1(MSB)~4(LSB) </a:t>
                      </a:r>
                      <a:r>
                        <a:rPr sz="650" spc="-2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b7~4</a:t>
                      </a:r>
                      <a:r>
                        <a:rPr sz="6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6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ALM(1)/OUT(0),</a:t>
                      </a:r>
                      <a:r>
                        <a:rPr sz="650" spc="2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b3~0</a:t>
                      </a:r>
                      <a:r>
                        <a:rPr sz="6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6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-5" dirty="0">
                          <a:latin typeface="Malgun Gothic"/>
                          <a:cs typeface="Malgun Gothic"/>
                        </a:rPr>
                        <a:t>I(1)/O(0)</a:t>
                      </a:r>
                      <a:endParaRPr sz="650" dirty="0">
                        <a:latin typeface="Malgun Gothic"/>
                        <a:cs typeface="Malgun Gothic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650" dirty="0">
                          <a:latin typeface="Malgun Gothic"/>
                          <a:cs typeface="Malgun Gothic"/>
                        </a:rPr>
                        <a:t>Customer</a:t>
                      </a:r>
                      <a:r>
                        <a:rPr sz="6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Option :</a:t>
                      </a:r>
                      <a:r>
                        <a:rPr sz="650" spc="-5" dirty="0">
                          <a:latin typeface="Malgun Gothic"/>
                          <a:cs typeface="Malgun Gothic"/>
                        </a:rPr>
                        <a:t> 7F01~7FFFh (255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종)</a:t>
                      </a: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010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053(0035h)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054(0036h)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055(0037h)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056(0038h)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R="73660" algn="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CH.MD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채널모드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310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비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활성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모니터링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운전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04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00057(0039h)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RUN.C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정전복귀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29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정전후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무조건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정지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운전상태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복귀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403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00058(003Ah)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All.STP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전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채널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 marR="906780" indent="-635">
                        <a:lnSpc>
                          <a:spcPts val="114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정지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(ALL-Stop)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해제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(Release)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4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059(003Bh)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060(003Ch)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061(003Dh)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062(003Eh)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RUN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운전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운전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(RUN)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정지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(STOP)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93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063(003Fh)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064(0040h)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065(0041h)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066(0042h)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MAN.C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수동제어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 indent="-86995">
                        <a:lnSpc>
                          <a:spcPct val="100000"/>
                        </a:lnSpc>
                        <a:spcBef>
                          <a:spcPts val="170"/>
                        </a:spcBef>
                        <a:buAutoNum type="arabicPlain"/>
                        <a:tabLst>
                          <a:tab pos="14033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자동제어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(PID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or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ON/OFF)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140335" indent="-86995">
                        <a:lnSpc>
                          <a:spcPct val="100000"/>
                        </a:lnSpc>
                        <a:spcBef>
                          <a:spcPts val="244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수동제어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(수동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출력제어)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35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067(0043h)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068(0044h)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069(0045h)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070(0046h)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MVn.O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7630" algn="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MVn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출력(수동)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Heat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or Cool Mode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100.0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Heat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&amp; Cool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Mode : -100.0 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100.0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％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7024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00071(0047h)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EnPO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단선시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 : OFF,</a:t>
                      </a:r>
                      <a:r>
                        <a:rPr sz="750" spc="5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ON,</a:t>
                      </a:r>
                      <a:r>
                        <a:rPr sz="750" spc="5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MV 하한제한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7024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00072(0048h)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INIT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파라미터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초기화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 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단일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채널,</a:t>
                      </a:r>
                      <a:r>
                        <a:rPr sz="750" spc="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5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공장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초기화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7017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073(0049h)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074(004Ah)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075(004Bh)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076(004Ch)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INP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541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종류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01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36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[(ex)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01: K(CA), 21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 Pt100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등]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7017">
                <a:tc gridSpan="4"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00077(004Dh)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UNIT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604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단위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887094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섭씨［℃］,	1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화씨［℉］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703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078(004Eh)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079(004Fh)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080(0050h)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081(0051h)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FAST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Fast</a:t>
                      </a:r>
                      <a:r>
                        <a:rPr sz="7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mode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54927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OFF,	1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3340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082(0052h)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083(0053h)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084(0054h)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085(0055h)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SV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목표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설정값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 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100 %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33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086(0056h)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087(0057h)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088(0058h)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089(0059h)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PID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오토튜닝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29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9700" indent="-86995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lain"/>
                        <a:tabLst>
                          <a:tab pos="14033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오토튜닝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시작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501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090(005Ah)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091(005Bh)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092(005Ch)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093(005Dh)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O.ACT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R="105410" algn="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동작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선택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970" indent="-86995">
                        <a:lnSpc>
                          <a:spcPct val="100000"/>
                        </a:lnSpc>
                        <a:spcBef>
                          <a:spcPts val="310"/>
                        </a:spcBef>
                        <a:buAutoNum type="arabicPlain"/>
                        <a:tabLst>
                          <a:tab pos="14160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역(가열)동작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정(냉각)동작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44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가열냉각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동시제어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5010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094(005Eh)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095(005Fh)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096(0060h)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097(0061h)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OUT1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출력1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종류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선택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(가열 제어출력)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3335" algn="ct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 indent="-86995">
                        <a:lnSpc>
                          <a:spcPct val="100000"/>
                        </a:lnSpc>
                        <a:spcBef>
                          <a:spcPts val="310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SSR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Voltage-Pulse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40335" indent="-86995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SCR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( 4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20mA )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40970" indent="-8699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/>
                        <a:tabLst>
                          <a:tab pos="14160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RELAY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33403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00098(0062h)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SCR.Z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SCR(2)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0~20mA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출력사용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b3: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CH4, b2: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CH3, b1: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CH2, b0: CH1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b3 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［SET(1) 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20mA Output］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00h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7024">
                <a:tc gridSpan="4"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00099(0063h)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54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Reserved.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654399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04970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44" y="0"/>
                </a:moveTo>
                <a:lnTo>
                  <a:pt x="0" y="0"/>
                </a:lnTo>
                <a:lnTo>
                  <a:pt x="0" y="6350"/>
                </a:lnTo>
                <a:lnTo>
                  <a:pt x="35966" y="6350"/>
                </a:lnTo>
                <a:lnTo>
                  <a:pt x="35966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44" y="120650"/>
                </a:lnTo>
                <a:lnTo>
                  <a:pt x="41744" y="114300"/>
                </a:lnTo>
                <a:lnTo>
                  <a:pt x="41744" y="6350"/>
                </a:lnTo>
                <a:lnTo>
                  <a:pt x="41744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49211" y="845057"/>
          <a:ext cx="6485250" cy="92818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8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70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818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6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7900">
                <a:tc gridSpan="4">
                  <a:txBody>
                    <a:bodyPr/>
                    <a:lstStyle/>
                    <a:p>
                      <a:pPr marL="3905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M74</a:t>
                      </a:r>
                      <a:r>
                        <a:rPr sz="750" b="1" spc="-1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50" b="1" spc="-1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주소</a:t>
                      </a:r>
                      <a:r>
                        <a:rPr sz="750" b="1" spc="-1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(HEXA)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69850" marR="59055" indent="3810">
                        <a:lnSpc>
                          <a:spcPct val="127899"/>
                        </a:lnSpc>
                        <a:spcBef>
                          <a:spcPts val="150"/>
                        </a:spcBef>
                        <a:tabLst>
                          <a:tab pos="329565" algn="l"/>
                        </a:tabLst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파라미터  기	호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능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명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속</a:t>
                      </a:r>
                      <a:r>
                        <a:rPr sz="750" b="1" spc="17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성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(R/W)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2959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설정범위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단</a:t>
                      </a:r>
                      <a:r>
                        <a:rPr sz="750" b="1" spc="20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위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초기값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0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CH4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913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100(0064h)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200(00C8h)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300(012Ch)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400(0190h)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R.SV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Ramp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진행값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100 %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89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101(0065h)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201(00C9h)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301(012Dh)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401(0191h)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N.PV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현재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측정값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100 %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102(0066h)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202(00CAh)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302(012Eh)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402(0192h)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N.SV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목표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설정값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100 %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103(0067h)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203(00CBh)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303(012Fh)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403(0193h)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MV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출력량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-100.0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%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104(0068h)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204(00CCh)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304(0130h)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404(0194h)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CT.A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650" spc="30" dirty="0">
                          <a:latin typeface="Malgun Gothic"/>
                          <a:cs typeface="Malgun Gothic"/>
                        </a:rPr>
                        <a:t>히터전류</a:t>
                      </a:r>
                      <a:r>
                        <a:rPr sz="6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(1st</a:t>
                      </a:r>
                      <a:r>
                        <a:rPr sz="6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20" dirty="0">
                          <a:latin typeface="Malgun Gothic"/>
                          <a:cs typeface="Malgun Gothic"/>
                        </a:rPr>
                        <a:t>모듈)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0.0 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38.0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(M74R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the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1st device)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90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105(0069h)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205(00CDh)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305(0131h)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405(0195h)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159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spc="-5" dirty="0">
                          <a:latin typeface="Malgun Gothic"/>
                          <a:cs typeface="Malgun Gothic"/>
                        </a:rPr>
                        <a:t>MV.H/CT.A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650" spc="15" dirty="0">
                          <a:latin typeface="Malgun Gothic"/>
                          <a:cs typeface="Malgun Gothic"/>
                        </a:rPr>
                        <a:t>MV.H</a:t>
                      </a:r>
                      <a:r>
                        <a:rPr sz="6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10" dirty="0">
                          <a:latin typeface="Malgun Gothic"/>
                          <a:cs typeface="Malgun Gothic"/>
                        </a:rPr>
                        <a:t>or</a:t>
                      </a:r>
                      <a:r>
                        <a:rPr sz="6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10" dirty="0">
                          <a:latin typeface="Malgun Gothic"/>
                          <a:cs typeface="Malgun Gothic"/>
                        </a:rPr>
                        <a:t>CT.A(2nd)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650" spc="10" dirty="0">
                          <a:latin typeface="Malgun Gothic"/>
                          <a:cs typeface="Malgun Gothic"/>
                        </a:rPr>
                        <a:t>MV.H: 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0~100.0 </a:t>
                      </a:r>
                      <a:r>
                        <a:rPr sz="650" spc="2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650" spc="10" dirty="0">
                          <a:latin typeface="Malgun Gothic"/>
                          <a:cs typeface="Malgun Gothic"/>
                        </a:rPr>
                        <a:t> /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10" dirty="0">
                          <a:latin typeface="Malgun Gothic"/>
                          <a:cs typeface="Malgun Gothic"/>
                        </a:rPr>
                        <a:t>M74R(2nd) 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0~38.0</a:t>
                      </a:r>
                      <a:r>
                        <a:rPr sz="65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15" dirty="0">
                          <a:latin typeface="Malgun Gothic"/>
                          <a:cs typeface="Malgun Gothic"/>
                        </a:rPr>
                        <a:t>A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Auto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90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106(006Ah)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206(00CEh)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306(0132h)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406(0196h)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spc="-5" dirty="0">
                          <a:latin typeface="Malgun Gothic"/>
                          <a:cs typeface="Malgun Gothic"/>
                        </a:rPr>
                        <a:t>MV.C/CT.A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650" spc="15" dirty="0">
                          <a:latin typeface="Malgun Gothic"/>
                          <a:cs typeface="Malgun Gothic"/>
                        </a:rPr>
                        <a:t>MV.C</a:t>
                      </a:r>
                      <a:r>
                        <a:rPr sz="6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10" dirty="0">
                          <a:latin typeface="Malgun Gothic"/>
                          <a:cs typeface="Malgun Gothic"/>
                        </a:rPr>
                        <a:t>or</a:t>
                      </a:r>
                      <a:r>
                        <a:rPr sz="6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10" dirty="0">
                          <a:latin typeface="Malgun Gothic"/>
                          <a:cs typeface="Malgun Gothic"/>
                        </a:rPr>
                        <a:t>CT.A(3rd)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650" spc="10" dirty="0">
                          <a:latin typeface="Malgun Gothic"/>
                          <a:cs typeface="Malgun Gothic"/>
                        </a:rPr>
                        <a:t>MV.H: 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0~100.0 </a:t>
                      </a:r>
                      <a:r>
                        <a:rPr sz="650" spc="2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650" spc="10" dirty="0">
                          <a:latin typeface="Malgun Gothic"/>
                          <a:cs typeface="Malgun Gothic"/>
                        </a:rPr>
                        <a:t> /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10" dirty="0">
                          <a:latin typeface="Malgun Gothic"/>
                          <a:cs typeface="Malgun Gothic"/>
                        </a:rPr>
                        <a:t>M74R(3nd) 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0~38.0</a:t>
                      </a:r>
                      <a:r>
                        <a:rPr sz="650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15" dirty="0">
                          <a:latin typeface="Malgun Gothic"/>
                          <a:cs typeface="Malgun Gothic"/>
                        </a:rPr>
                        <a:t>A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Auto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107(006Bh)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207(00CFh)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307(0133h)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407(0197h)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H.MIN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히터사용시간(분)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 1440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[Minute]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M(분)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108(006Ch)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208(00D0h)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308(0134h)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408(0198h)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H.DAY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히터사용시간(일)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9999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[Day]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D(일)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0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109(006Dh)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209(00D1h)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309(0135h)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409(0199h)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CH.STS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15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System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 marR="405130">
                        <a:lnSpc>
                          <a:spcPct val="1276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 14 : Sub Firmware Error (1)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13 : EEP-ROM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12 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RJC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Error 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 marR="349885" indent="-635">
                        <a:lnSpc>
                          <a:spcPct val="1276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 11 : System Comm. Error (1)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AT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Error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09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-Over Input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08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+Over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Input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07 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-Burn-out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06 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+Burn-out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 marR="596900" indent="-635">
                        <a:lnSpc>
                          <a:spcPct val="1276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 05 : RJ Adjust Error (1)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04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Run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03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Manual Control 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02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Auto Tuning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 marR="436880" indent="-635">
                        <a:lnSpc>
                          <a:spcPct val="1276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 01 : Output of Heating (1)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00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Output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Cooling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753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110(006Eh)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210(00D2h)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310(0136h)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410(019Ah)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R="40640" algn="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ALM.STS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 algn="just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7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7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 marR="1230630" indent="-635" algn="just">
                        <a:lnSpc>
                          <a:spcPct val="1276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 6 :</a:t>
                      </a:r>
                      <a:r>
                        <a:rPr sz="750" spc="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─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5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HOC </a:t>
                      </a:r>
                      <a:r>
                        <a:rPr sz="750" spc="-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HBA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975" marR="1022985" indent="-635" algn="just">
                        <a:lnSpc>
                          <a:spcPct val="1276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bit 3 : ALARM-4 </a:t>
                      </a:r>
                      <a:r>
                        <a:rPr sz="750" spc="-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 2 : ALARM-3 </a:t>
                      </a:r>
                      <a:r>
                        <a:rPr sz="750" spc="-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 1 : ALARM-2 </a:t>
                      </a:r>
                      <a:r>
                        <a:rPr sz="750" spc="-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bit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ALARM-1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913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111(006Fh)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211(00D3h)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311(0137h)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411(019Bh)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D.IN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3rd,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M74R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(D.I)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Open(0),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Close(1)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Active-H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8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112(0070h)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212(00D4h)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312(0138h)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412(019Ch)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M3.RLY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모듈3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릴레이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R1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R8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[112]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R1,R5</a:t>
                      </a:r>
                      <a:r>
                        <a:rPr sz="750" spc="27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[212]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R2,R6</a:t>
                      </a:r>
                      <a:r>
                        <a:rPr sz="750" spc="2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[312]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R3,R7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[412] R4,R8</a:t>
                      </a:r>
                      <a:r>
                        <a:rPr sz="750" spc="2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【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2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ON(1), OFF(0)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】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790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113(0071h)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213(00D5h)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313(0139h)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413(019Dh)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AL.LCH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경보래치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 : OFF,</a:t>
                      </a:r>
                      <a:r>
                        <a:rPr sz="750" spc="2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 각 래치설정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,</a:t>
                      </a:r>
                      <a:r>
                        <a:rPr sz="750" spc="2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5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ALL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790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114(0072h)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214(00D6h)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314(013Ah)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414(019Eh)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AL.RST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경보해제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경보해제 (Alarm Latch mode)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886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115(0073h)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215(00D7h)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315(013Bh)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415(019Fh)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DI.F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접점입력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종류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 indent="-86995">
                        <a:lnSpc>
                          <a:spcPct val="100000"/>
                        </a:lnSpc>
                        <a:spcBef>
                          <a:spcPts val="105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40335" indent="-86995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목표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SV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선택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40335" indent="-8699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운전제어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40970" indent="-87630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/>
                        <a:tabLst>
                          <a:tab pos="14160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정지제어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40970" indent="-86995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/>
                        <a:tabLst>
                          <a:tab pos="14160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자동/수동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40970" indent="-8699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/>
                        <a:tabLst>
                          <a:tab pos="14160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리셋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116(0074h)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216(00D8h)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316(013Ch)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416(01A0h)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SV.n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목표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SV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선택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789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117(0075h)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217(00D9h)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317(013Dh)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417(01A1h)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SV0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목표설정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SV0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100 %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118(0076h)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218(00DAh)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318(013Eh)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418(01A2h)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SV1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목표설정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SV1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100 %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119(0077h)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219(00DBh)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319(013Fh)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419(01A3h)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SV2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목표설정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SV2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100 %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789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120(0078h)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220(00DCh)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320(0140h)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420(01A4h)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SV3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목표설정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SV3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100 %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58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121(0079h)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221(00DDh)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321(0141h)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421(01A5h)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RUN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운전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운전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(RUN)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정지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(STOP)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3358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122(007Ah)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222(00DEh)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322(0142h)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422(01A6h)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MAN.C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수동제어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 indent="-87630">
                        <a:lnSpc>
                          <a:spcPct val="100000"/>
                        </a:lnSpc>
                        <a:spcBef>
                          <a:spcPts val="235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자동제어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(PID or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ON/OFF)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수동제어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(수동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출력제어)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7894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123(007Bh)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223(00DFh)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323(0143h)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423(01A7h)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MVn.O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MVn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출력(수동)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H/C : 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100.0,</a:t>
                      </a:r>
                      <a:r>
                        <a:rPr sz="750" spc="2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H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&amp; C : 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±100.0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％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7913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124(007Ch)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224(00E0h)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324(0144h)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424(01A8h)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PID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오토튜닝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  <a:tabLst>
                          <a:tab pos="57213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 정지,	1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오토튜닝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시작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790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125(007Dh)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225(00E1h)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325(0145h)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425(01A9h)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AT.M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오토튜닝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종류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  <a:tabLst>
                          <a:tab pos="5727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 표준,	1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Low(10%)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Tuning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790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126(007Eh)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226(00E2h)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326(0146h)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426(01AAh)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Reserved.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63790" y="598163"/>
            <a:ext cx="4399915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b="1" spc="10" dirty="0">
                <a:latin typeface="Malgun Gothic"/>
                <a:cs typeface="Malgun Gothic"/>
              </a:rPr>
              <a:t>Address</a:t>
            </a:r>
            <a:r>
              <a:rPr sz="1000" b="1" dirty="0">
                <a:latin typeface="Malgun Gothic"/>
                <a:cs typeface="Malgun Gothic"/>
              </a:rPr>
              <a:t> </a:t>
            </a:r>
            <a:r>
              <a:rPr sz="900" b="1" spc="15" dirty="0">
                <a:latin typeface="Malgun Gothic"/>
                <a:cs typeface="Malgun Gothic"/>
              </a:rPr>
              <a:t>400100(0064h)</a:t>
            </a:r>
            <a:r>
              <a:rPr sz="900" b="1" spc="5" dirty="0">
                <a:latin typeface="Malgun Gothic"/>
                <a:cs typeface="Malgun Gothic"/>
              </a:rPr>
              <a:t> </a:t>
            </a:r>
            <a:r>
              <a:rPr sz="900" b="1" spc="20" dirty="0">
                <a:latin typeface="Malgun Gothic"/>
                <a:cs typeface="Malgun Gothic"/>
              </a:rPr>
              <a:t>~</a:t>
            </a:r>
            <a:r>
              <a:rPr sz="900" b="1" dirty="0">
                <a:latin typeface="Malgun Gothic"/>
                <a:cs typeface="Malgun Gothic"/>
              </a:rPr>
              <a:t> </a:t>
            </a:r>
            <a:r>
              <a:rPr sz="900" b="1" spc="15" dirty="0">
                <a:latin typeface="Malgun Gothic"/>
                <a:cs typeface="Malgun Gothic"/>
              </a:rPr>
              <a:t>400499(01F3h)</a:t>
            </a:r>
            <a:r>
              <a:rPr sz="900" b="1" spc="330" dirty="0">
                <a:latin typeface="Malgun Gothic"/>
                <a:cs typeface="Malgun Gothic"/>
              </a:rPr>
              <a:t> </a:t>
            </a:r>
            <a:r>
              <a:rPr sz="900" b="1" spc="20" dirty="0">
                <a:latin typeface="Malgun Gothic"/>
                <a:cs typeface="Malgun Gothic"/>
              </a:rPr>
              <a:t>CH1~4</a:t>
            </a:r>
            <a:r>
              <a:rPr sz="900" b="1" spc="10" dirty="0">
                <a:latin typeface="Malgun Gothic"/>
                <a:cs typeface="Malgun Gothic"/>
              </a:rPr>
              <a:t> </a:t>
            </a:r>
            <a:r>
              <a:rPr sz="900" b="1" spc="30" dirty="0">
                <a:latin typeface="Malgun Gothic"/>
                <a:cs typeface="Malgun Gothic"/>
              </a:rPr>
              <a:t>감시</a:t>
            </a:r>
            <a:r>
              <a:rPr sz="900" b="1" spc="5" dirty="0">
                <a:latin typeface="Malgun Gothic"/>
                <a:cs typeface="Malgun Gothic"/>
              </a:rPr>
              <a:t> </a:t>
            </a:r>
            <a:r>
              <a:rPr sz="900" b="1" spc="30" dirty="0">
                <a:latin typeface="Malgun Gothic"/>
                <a:cs typeface="Malgun Gothic"/>
              </a:rPr>
              <a:t>및</a:t>
            </a:r>
            <a:r>
              <a:rPr sz="900" b="1" spc="5" dirty="0">
                <a:latin typeface="Malgun Gothic"/>
                <a:cs typeface="Malgun Gothic"/>
              </a:rPr>
              <a:t> </a:t>
            </a:r>
            <a:r>
              <a:rPr sz="900" b="1" spc="30" dirty="0">
                <a:latin typeface="Malgun Gothic"/>
                <a:cs typeface="Malgun Gothic"/>
              </a:rPr>
              <a:t>제어</a:t>
            </a:r>
            <a:r>
              <a:rPr sz="900" b="1" spc="5" dirty="0">
                <a:latin typeface="Malgun Gothic"/>
                <a:cs typeface="Malgun Gothic"/>
              </a:rPr>
              <a:t> </a:t>
            </a:r>
            <a:r>
              <a:rPr sz="900" b="1" spc="30" dirty="0">
                <a:latin typeface="Malgun Gothic"/>
                <a:cs typeface="Malgun Gothic"/>
              </a:rPr>
              <a:t>설정</a:t>
            </a:r>
            <a:r>
              <a:rPr sz="900" b="1" spc="10" dirty="0">
                <a:latin typeface="Malgun Gothic"/>
                <a:cs typeface="Malgun Gothic"/>
              </a:rPr>
              <a:t> </a:t>
            </a:r>
            <a:r>
              <a:rPr sz="900" b="1" spc="30" dirty="0">
                <a:latin typeface="Malgun Gothic"/>
                <a:cs typeface="Malgun Gothic"/>
              </a:rPr>
              <a:t>레지스터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54399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04970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44" y="0"/>
                </a:moveTo>
                <a:lnTo>
                  <a:pt x="0" y="0"/>
                </a:lnTo>
                <a:lnTo>
                  <a:pt x="0" y="6350"/>
                </a:lnTo>
                <a:lnTo>
                  <a:pt x="35966" y="6350"/>
                </a:lnTo>
                <a:lnTo>
                  <a:pt x="35966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44" y="120650"/>
                </a:lnTo>
                <a:lnTo>
                  <a:pt x="41744" y="114300"/>
                </a:lnTo>
                <a:lnTo>
                  <a:pt x="41744" y="6350"/>
                </a:lnTo>
                <a:lnTo>
                  <a:pt x="41744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39076" y="594829"/>
          <a:ext cx="6483345" cy="9539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8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70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7913">
                <a:tc gridSpan="4">
                  <a:txBody>
                    <a:bodyPr/>
                    <a:lstStyle/>
                    <a:p>
                      <a:pPr marL="3905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M74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50" b="1" spc="-1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주소</a:t>
                      </a:r>
                      <a:r>
                        <a:rPr sz="750" b="1" spc="-1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(HEXA)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69850" marR="59055" indent="3810">
                        <a:lnSpc>
                          <a:spcPct val="127899"/>
                        </a:lnSpc>
                        <a:spcBef>
                          <a:spcPts val="150"/>
                        </a:spcBef>
                        <a:tabLst>
                          <a:tab pos="329565" algn="l"/>
                        </a:tabLst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파라미터  기	호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능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명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속</a:t>
                      </a:r>
                      <a:r>
                        <a:rPr sz="750" b="1" spc="17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성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(R/W)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2959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설정범위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단</a:t>
                      </a:r>
                      <a:r>
                        <a:rPr sz="750" b="1" spc="20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위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초기값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0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CH4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127(007Fh)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227(00E3h)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327(0147h)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427(01ABh)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RLY.CTL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경보출력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593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(AxTY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No.21)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[직접제어]</a:t>
                      </a:r>
                      <a:r>
                        <a:rPr sz="750" spc="2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b0(AL2),</a:t>
                      </a:r>
                      <a:r>
                        <a:rPr sz="750" spc="2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b1(AL3),</a:t>
                      </a:r>
                      <a:r>
                        <a:rPr sz="750" spc="2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b2(AL4)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[Run/Stop 연동]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┤b3(1)├─→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AL2 out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7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128(0080h)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228(00E4h)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328(0148h)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428(01ACh)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AL.STP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경보시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운전정지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8430" indent="-86995">
                        <a:lnSpc>
                          <a:spcPct val="100000"/>
                        </a:lnSpc>
                        <a:spcBef>
                          <a:spcPts val="235"/>
                        </a:spcBef>
                        <a:buAutoNum type="arabicPlain"/>
                        <a:tabLst>
                          <a:tab pos="13906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8430" indent="-8699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/>
                        <a:tabLst>
                          <a:tab pos="13906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발생시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운전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75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129(0081h))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229(00E5h))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329(0149h)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429(01ADh)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A1TY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R="79375" algn="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경보1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종류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 indent="-139700">
                        <a:lnSpc>
                          <a:spcPct val="100000"/>
                        </a:lnSpc>
                        <a:spcBef>
                          <a:spcPts val="15"/>
                        </a:spcBef>
                        <a:buAutoNum type="arabicPeriod"/>
                        <a:tabLst>
                          <a:tab pos="19240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1770" indent="-1397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eriod"/>
                        <a:tabLst>
                          <a:tab pos="19240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상한절대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(정접)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1770" indent="-139700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eriod"/>
                        <a:tabLst>
                          <a:tab pos="19240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하한절대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(정접)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1770" indent="-139065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eriod"/>
                        <a:tabLst>
                          <a:tab pos="19240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상한편차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(정접)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2405" indent="-1397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eriod"/>
                        <a:tabLst>
                          <a:tab pos="19304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하한편차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(정접)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2405" indent="-139700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eriod"/>
                        <a:tabLst>
                          <a:tab pos="19304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상한편차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(역접)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2405" indent="-1397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eriod"/>
                        <a:tabLst>
                          <a:tab pos="19304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하한편차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(역접)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2405" indent="-139700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eriod"/>
                        <a:tabLst>
                          <a:tab pos="19304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상.하한편차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2405" indent="-139700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eriod"/>
                        <a:tabLst>
                          <a:tab pos="19304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상.하한편차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범위내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2405" indent="-13906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eriod"/>
                        <a:tabLst>
                          <a:tab pos="19304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상한절대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(역접)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3040" indent="-139700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 startAt="10"/>
                        <a:tabLst>
                          <a:tab pos="19367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하한절대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(역접)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3040" indent="-1397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 startAt="10"/>
                        <a:tabLst>
                          <a:tab pos="19367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상한절대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(정접,홀드)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3040" indent="-139700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 startAt="10"/>
                        <a:tabLst>
                          <a:tab pos="19367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하한절대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(정접,홀드)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3040" indent="-139700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 startAt="10"/>
                        <a:tabLst>
                          <a:tab pos="19367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상한편차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(정접,홀드)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3040" indent="-1397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 startAt="10"/>
                        <a:tabLst>
                          <a:tab pos="19367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하한편차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(정접,홀드)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3675" indent="-139065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 startAt="10"/>
                        <a:tabLst>
                          <a:tab pos="19367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상한편차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(역접,홀드)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3675" indent="-1397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 startAt="10"/>
                        <a:tabLst>
                          <a:tab pos="19431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하한편차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(역접,홀드)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3675" indent="-139700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 startAt="10"/>
                        <a:tabLst>
                          <a:tab pos="19431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상.하한편차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(홀드)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3675" indent="-139700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 startAt="10"/>
                        <a:tabLst>
                          <a:tab pos="19431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상.하한편차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범위내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(홀드)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3675" indent="-13906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 startAt="10"/>
                        <a:tabLst>
                          <a:tab pos="19431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상한절대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(역접,홀드)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4310" indent="-139700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 startAt="10"/>
                        <a:tabLst>
                          <a:tab pos="19494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하한절대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(역접,홀드)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223520" marR="308610" indent="-168275">
                        <a:lnSpc>
                          <a:spcPct val="127600"/>
                        </a:lnSpc>
                        <a:buAutoNum type="arabicPlain" startAt="10"/>
                        <a:tabLst>
                          <a:tab pos="19494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 히터단선경보 (HBA)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 시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제어루프단선경보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(LBA)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동작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94310" indent="-13970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 startAt="10"/>
                        <a:tabLst>
                          <a:tab pos="19494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HBA,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HOC,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LBA 역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접점 출력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87960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130(0082h)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230(00E6h)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330(014Ah)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430(01AEh)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A2TY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경보2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종류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52705" marR="222885" indent="-635" algn="just">
                        <a:lnSpc>
                          <a:spcPct val="12760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설정코드1 ~ 20 까지 경보1 코드와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동일하고, 21번은 경보출력 직접 제 </a:t>
                      </a:r>
                      <a:r>
                        <a:rPr sz="750" spc="-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어모드임 ( RLY.CTL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로 제어가능! 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89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131(0083h)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231(00E7h)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331(014Bh)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431(01AFh)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A3TY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경보3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종류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893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132(0084h)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232(00E8h)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332(014Ch)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432(01B0h)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A4TY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경보4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종류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89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133(0085h)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233(00E9h)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333(014Dh)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433(01B1h)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A1DB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15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경보1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데드밴드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 10 %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134(0086h)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234(00EAh)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334(014Eh)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434(01B2h)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A2DB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61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경보2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데드밴드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881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135(0087h)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235(00EBh)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335(014Fh)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435(01B3h)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A3DB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15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경보3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데드밴드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136(0088h)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236(00ECh)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336(0150h)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436(01B4h)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A4DB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경보4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데드밴드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893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137(0089h)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237(00EDh)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337(0151h)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437(01B5h)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ALM1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경보1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값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 -100 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100 %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138(008Ah)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238(00EEh)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338(0152h)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438(01B6h)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ALM2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경보2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값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 -100 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100 %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139(008Bh)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239(00EFh)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339(0153h)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439(01B7h)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ALM3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경보3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값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 -100 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100 %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7881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140(008Ch)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240(00F0h)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340(0154h)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440(01B8h)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ALM4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경보4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값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 -100 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100 %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8395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141(008Dh)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241(00F1h)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341(0155h)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441(01B9h)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A1Pn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96520" algn="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경보1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출력포트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 indent="-86995" algn="just">
                        <a:lnSpc>
                          <a:spcPct val="100000"/>
                        </a:lnSpc>
                        <a:spcBef>
                          <a:spcPts val="490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975" marR="1118235" indent="-635" algn="just">
                        <a:lnSpc>
                          <a:spcPct val="127600"/>
                        </a:lnSpc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ALM1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Port </a:t>
                      </a:r>
                      <a:r>
                        <a:rPr sz="750" spc="-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 : ALM2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Port </a:t>
                      </a:r>
                      <a:r>
                        <a:rPr sz="750" spc="-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 : ALM3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Port </a:t>
                      </a:r>
                      <a:r>
                        <a:rPr sz="750" spc="-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ALM4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Port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87960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7881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142(008Eh)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242(00F2h)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342(0156h)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442(01BAh)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A2Pn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15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경보2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출력포트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경보1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출력포트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설정과</a:t>
                      </a:r>
                      <a:r>
                        <a:rPr sz="750" spc="2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동일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7894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143(008Fh)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243(00F3h)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343(0157h)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443(01BBh)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A3Pn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경보3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출력포트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경보1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출력포트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설정과</a:t>
                      </a:r>
                      <a:r>
                        <a:rPr sz="750" spc="2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동일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7913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144(0090h)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244(00F4h)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344(0158h)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444(01BCh)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A4Pn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경보4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출력포트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경보1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출력포트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설정과</a:t>
                      </a:r>
                      <a:r>
                        <a:rPr sz="750" spc="2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동일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4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7887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145(0091h)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245(00F5h)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345(0159h)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445(01BDh)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LBA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LBA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시간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값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7200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초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480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146(0092h)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246(00F6h)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346(015Ah)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446(01BEh)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LBW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244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LBA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변화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폭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( 0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7881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147(0093h)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247(00F7h)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347(015Bh)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447(01BFh)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A1DY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경보1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지연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240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s.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초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7919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148(0094h)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248(00F8h)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348(015Ch)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448(01C0h)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HBA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604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히터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단선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0.1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38.0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7893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149(0095h)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249(00F9h)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349(015Dh)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449(01C1h)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HOC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88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히터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과전류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0.1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38.0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789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150(0096h)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250(00FAh)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350(015Eh)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450(01C2h)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HDB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히터경보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불감대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0.0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30.0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A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790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151(0097h)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251(00FBh)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351(015Fh)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451(01C3h)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HBS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히터단선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시작점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~100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%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20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789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152(0098h)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252(00FCh)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352(0160h)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452(01C4h)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ABS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CT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Auto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Bias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Set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7900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153(0099h)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253(00FDh)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353(0161h)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453(01C5h)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H.HLD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93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히터전류값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홀드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7894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154(009Ah)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254(00FEh)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354(0162h)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454(01C6h)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Reserved.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7906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155(009Bh)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255(00FFh)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355(0163h)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455(01C7h)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Reserved.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654399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04970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44" y="0"/>
                </a:moveTo>
                <a:lnTo>
                  <a:pt x="0" y="0"/>
                </a:lnTo>
                <a:lnTo>
                  <a:pt x="0" y="6350"/>
                </a:lnTo>
                <a:lnTo>
                  <a:pt x="35966" y="6350"/>
                </a:lnTo>
                <a:lnTo>
                  <a:pt x="35966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44" y="120650"/>
                </a:lnTo>
                <a:lnTo>
                  <a:pt x="41744" y="114300"/>
                </a:lnTo>
                <a:lnTo>
                  <a:pt x="41744" y="6350"/>
                </a:lnTo>
                <a:lnTo>
                  <a:pt x="41744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47801" y="893647"/>
          <a:ext cx="6483345" cy="92365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8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70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7944">
                <a:tc gridSpan="4">
                  <a:txBody>
                    <a:bodyPr/>
                    <a:lstStyle/>
                    <a:p>
                      <a:pPr marL="3905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M74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50" b="1" spc="-1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주소</a:t>
                      </a:r>
                      <a:r>
                        <a:rPr sz="750" b="1" spc="-1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(HEXA)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69850" marR="59055" indent="3810">
                        <a:lnSpc>
                          <a:spcPct val="127899"/>
                        </a:lnSpc>
                        <a:spcBef>
                          <a:spcPts val="150"/>
                        </a:spcBef>
                        <a:tabLst>
                          <a:tab pos="329565" algn="l"/>
                        </a:tabLst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파라미터  기	호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능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명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속</a:t>
                      </a:r>
                      <a:r>
                        <a:rPr sz="750" b="1" spc="17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성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(R/W)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2959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설정범위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단</a:t>
                      </a:r>
                      <a:r>
                        <a:rPr sz="750" b="1" spc="20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위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초기값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38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CH4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156(009Ch)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256(0100h)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356(0164h)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456(01C8h)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P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비례대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ON/OFF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0.1~999.9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PID 제어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255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20.0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938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157(009Dh)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257(0101h)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357(0165h)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457(01C9h)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I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적분시간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3600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89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초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240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94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158(009Eh)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258(0102h)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358(0166h)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458(01CAh)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D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미분시간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3600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891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초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60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938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159(009Fh)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259(0103h)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359(0167h)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459(01CBh)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M.R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수동리셋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-5.0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105.0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16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%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255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50.0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932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160(00A0h)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260(0104h)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360(0168h)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460(01CCh)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HC.DB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가열냉각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불감대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-100.0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16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%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932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161(00A1h)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261(0105h)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361(0169h)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461(01CDh)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STB.C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안정도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 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 (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AT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후 안정이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안될때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만 사용!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944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162(00A2h)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262(0106h)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362(016Ah)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462(01CEh)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RIFT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램프제어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적분보상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16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%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8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163(00A3h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263(0107h)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363(016Bh)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463(01CFh)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RTMU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 marR="94615" indent="94615">
                        <a:lnSpc>
                          <a:spcPts val="115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램프 기능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시간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단위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 indent="-86995">
                        <a:lnSpc>
                          <a:spcPct val="100000"/>
                        </a:lnSpc>
                        <a:spcBef>
                          <a:spcPts val="235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분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40335" indent="-86995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시간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8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164(00A4h)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264(0108h)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364(016Ch)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464(01D0h)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UP.RT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10489" indent="78740">
                        <a:lnSpc>
                          <a:spcPts val="115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램프 기능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상승온도 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34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 / EUS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100 %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08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8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165(00A5h)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265(0109h)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365(016Dh)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465(01D1h)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DN.RT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10489" indent="78740">
                        <a:lnSpc>
                          <a:spcPts val="115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램프 기능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하강온도 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OFF / EUS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100 %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0180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39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166(00A6h)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266(010Ah)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366(016Eh)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466(01D2h)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92710" algn="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OUT.P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236854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</a:t>
                      </a:r>
                      <a:r>
                        <a:rPr sz="7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포트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95885" algn="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8260" algn="just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(00)</a:t>
                      </a:r>
                      <a:r>
                        <a:rPr sz="6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OFF,</a:t>
                      </a: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(01)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OUT1,</a:t>
                      </a: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(02)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OUT2,</a:t>
                      </a: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(03)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RET,</a:t>
                      </a: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(04)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ALM</a:t>
                      </a:r>
                      <a:endParaRPr sz="650" dirty="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 dirty="0">
                        <a:latin typeface="Times New Roman"/>
                        <a:cs typeface="Times New Roman"/>
                      </a:endParaRPr>
                    </a:p>
                    <a:p>
                      <a:pPr marL="48260" marR="154305" algn="just">
                        <a:lnSpc>
                          <a:spcPct val="127899"/>
                        </a:lnSpc>
                        <a:spcBef>
                          <a:spcPts val="5"/>
                        </a:spcBef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CH1(10) ~ (14) OFF,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OUT1,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OUT2,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RET,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ALM(P1) </a:t>
                      </a:r>
                      <a:r>
                        <a:rPr sz="650" b="1" spc="-2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CH2(20) ~ (24) OFF,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OUT1,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OUT2,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RET,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ALM(P1) </a:t>
                      </a:r>
                      <a:r>
                        <a:rPr sz="650" b="1" spc="-2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CH3(30) ~ (34) OFF,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OUT1,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OUT2,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RET,</a:t>
                      </a:r>
                      <a:r>
                        <a:rPr sz="65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ALM(P1) </a:t>
                      </a:r>
                      <a:r>
                        <a:rPr sz="650" b="1" spc="-2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CH4(40)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(44)</a:t>
                      </a:r>
                      <a:r>
                        <a:rPr sz="65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OFF,  OUT1,</a:t>
                      </a:r>
                      <a:r>
                        <a:rPr sz="650" b="1" spc="2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OUT2,  RET,</a:t>
                      </a:r>
                      <a:r>
                        <a:rPr sz="650" b="1" spc="2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b="1" dirty="0">
                          <a:latin typeface="Malgun Gothic"/>
                          <a:cs typeface="Malgun Gothic"/>
                        </a:rPr>
                        <a:t>ALM(P1)</a:t>
                      </a:r>
                      <a:endParaRPr sz="650" dirty="0">
                        <a:latin typeface="Malgun Gothic"/>
                        <a:cs typeface="Malgun Gothic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038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167(00A7h)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267(010Bh)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367(016Fh)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467(01D3h)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65100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RET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42240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전송출력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종류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R="95885" algn="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315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P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V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S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V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MV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7145" algn="ctr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58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168(00A8h)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268(010Ch)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 dirty="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368(0170h)</a:t>
                      </a:r>
                      <a:endParaRPr sz="650" dirty="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468(01D4h)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RET.L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전송출력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하한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980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TC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or RTD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FR-L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FR-H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전류,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전압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SL-L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 SL-H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( 단,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RET.L ＜ RET.H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만 설정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가능 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87630" indent="53975">
                        <a:lnSpc>
                          <a:spcPts val="115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(0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58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169(00A9h)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269(010Dh)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369(0171h)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469(01D5h)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RET.H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전송출력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marR="34925" indent="106680">
                        <a:lnSpc>
                          <a:spcPts val="115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(100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038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170(00AAh)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270(010Eh)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370(0172h)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470(01D6h)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R="92710" algn="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O.ACT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 dirty="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동작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선택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R="9461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0335" indent="-86995">
                        <a:lnSpc>
                          <a:spcPct val="100000"/>
                        </a:lnSpc>
                        <a:spcBef>
                          <a:spcPts val="315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역(가열)동작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140335" indent="-86995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정(냉각)동작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140970" indent="-86995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/>
                        <a:tabLst>
                          <a:tab pos="14160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가열냉각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동시제어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524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0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333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171(00ABh)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271(010Fh)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333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371(0173h)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471(01D7h)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OUT1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출력1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종류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선택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(가열 제어출력)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R="95885" algn="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315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SSR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Voltage-Pulse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SCR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4 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20mA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 모드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139065" indent="-8699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/>
                        <a:tabLst>
                          <a:tab pos="13970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RELAY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038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172(00ACh)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272(0110h)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372(0174h)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472(01D8h)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2255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OUT2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출력2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종류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선택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(냉각 제어출력)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1366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R="95885" algn="r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 indent="-86995">
                        <a:lnSpc>
                          <a:spcPct val="100000"/>
                        </a:lnSpc>
                        <a:spcBef>
                          <a:spcPts val="315"/>
                        </a:spcBef>
                        <a:buAutoNum type="arabicPlain"/>
                        <a:tabLst>
                          <a:tab pos="14033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SSR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Voltage-Pulse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9700" indent="-86995">
                        <a:lnSpc>
                          <a:spcPct val="100000"/>
                        </a:lnSpc>
                        <a:spcBef>
                          <a:spcPts val="250"/>
                        </a:spcBef>
                        <a:buAutoNum type="arabicPlain"/>
                        <a:tabLst>
                          <a:tab pos="140335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SCR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4 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20mA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 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40335" indent="-86995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rabicPlain"/>
                        <a:tabLst>
                          <a:tab pos="14097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RELAY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39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58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173(00ADh)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273(0111h)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373(0175h)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473(01D9h)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CT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제어출력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주기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marR="584835" indent="-635">
                        <a:lnSpc>
                          <a:spcPts val="115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Normal Mode : 1 ~ 100 s.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Fast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Mode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0.1 ~ 10.0 s.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827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초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650" dirty="0">
                          <a:latin typeface="Malgun Gothic"/>
                          <a:cs typeface="Malgun Gothic"/>
                        </a:rPr>
                        <a:t>SSR</a:t>
                      </a:r>
                      <a:r>
                        <a:rPr sz="6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6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2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650" dirty="0">
                          <a:latin typeface="Malgun Gothic"/>
                          <a:cs typeface="Malgun Gothic"/>
                        </a:rPr>
                        <a:t>RLY</a:t>
                      </a:r>
                      <a:r>
                        <a:rPr sz="6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6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20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358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174(00AEh)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274(0112h)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374(0176h)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474(01DAh)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CTC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 marR="127635" indent="159385">
                        <a:lnSpc>
                          <a:spcPts val="115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냉각측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제어출력 주기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marR="584835" indent="-635">
                        <a:lnSpc>
                          <a:spcPts val="1150"/>
                        </a:lnSpc>
                        <a:spcBef>
                          <a:spcPts val="6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Normal Mode : 1 ~ 100 s. </a:t>
                      </a:r>
                      <a:r>
                        <a:rPr sz="750" spc="-2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Fast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Mode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0.1 ~ 10.0 s.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827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초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650" dirty="0">
                          <a:latin typeface="Malgun Gothic"/>
                          <a:cs typeface="Malgun Gothic"/>
                        </a:rPr>
                        <a:t>SSR</a:t>
                      </a:r>
                      <a:r>
                        <a:rPr sz="6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6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2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650" dirty="0">
                          <a:latin typeface="Malgun Gothic"/>
                          <a:cs typeface="Malgun Gothic"/>
                        </a:rPr>
                        <a:t>RLY</a:t>
                      </a:r>
                      <a:r>
                        <a:rPr sz="6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6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dirty="0">
                          <a:latin typeface="Malgun Gothic"/>
                          <a:cs typeface="Malgun Gothic"/>
                        </a:rPr>
                        <a:t>20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358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175(00AFh)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275(0113h)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375(0177h)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475(01DBh)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GCO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냉각게인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0.1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335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176(00B0h)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276(0114h)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376(0178h)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333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476(01DCh)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HYS.T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650" spc="5" dirty="0">
                          <a:latin typeface="Malgun Gothic"/>
                          <a:cs typeface="Malgun Gothic"/>
                        </a:rPr>
                        <a:t>히스테리시스</a:t>
                      </a:r>
                      <a:r>
                        <a:rPr sz="6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동작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1212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650" dirty="0">
                          <a:latin typeface="Malgun Gothic"/>
                          <a:cs typeface="Malgun Gothic"/>
                        </a:rPr>
                        <a:t>(ON/OFF</a:t>
                      </a:r>
                      <a:r>
                        <a:rPr sz="6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제어시)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NORMAL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 1 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HALF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5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177(00B1h)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277(0115h)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377(0179h)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477(01DDh)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HYS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650" spc="5" dirty="0">
                          <a:latin typeface="Malgun Gothic"/>
                          <a:cs typeface="Malgun Gothic"/>
                        </a:rPr>
                        <a:t>히스테리시스</a:t>
                      </a:r>
                      <a:r>
                        <a:rPr sz="6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설정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1212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650" dirty="0">
                          <a:latin typeface="Malgun Gothic"/>
                          <a:cs typeface="Malgun Gothic"/>
                        </a:rPr>
                        <a:t>(ON/OFF</a:t>
                      </a:r>
                      <a:r>
                        <a:rPr sz="6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제어시)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 ~ 10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7957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178(00B2h)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278(0116h)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3655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378(017Ah)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3655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478(01DEh)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PO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550" b="1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55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550" b="1" dirty="0">
                          <a:latin typeface="Malgun Gothic"/>
                          <a:cs typeface="Malgun Gothic"/>
                        </a:rPr>
                        <a:t>단선시</a:t>
                      </a:r>
                      <a:r>
                        <a:rPr sz="55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550" b="1" dirty="0">
                          <a:latin typeface="Malgun Gothic"/>
                          <a:cs typeface="Malgun Gothic"/>
                        </a:rPr>
                        <a:t>출력(H)</a:t>
                      </a:r>
                      <a:r>
                        <a:rPr sz="55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550" b="1" dirty="0">
                          <a:latin typeface="Malgun Gothic"/>
                          <a:cs typeface="Malgun Gothic"/>
                        </a:rPr>
                        <a:t>량</a:t>
                      </a:r>
                      <a:endParaRPr sz="550">
                        <a:latin typeface="Malgun Gothic"/>
                        <a:cs typeface="Malgun Gothic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EnPO(71)=1,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가열측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MV(-5.0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105.0)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%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7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LoMV.H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650" spc="5" dirty="0">
                          <a:latin typeface="Malgun Gothic"/>
                          <a:cs typeface="Malgun Gothic"/>
                        </a:rPr>
                        <a:t>가열측</a:t>
                      </a:r>
                      <a:r>
                        <a:rPr sz="6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하한제한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EnPO(71)=2,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가열냉각 동시제어 일때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7938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179(00B3h)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279(0117h)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379(017Bh)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479(01DFh)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POC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550" b="1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55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550" b="1" dirty="0">
                          <a:latin typeface="Malgun Gothic"/>
                          <a:cs typeface="Malgun Gothic"/>
                        </a:rPr>
                        <a:t>단선시</a:t>
                      </a:r>
                      <a:r>
                        <a:rPr sz="55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550" b="1" dirty="0">
                          <a:latin typeface="Malgun Gothic"/>
                          <a:cs typeface="Malgun Gothic"/>
                        </a:rPr>
                        <a:t>출력(C)</a:t>
                      </a:r>
                      <a:r>
                        <a:rPr sz="55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550" b="1" dirty="0">
                          <a:latin typeface="Malgun Gothic"/>
                          <a:cs typeface="Malgun Gothic"/>
                        </a:rPr>
                        <a:t>량</a:t>
                      </a:r>
                      <a:endParaRPr sz="550">
                        <a:latin typeface="Malgun Gothic"/>
                        <a:cs typeface="Malgun Gothic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EnPO(71)=1,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냉각측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MV(-5.0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105.0)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%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79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LoMV.C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650" spc="5" dirty="0">
                          <a:latin typeface="Malgun Gothic"/>
                          <a:cs typeface="Malgun Gothic"/>
                        </a:rPr>
                        <a:t>냉각측</a:t>
                      </a:r>
                      <a:r>
                        <a:rPr sz="65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650" spc="5" dirty="0">
                          <a:latin typeface="Malgun Gothic"/>
                          <a:cs typeface="Malgun Gothic"/>
                        </a:rPr>
                        <a:t>하한제한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EnPO(71)=2,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가열냉각 동시제어 일때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3358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180(00B4h)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280(0118h)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380(017Ch)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480(01E0h)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OL-L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출력량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하한제한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-5.0 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OL-H</a:t>
                      </a:r>
                      <a:r>
                        <a:rPr sz="750" spc="2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H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&amp; C : -105.0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16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%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0.0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335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181(00B5h)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281(0119h)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381(017Dh)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dirty="0">
                          <a:latin typeface="Malgun Gothic"/>
                          <a:cs typeface="Malgun Gothic"/>
                        </a:rPr>
                        <a:t>481(01E1h)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OL-H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출력량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상한제한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OL-L 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105.0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 H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&amp;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C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105.0 )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589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%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100.0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654399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04970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44" y="0"/>
                </a:moveTo>
                <a:lnTo>
                  <a:pt x="0" y="0"/>
                </a:lnTo>
                <a:lnTo>
                  <a:pt x="0" y="6350"/>
                </a:lnTo>
                <a:lnTo>
                  <a:pt x="35966" y="6350"/>
                </a:lnTo>
                <a:lnTo>
                  <a:pt x="35966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44" y="120650"/>
                </a:lnTo>
                <a:lnTo>
                  <a:pt x="41744" y="114300"/>
                </a:lnTo>
                <a:lnTo>
                  <a:pt x="41744" y="6350"/>
                </a:lnTo>
                <a:lnTo>
                  <a:pt x="41744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47776" y="887310"/>
          <a:ext cx="6485887" cy="92369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5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70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22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7944">
                <a:tc gridSpan="4"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M74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레지스터의</a:t>
                      </a:r>
                      <a:r>
                        <a:rPr sz="750" b="1" spc="-3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주소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(HEXA)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70485" marR="60960" indent="3810">
                        <a:lnSpc>
                          <a:spcPct val="127099"/>
                        </a:lnSpc>
                        <a:spcBef>
                          <a:spcPts val="165"/>
                        </a:spcBef>
                        <a:tabLst>
                          <a:tab pos="327025" algn="l"/>
                        </a:tabLst>
                      </a:pPr>
                      <a:r>
                        <a:rPr sz="65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파라미터  기	호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기</a:t>
                      </a:r>
                      <a:r>
                        <a:rPr sz="750" b="1" spc="-3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능</a:t>
                      </a:r>
                      <a:r>
                        <a:rPr sz="750" b="1" spc="-3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</a:t>
                      </a:r>
                      <a:r>
                        <a:rPr sz="750" b="1" spc="-3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명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속</a:t>
                      </a:r>
                      <a:r>
                        <a:rPr sz="750" b="1" spc="16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성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(R/W)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3276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설정범위</a:t>
                      </a:r>
                      <a:r>
                        <a:rPr sz="750" b="1" spc="-4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750" b="1" spc="-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단</a:t>
                      </a:r>
                      <a:r>
                        <a:rPr sz="750" b="1" spc="19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위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초기값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951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CH4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70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03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182(00B6h)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282(011Ah)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382(017Eh)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482(01E2h)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INP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4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종류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9779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01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［K］-200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1370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02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［K］-199.9 ~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999.9 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03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［J］ -199.9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999.9 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04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［E］-199.9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 999.9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05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［T］-199.9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 400.0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06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［R］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0 ~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1700 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07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［B］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1800 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08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［S］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0 ~ 1700 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09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［L］-199.9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900.0 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［N］-200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 1300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11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［U］-199.9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400.0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12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［C］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0 ~ 2300 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13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［D］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2400 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14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［N］-199.9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999.9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15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［J］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-200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 ~ 1000 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16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［E］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-200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 1000 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17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［L］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-200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 ~ 900 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18,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19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20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［JPt100］-199.9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500.0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21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［Pt100］-199.9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640.0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22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［JPt100］-200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500</a:t>
                      </a:r>
                      <a:r>
                        <a:rPr sz="750" b="1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23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［Pt100］-200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640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24,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25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26 :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［Pt1000］-199.9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140.0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27 :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［Pt1000］-200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140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℃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28,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29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─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30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2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5V DC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31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2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 20mA DC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32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10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20mV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DC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33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2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0 ~</a:t>
                      </a:r>
                      <a:r>
                        <a:rPr sz="75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100mV DC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39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34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2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0 ~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200mV DC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35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2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5V DC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36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2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0 ~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10V DC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9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183(00B7h)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283(011Bh)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383(017Fh)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483(01E3h)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FR-L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하한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~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%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87630" indent="53340">
                        <a:lnSpc>
                          <a:spcPct val="126600"/>
                        </a:lnSpc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EU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(0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8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184(00B8h)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284(011Ch)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384(0180h)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484(01E4h)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FR-H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상한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~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%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 marR="34925" indent="105410">
                        <a:lnSpc>
                          <a:spcPct val="126600"/>
                        </a:lnSpc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EU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(100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951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185(00B9h)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285(011Dh)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385(0181h)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485(01E5h)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DP-P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소수점</a:t>
                      </a:r>
                      <a:r>
                        <a:rPr sz="750" spc="1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선택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INP.30~36,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소수점 위치선택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0/1/2/3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8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186(00BAh)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286(011Eh)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386(0182h)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486(01E6h)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SL-L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프리스케일</a:t>
                      </a:r>
                      <a:r>
                        <a:rPr sz="7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하한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-1999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(SL-H)-1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8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187(00BBh)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287(011Fh)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387(0183h)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487(01E7h)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SL-H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프리스케일</a:t>
                      </a:r>
                      <a:r>
                        <a:rPr sz="7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상한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155" algn="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(SL-L)+1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9999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1000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944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188(00BCh)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288(0120h)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388(0184h)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488(01E8h)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FILT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필터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설정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OFF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/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1~120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초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초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8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189(00BDh)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289(0121h)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389(0185h)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489(01E9h)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BIAS.L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하한</a:t>
                      </a:r>
                      <a:r>
                        <a:rPr sz="75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보정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403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INP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36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-100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~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%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9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190(00BEh)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290(0122h)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390(0186h)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490(01EAh)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BIAS.H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상한</a:t>
                      </a:r>
                      <a:r>
                        <a:rPr sz="75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보정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INP</a:t>
                      </a:r>
                      <a:r>
                        <a:rPr sz="75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30</a:t>
                      </a:r>
                      <a:r>
                        <a:rPr sz="75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~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36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EUS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-100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~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100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 %</a:t>
                      </a:r>
                      <a:r>
                        <a:rPr sz="75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8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191(00BFh)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291(0123h)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2700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391(0187h)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491(01EBh)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EN.BS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 marR="130175" indent="-14604">
                        <a:lnSpc>
                          <a:spcPct val="1266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구간보정  기능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O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N/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F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155" algn="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 indent="-85725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lain"/>
                        <a:tabLst>
                          <a:tab pos="137795" algn="l"/>
                        </a:tabLst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OF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F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137160" indent="-85725">
                        <a:lnSpc>
                          <a:spcPct val="100000"/>
                        </a:lnSpc>
                        <a:spcBef>
                          <a:spcPts val="240"/>
                        </a:spcBef>
                        <a:buAutoNum type="arabicPlain"/>
                        <a:tabLst>
                          <a:tab pos="137795" algn="l"/>
                        </a:tabLst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O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N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938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192(00C0h)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292(0124h)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392(0188h)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492(01ECh)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BS.P1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구간설정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30"/>
                        </a:spcBef>
                        <a:tabLst>
                          <a:tab pos="1148715" algn="l"/>
                        </a:tabLst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(SLL)	(SLH)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FRL</a:t>
                      </a:r>
                      <a:r>
                        <a:rPr sz="750" spc="2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≤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P1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≤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P2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≤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P3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≤</a:t>
                      </a:r>
                      <a:r>
                        <a:rPr sz="750" spc="25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FRH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설정범위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EU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(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~ 100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46355" marR="34925" indent="105410">
                        <a:lnSpc>
                          <a:spcPct val="126600"/>
                        </a:lnSpc>
                        <a:spcBef>
                          <a:spcPts val="66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EU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(100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)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938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193(00C1h)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293(0125h)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393(0189h)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493(01EDh)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BS.P2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구간설정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957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194(00C2h)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294(0126h)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394(018Ah)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494(01EEh)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BS.P3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구간설정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3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7938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195(00C3h)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295(0127h)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395(018Bh)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495(01EFh)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BS0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바이어스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45"/>
                        </a:spcBef>
                        <a:tabLst>
                          <a:tab pos="1282065" algn="l"/>
                        </a:tabLst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(SLL)	(SLH)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  <a:p>
                      <a:pPr marL="85090" marR="295275">
                        <a:lnSpc>
                          <a:spcPct val="126600"/>
                        </a:lnSpc>
                        <a:tabLst>
                          <a:tab pos="409575" algn="l"/>
                          <a:tab pos="700405" algn="l"/>
                          <a:tab pos="991235" algn="l"/>
                          <a:tab pos="1315720" algn="l"/>
                        </a:tabLst>
                      </a:pPr>
                      <a:r>
                        <a:rPr sz="750" spc="-5" dirty="0">
                          <a:latin typeface="Malgun Gothic"/>
                          <a:cs typeface="Malgun Gothic"/>
                        </a:rPr>
                        <a:t>F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R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L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――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P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1――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P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2――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P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3――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F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RH  B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0	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BS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1	B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S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2	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BS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3	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BS</a:t>
                      </a:r>
                      <a:r>
                        <a:rPr sz="750" dirty="0">
                          <a:latin typeface="Malgun Gothic"/>
                          <a:cs typeface="Malgun Gothic"/>
                        </a:rPr>
                        <a:t>4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50" dirty="0">
                        <a:latin typeface="Times New Roman"/>
                        <a:cs typeface="Times New Roman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설정범위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EUS 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±30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10" dirty="0">
                          <a:latin typeface="Malgun Gothic"/>
                          <a:cs typeface="Malgun Gothic"/>
                        </a:rPr>
                        <a:t>%</a:t>
                      </a:r>
                      <a:r>
                        <a:rPr sz="75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b="1" spc="-5" dirty="0">
                          <a:latin typeface="Malgun Gothic"/>
                          <a:cs typeface="Malgun Gothic"/>
                        </a:rPr>
                        <a:t>)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50" dirty="0">
                          <a:latin typeface="Malgun Gothic"/>
                          <a:cs typeface="Malgun Gothic"/>
                        </a:rPr>
                        <a:t>0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7938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196(00C4h)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296(0128h)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396(018Ch)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496(01F0h)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BS1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바이어스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1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7951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197(00C5h)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297(0129h)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397(018Dh)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497(01F1h)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BS2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바이어스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2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7957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198(00C6h)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298(012Ah)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398(018Eh)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498(01F2h)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BS3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바이어스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3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7938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199(00C7h)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299(012Bh)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399(018Fh)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650" b="1" spc="-5" dirty="0">
                          <a:latin typeface="Malgun Gothic"/>
                          <a:cs typeface="Malgun Gothic"/>
                        </a:rPr>
                        <a:t>499(01F3h)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BS4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75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10" dirty="0">
                          <a:latin typeface="Malgun Gothic"/>
                          <a:cs typeface="Malgun Gothic"/>
                        </a:rPr>
                        <a:t>바이어스</a:t>
                      </a:r>
                      <a:r>
                        <a:rPr sz="75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750" spc="-5" dirty="0">
                          <a:latin typeface="Malgun Gothic"/>
                          <a:cs typeface="Malgun Gothic"/>
                        </a:rPr>
                        <a:t>4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750" spc="-10" dirty="0">
                          <a:latin typeface="Malgun Gothic"/>
                          <a:cs typeface="Malgun Gothic"/>
                        </a:rPr>
                        <a:t>R/W</a:t>
                      </a:r>
                      <a:endParaRPr sz="750" dirty="0">
                        <a:latin typeface="Malgun Gothic"/>
                        <a:cs typeface="Malgun Gothic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654399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19" y="0"/>
                </a:moveTo>
                <a:lnTo>
                  <a:pt x="0" y="0"/>
                </a:lnTo>
                <a:lnTo>
                  <a:pt x="0" y="6350"/>
                </a:lnTo>
                <a:lnTo>
                  <a:pt x="0" y="114300"/>
                </a:lnTo>
                <a:lnTo>
                  <a:pt x="0" y="120650"/>
                </a:lnTo>
                <a:lnTo>
                  <a:pt x="41719" y="120650"/>
                </a:lnTo>
                <a:lnTo>
                  <a:pt x="41719" y="114300"/>
                </a:lnTo>
                <a:lnTo>
                  <a:pt x="5778" y="114300"/>
                </a:lnTo>
                <a:lnTo>
                  <a:pt x="5778" y="6350"/>
                </a:lnTo>
                <a:lnTo>
                  <a:pt x="41719" y="6350"/>
                </a:lnTo>
                <a:lnTo>
                  <a:pt x="41719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04970" y="10299953"/>
            <a:ext cx="41910" cy="120650"/>
          </a:xfrm>
          <a:custGeom>
            <a:avLst/>
            <a:gdLst/>
            <a:ahLst/>
            <a:cxnLst/>
            <a:rect l="l" t="t" r="r" b="b"/>
            <a:pathLst>
              <a:path w="41910" h="120650">
                <a:moveTo>
                  <a:pt x="41744" y="0"/>
                </a:moveTo>
                <a:lnTo>
                  <a:pt x="0" y="0"/>
                </a:lnTo>
                <a:lnTo>
                  <a:pt x="0" y="6350"/>
                </a:lnTo>
                <a:lnTo>
                  <a:pt x="35966" y="6350"/>
                </a:lnTo>
                <a:lnTo>
                  <a:pt x="35966" y="114300"/>
                </a:lnTo>
                <a:lnTo>
                  <a:pt x="0" y="114300"/>
                </a:lnTo>
                <a:lnTo>
                  <a:pt x="0" y="120650"/>
                </a:lnTo>
                <a:lnTo>
                  <a:pt x="41744" y="120650"/>
                </a:lnTo>
                <a:lnTo>
                  <a:pt x="41744" y="114300"/>
                </a:lnTo>
                <a:lnTo>
                  <a:pt x="41744" y="6350"/>
                </a:lnTo>
                <a:lnTo>
                  <a:pt x="41744" y="0"/>
                </a:lnTo>
                <a:close/>
              </a:path>
            </a:pathLst>
          </a:custGeom>
          <a:solidFill>
            <a:srgbClr val="706F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25"/>
              </a:spcBef>
            </a:pPr>
            <a:r>
              <a:rPr spc="20" dirty="0"/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543994"/>
            <a:ext cx="7560309" cy="5148580"/>
          </a:xfrm>
          <a:custGeom>
            <a:avLst/>
            <a:gdLst/>
            <a:ahLst/>
            <a:cxnLst/>
            <a:rect l="l" t="t" r="r" b="b"/>
            <a:pathLst>
              <a:path w="7560309" h="5148580">
                <a:moveTo>
                  <a:pt x="7559992" y="0"/>
                </a:moveTo>
                <a:lnTo>
                  <a:pt x="0" y="0"/>
                </a:lnTo>
                <a:lnTo>
                  <a:pt x="0" y="5148008"/>
                </a:lnTo>
                <a:lnTo>
                  <a:pt x="7559992" y="5148008"/>
                </a:lnTo>
                <a:lnTo>
                  <a:pt x="7559992" y="0"/>
                </a:lnTo>
                <a:close/>
              </a:path>
            </a:pathLst>
          </a:custGeom>
          <a:solidFill>
            <a:srgbClr val="B3AF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36302" y="10125029"/>
            <a:ext cx="1502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solidFill>
                  <a:srgbClr val="FFFFFF"/>
                </a:solidFill>
                <a:latin typeface="Malgun Gothic"/>
                <a:cs typeface="Malgun Gothic"/>
                <a:hlinkClick r:id="rId2"/>
              </a:rPr>
              <a:t>www.temcoline.com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2551" y="9617029"/>
            <a:ext cx="26060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10" dirty="0">
                <a:solidFill>
                  <a:srgbClr val="292526"/>
                </a:solidFill>
                <a:latin typeface="Malgun Gothic"/>
                <a:cs typeface="Malgun Gothic"/>
              </a:rPr>
              <a:t>서울시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292526"/>
                </a:solidFill>
                <a:latin typeface="Malgun Gothic"/>
                <a:cs typeface="Malgun Gothic"/>
              </a:rPr>
              <a:t>금천구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292526"/>
                </a:solidFill>
                <a:latin typeface="Malgun Gothic"/>
                <a:cs typeface="Malgun Gothic"/>
              </a:rPr>
              <a:t>가산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292526"/>
                </a:solidFill>
                <a:latin typeface="Malgun Gothic"/>
                <a:cs typeface="Malgun Gothic"/>
              </a:rPr>
              <a:t>디지털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-40" dirty="0">
                <a:solidFill>
                  <a:srgbClr val="292526"/>
                </a:solidFill>
                <a:latin typeface="Malgun Gothic"/>
                <a:cs typeface="Malgun Gothic"/>
              </a:rPr>
              <a:t>2로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45" dirty="0">
                <a:solidFill>
                  <a:srgbClr val="292526"/>
                </a:solidFill>
                <a:latin typeface="Malgun Gothic"/>
                <a:cs typeface="Malgun Gothic"/>
              </a:rPr>
              <a:t>34,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10" dirty="0">
                <a:solidFill>
                  <a:srgbClr val="292526"/>
                </a:solidFill>
                <a:latin typeface="Malgun Gothic"/>
                <a:cs typeface="Malgun Gothic"/>
              </a:rPr>
              <a:t>1228~1225호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2551" y="9769429"/>
            <a:ext cx="1362710" cy="3810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spc="5" dirty="0">
                <a:solidFill>
                  <a:srgbClr val="292526"/>
                </a:solidFill>
                <a:latin typeface="Malgun Gothic"/>
                <a:cs typeface="Malgun Gothic"/>
              </a:rPr>
              <a:t>G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292526"/>
                </a:solidFill>
                <a:latin typeface="Malgun Gothic"/>
                <a:cs typeface="Malgun Gothic"/>
              </a:rPr>
              <a:t>밸리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292526"/>
                </a:solidFill>
                <a:latin typeface="Malgun Gothic"/>
                <a:cs typeface="Malgun Gothic"/>
              </a:rPr>
              <a:t>더리브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292526"/>
                </a:solidFill>
                <a:latin typeface="Malgun Gothic"/>
                <a:cs typeface="Malgun Gothic"/>
              </a:rPr>
              <a:t>스마트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-110" dirty="0">
                <a:solidFill>
                  <a:srgbClr val="292526"/>
                </a:solidFill>
                <a:latin typeface="Malgun Gothic"/>
                <a:cs typeface="Malgun Gothic"/>
              </a:rPr>
              <a:t>타워</a:t>
            </a:r>
            <a:endParaRPr sz="1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000" spc="-10" dirty="0">
                <a:solidFill>
                  <a:srgbClr val="292526"/>
                </a:solidFill>
                <a:latin typeface="Malgun Gothic"/>
                <a:cs typeface="Malgun Gothic"/>
              </a:rPr>
              <a:t>T</a:t>
            </a:r>
            <a:r>
              <a:rPr sz="1000" spc="10" dirty="0">
                <a:solidFill>
                  <a:srgbClr val="292526"/>
                </a:solidFill>
                <a:latin typeface="Malgun Gothic"/>
                <a:cs typeface="Malgun Gothic"/>
              </a:rPr>
              <a:t>el</a:t>
            </a:r>
            <a:r>
              <a:rPr sz="1000" spc="75" dirty="0">
                <a:solidFill>
                  <a:srgbClr val="292526"/>
                </a:solidFill>
                <a:latin typeface="Malgun Gothic"/>
                <a:cs typeface="Malgun Gothic"/>
              </a:rPr>
              <a:t>.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292526"/>
                </a:solidFill>
                <a:latin typeface="Malgun Gothic"/>
                <a:cs typeface="Malgun Gothic"/>
              </a:rPr>
              <a:t>02-3667-5521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66127" y="9769429"/>
            <a:ext cx="1184275" cy="3810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8890" algn="r">
              <a:lnSpc>
                <a:spcPct val="100000"/>
              </a:lnSpc>
              <a:spcBef>
                <a:spcPts val="300"/>
              </a:spcBef>
            </a:pPr>
            <a:r>
              <a:rPr sz="1000" spc="15" dirty="0">
                <a:solidFill>
                  <a:srgbClr val="292526"/>
                </a:solidFill>
                <a:latin typeface="Malgun Gothic"/>
                <a:cs typeface="Malgun Gothic"/>
              </a:rPr>
              <a:t>우)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30" dirty="0">
                <a:solidFill>
                  <a:srgbClr val="292526"/>
                </a:solidFill>
                <a:latin typeface="Malgun Gothic"/>
                <a:cs typeface="Malgun Gothic"/>
              </a:rPr>
              <a:t>08592</a:t>
            </a:r>
            <a:endParaRPr sz="1000">
              <a:latin typeface="Malgun Gothic"/>
              <a:cs typeface="Malgun Gothic"/>
            </a:endParaRPr>
          </a:p>
          <a:p>
            <a:pPr marR="5080" algn="r">
              <a:lnSpc>
                <a:spcPct val="100000"/>
              </a:lnSpc>
              <a:spcBef>
                <a:spcPts val="200"/>
              </a:spcBef>
            </a:pPr>
            <a:r>
              <a:rPr sz="1000" spc="35" dirty="0">
                <a:solidFill>
                  <a:srgbClr val="292526"/>
                </a:solidFill>
                <a:latin typeface="Malgun Gothic"/>
                <a:cs typeface="Malgun Gothic"/>
              </a:rPr>
              <a:t>F</a:t>
            </a:r>
            <a:r>
              <a:rPr sz="1000" spc="65" dirty="0">
                <a:solidFill>
                  <a:srgbClr val="292526"/>
                </a:solidFill>
                <a:latin typeface="Malgun Gothic"/>
                <a:cs typeface="Malgun Gothic"/>
              </a:rPr>
              <a:t>ax</a:t>
            </a:r>
            <a:r>
              <a:rPr sz="1000" spc="30" dirty="0">
                <a:solidFill>
                  <a:srgbClr val="292526"/>
                </a:solidFill>
                <a:latin typeface="Malgun Gothic"/>
                <a:cs typeface="Malgun Gothic"/>
              </a:rPr>
              <a:t>.</a:t>
            </a:r>
            <a:r>
              <a:rPr sz="1000" spc="-130" dirty="0">
                <a:solidFill>
                  <a:srgbClr val="292526"/>
                </a:solidFill>
                <a:latin typeface="Malgun Gothic"/>
                <a:cs typeface="Malgun Gothic"/>
              </a:rPr>
              <a:t> </a:t>
            </a:r>
            <a:r>
              <a:rPr sz="1000" spc="50" dirty="0">
                <a:solidFill>
                  <a:srgbClr val="292526"/>
                </a:solidFill>
                <a:latin typeface="Malgun Gothic"/>
                <a:cs typeface="Malgun Gothic"/>
              </a:rPr>
              <a:t>02-2632-554</a:t>
            </a:r>
            <a:r>
              <a:rPr sz="1000" spc="30" dirty="0">
                <a:solidFill>
                  <a:srgbClr val="292526"/>
                </a:solidFill>
                <a:latin typeface="Malgun Gothic"/>
                <a:cs typeface="Malgun Gothic"/>
              </a:rPr>
              <a:t>9</a:t>
            </a:r>
            <a:endParaRPr sz="100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7001" y="9622802"/>
            <a:ext cx="3319779" cy="545465"/>
            <a:chOff x="657001" y="9622802"/>
            <a:chExt cx="3319779" cy="545465"/>
          </a:xfrm>
        </p:grpSpPr>
        <p:sp>
          <p:nvSpPr>
            <p:cNvPr id="8" name="object 8"/>
            <p:cNvSpPr/>
            <p:nvPr/>
          </p:nvSpPr>
          <p:spPr>
            <a:xfrm>
              <a:off x="656996" y="9698113"/>
              <a:ext cx="2933700" cy="406400"/>
            </a:xfrm>
            <a:custGeom>
              <a:avLst/>
              <a:gdLst/>
              <a:ahLst/>
              <a:cxnLst/>
              <a:rect l="l" t="t" r="r" b="b"/>
              <a:pathLst>
                <a:path w="2933700" h="406400">
                  <a:moveTo>
                    <a:pt x="327494" y="787"/>
                  </a:moveTo>
                  <a:lnTo>
                    <a:pt x="0" y="787"/>
                  </a:lnTo>
                  <a:lnTo>
                    <a:pt x="0" y="80797"/>
                  </a:lnTo>
                  <a:lnTo>
                    <a:pt x="111912" y="80797"/>
                  </a:lnTo>
                  <a:lnTo>
                    <a:pt x="111912" y="403377"/>
                  </a:lnTo>
                  <a:lnTo>
                    <a:pt x="214693" y="403377"/>
                  </a:lnTo>
                  <a:lnTo>
                    <a:pt x="214693" y="80797"/>
                  </a:lnTo>
                  <a:lnTo>
                    <a:pt x="327494" y="80797"/>
                  </a:lnTo>
                  <a:lnTo>
                    <a:pt x="327494" y="787"/>
                  </a:lnTo>
                  <a:close/>
                </a:path>
                <a:path w="2933700" h="406400">
                  <a:moveTo>
                    <a:pt x="576859" y="185343"/>
                  </a:moveTo>
                  <a:lnTo>
                    <a:pt x="575322" y="160464"/>
                  </a:lnTo>
                  <a:lnTo>
                    <a:pt x="569734" y="146824"/>
                  </a:lnTo>
                  <a:lnTo>
                    <a:pt x="555485" y="139611"/>
                  </a:lnTo>
                  <a:lnTo>
                    <a:pt x="528027" y="133997"/>
                  </a:lnTo>
                  <a:lnTo>
                    <a:pt x="483425" y="133997"/>
                  </a:lnTo>
                  <a:lnTo>
                    <a:pt x="483425" y="202425"/>
                  </a:lnTo>
                  <a:lnTo>
                    <a:pt x="483425" y="232371"/>
                  </a:lnTo>
                  <a:lnTo>
                    <a:pt x="356311" y="232371"/>
                  </a:lnTo>
                  <a:lnTo>
                    <a:pt x="356311" y="202425"/>
                  </a:lnTo>
                  <a:lnTo>
                    <a:pt x="483425" y="202425"/>
                  </a:lnTo>
                  <a:lnTo>
                    <a:pt x="483425" y="133997"/>
                  </a:lnTo>
                  <a:lnTo>
                    <a:pt x="314439" y="133997"/>
                  </a:lnTo>
                  <a:lnTo>
                    <a:pt x="283768" y="136017"/>
                  </a:lnTo>
                  <a:lnTo>
                    <a:pt x="268020" y="142748"/>
                  </a:lnTo>
                  <a:lnTo>
                    <a:pt x="262229" y="159626"/>
                  </a:lnTo>
                  <a:lnTo>
                    <a:pt x="261391" y="192100"/>
                  </a:lnTo>
                  <a:lnTo>
                    <a:pt x="261391" y="356997"/>
                  </a:lnTo>
                  <a:lnTo>
                    <a:pt x="266407" y="385025"/>
                  </a:lnTo>
                  <a:lnTo>
                    <a:pt x="273608" y="399427"/>
                  </a:lnTo>
                  <a:lnTo>
                    <a:pt x="287959" y="404736"/>
                  </a:lnTo>
                  <a:lnTo>
                    <a:pt x="314439" y="405485"/>
                  </a:lnTo>
                  <a:lnTo>
                    <a:pt x="576795" y="405485"/>
                  </a:lnTo>
                  <a:lnTo>
                    <a:pt x="576795" y="347014"/>
                  </a:lnTo>
                  <a:lnTo>
                    <a:pt x="355930" y="347014"/>
                  </a:lnTo>
                  <a:lnTo>
                    <a:pt x="355930" y="293243"/>
                  </a:lnTo>
                  <a:lnTo>
                    <a:pt x="576859" y="292900"/>
                  </a:lnTo>
                  <a:lnTo>
                    <a:pt x="576859" y="232371"/>
                  </a:lnTo>
                  <a:lnTo>
                    <a:pt x="576859" y="202425"/>
                  </a:lnTo>
                  <a:lnTo>
                    <a:pt x="576859" y="185343"/>
                  </a:lnTo>
                  <a:close/>
                </a:path>
                <a:path w="2933700" h="406400">
                  <a:moveTo>
                    <a:pt x="1102995" y="164998"/>
                  </a:moveTo>
                  <a:lnTo>
                    <a:pt x="1098016" y="149098"/>
                  </a:lnTo>
                  <a:lnTo>
                    <a:pt x="1082395" y="141630"/>
                  </a:lnTo>
                  <a:lnTo>
                    <a:pt x="1051407" y="137198"/>
                  </a:lnTo>
                  <a:lnTo>
                    <a:pt x="902360" y="137198"/>
                  </a:lnTo>
                  <a:lnTo>
                    <a:pt x="886320" y="147345"/>
                  </a:lnTo>
                  <a:lnTo>
                    <a:pt x="855992" y="135712"/>
                  </a:lnTo>
                  <a:lnTo>
                    <a:pt x="725779" y="135712"/>
                  </a:lnTo>
                  <a:lnTo>
                    <a:pt x="706945" y="147548"/>
                  </a:lnTo>
                  <a:lnTo>
                    <a:pt x="706945" y="126822"/>
                  </a:lnTo>
                  <a:lnTo>
                    <a:pt x="617105" y="126822"/>
                  </a:lnTo>
                  <a:lnTo>
                    <a:pt x="617105" y="135712"/>
                  </a:lnTo>
                  <a:lnTo>
                    <a:pt x="617105" y="406387"/>
                  </a:lnTo>
                  <a:lnTo>
                    <a:pt x="699706" y="406387"/>
                  </a:lnTo>
                  <a:lnTo>
                    <a:pt x="699706" y="199364"/>
                  </a:lnTo>
                  <a:lnTo>
                    <a:pt x="811072" y="199364"/>
                  </a:lnTo>
                  <a:lnTo>
                    <a:pt x="811072" y="406387"/>
                  </a:lnTo>
                  <a:lnTo>
                    <a:pt x="902360" y="406387"/>
                  </a:lnTo>
                  <a:lnTo>
                    <a:pt x="902360" y="202323"/>
                  </a:lnTo>
                  <a:lnTo>
                    <a:pt x="1013726" y="202323"/>
                  </a:lnTo>
                  <a:lnTo>
                    <a:pt x="1013726" y="406387"/>
                  </a:lnTo>
                  <a:lnTo>
                    <a:pt x="1102118" y="406387"/>
                  </a:lnTo>
                  <a:lnTo>
                    <a:pt x="1102118" y="194716"/>
                  </a:lnTo>
                  <a:lnTo>
                    <a:pt x="1102995" y="164998"/>
                  </a:lnTo>
                  <a:close/>
                </a:path>
                <a:path w="2933700" h="406400">
                  <a:moveTo>
                    <a:pt x="1415338" y="133680"/>
                  </a:moveTo>
                  <a:lnTo>
                    <a:pt x="1191361" y="133680"/>
                  </a:lnTo>
                  <a:lnTo>
                    <a:pt x="1164031" y="139776"/>
                  </a:lnTo>
                  <a:lnTo>
                    <a:pt x="1150023" y="147320"/>
                  </a:lnTo>
                  <a:lnTo>
                    <a:pt x="1144930" y="161239"/>
                  </a:lnTo>
                  <a:lnTo>
                    <a:pt x="1144358" y="186512"/>
                  </a:lnTo>
                  <a:lnTo>
                    <a:pt x="1144358" y="349275"/>
                  </a:lnTo>
                  <a:lnTo>
                    <a:pt x="1145197" y="381063"/>
                  </a:lnTo>
                  <a:lnTo>
                    <a:pt x="1151064" y="397510"/>
                  </a:lnTo>
                  <a:lnTo>
                    <a:pt x="1166977" y="403898"/>
                  </a:lnTo>
                  <a:lnTo>
                    <a:pt x="1197978" y="405472"/>
                  </a:lnTo>
                  <a:lnTo>
                    <a:pt x="1413891" y="405472"/>
                  </a:lnTo>
                  <a:lnTo>
                    <a:pt x="1413891" y="346252"/>
                  </a:lnTo>
                  <a:lnTo>
                    <a:pt x="1241450" y="346252"/>
                  </a:lnTo>
                  <a:lnTo>
                    <a:pt x="1241450" y="185496"/>
                  </a:lnTo>
                  <a:lnTo>
                    <a:pt x="1415338" y="185496"/>
                  </a:lnTo>
                  <a:lnTo>
                    <a:pt x="1415338" y="133680"/>
                  </a:lnTo>
                  <a:close/>
                </a:path>
                <a:path w="2933700" h="406400">
                  <a:moveTo>
                    <a:pt x="2100757" y="316953"/>
                  </a:moveTo>
                  <a:lnTo>
                    <a:pt x="1890649" y="316953"/>
                  </a:lnTo>
                  <a:lnTo>
                    <a:pt x="1890649" y="5803"/>
                  </a:lnTo>
                  <a:lnTo>
                    <a:pt x="1797900" y="5803"/>
                  </a:lnTo>
                  <a:lnTo>
                    <a:pt x="1797900" y="316953"/>
                  </a:lnTo>
                  <a:lnTo>
                    <a:pt x="1797900" y="404583"/>
                  </a:lnTo>
                  <a:lnTo>
                    <a:pt x="2100757" y="404583"/>
                  </a:lnTo>
                  <a:lnTo>
                    <a:pt x="2100757" y="316953"/>
                  </a:lnTo>
                  <a:close/>
                </a:path>
                <a:path w="2933700" h="406400">
                  <a:moveTo>
                    <a:pt x="2224278" y="116890"/>
                  </a:moveTo>
                  <a:lnTo>
                    <a:pt x="2138438" y="116890"/>
                  </a:lnTo>
                  <a:lnTo>
                    <a:pt x="2138438" y="403644"/>
                  </a:lnTo>
                  <a:lnTo>
                    <a:pt x="2224278" y="403644"/>
                  </a:lnTo>
                  <a:lnTo>
                    <a:pt x="2224278" y="116890"/>
                  </a:lnTo>
                  <a:close/>
                </a:path>
                <a:path w="2933700" h="406400">
                  <a:moveTo>
                    <a:pt x="2224278" y="0"/>
                  </a:moveTo>
                  <a:lnTo>
                    <a:pt x="2138438" y="0"/>
                  </a:lnTo>
                  <a:lnTo>
                    <a:pt x="2138438" y="73456"/>
                  </a:lnTo>
                  <a:lnTo>
                    <a:pt x="2224278" y="73456"/>
                  </a:lnTo>
                  <a:lnTo>
                    <a:pt x="2224278" y="0"/>
                  </a:lnTo>
                  <a:close/>
                </a:path>
                <a:path w="2933700" h="406400">
                  <a:moveTo>
                    <a:pt x="2933217" y="185343"/>
                  </a:moveTo>
                  <a:lnTo>
                    <a:pt x="2931680" y="160464"/>
                  </a:lnTo>
                  <a:lnTo>
                    <a:pt x="2926092" y="146824"/>
                  </a:lnTo>
                  <a:lnTo>
                    <a:pt x="2911843" y="139611"/>
                  </a:lnTo>
                  <a:lnTo>
                    <a:pt x="2884386" y="133997"/>
                  </a:lnTo>
                  <a:lnTo>
                    <a:pt x="2839783" y="133997"/>
                  </a:lnTo>
                  <a:lnTo>
                    <a:pt x="2839783" y="202425"/>
                  </a:lnTo>
                  <a:lnTo>
                    <a:pt x="2839783" y="232371"/>
                  </a:lnTo>
                  <a:lnTo>
                    <a:pt x="2712669" y="232371"/>
                  </a:lnTo>
                  <a:lnTo>
                    <a:pt x="2712669" y="202425"/>
                  </a:lnTo>
                  <a:lnTo>
                    <a:pt x="2839783" y="202425"/>
                  </a:lnTo>
                  <a:lnTo>
                    <a:pt x="2839783" y="133997"/>
                  </a:lnTo>
                  <a:lnTo>
                    <a:pt x="2670797" y="133997"/>
                  </a:lnTo>
                  <a:lnTo>
                    <a:pt x="2640126" y="136017"/>
                  </a:lnTo>
                  <a:lnTo>
                    <a:pt x="2624378" y="142748"/>
                  </a:lnTo>
                  <a:lnTo>
                    <a:pt x="2618587" y="159626"/>
                  </a:lnTo>
                  <a:lnTo>
                    <a:pt x="2617749" y="192100"/>
                  </a:lnTo>
                  <a:lnTo>
                    <a:pt x="2617749" y="356997"/>
                  </a:lnTo>
                  <a:lnTo>
                    <a:pt x="2622778" y="385025"/>
                  </a:lnTo>
                  <a:lnTo>
                    <a:pt x="2629979" y="399427"/>
                  </a:lnTo>
                  <a:lnTo>
                    <a:pt x="2644330" y="404736"/>
                  </a:lnTo>
                  <a:lnTo>
                    <a:pt x="2670797" y="405485"/>
                  </a:lnTo>
                  <a:lnTo>
                    <a:pt x="2933154" y="405485"/>
                  </a:lnTo>
                  <a:lnTo>
                    <a:pt x="2933154" y="347014"/>
                  </a:lnTo>
                  <a:lnTo>
                    <a:pt x="2712301" y="347014"/>
                  </a:lnTo>
                  <a:lnTo>
                    <a:pt x="2712301" y="293243"/>
                  </a:lnTo>
                  <a:lnTo>
                    <a:pt x="2933217" y="292900"/>
                  </a:lnTo>
                  <a:lnTo>
                    <a:pt x="2933217" y="232371"/>
                  </a:lnTo>
                  <a:lnTo>
                    <a:pt x="2933217" y="202425"/>
                  </a:lnTo>
                  <a:lnTo>
                    <a:pt x="2933217" y="185343"/>
                  </a:lnTo>
                  <a:close/>
                </a:path>
              </a:pathLst>
            </a:custGeom>
            <a:solidFill>
              <a:srgbClr val="2947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9751" y="9740309"/>
              <a:ext cx="162600" cy="7335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02332" y="9815017"/>
              <a:ext cx="1137285" cy="288290"/>
            </a:xfrm>
            <a:custGeom>
              <a:avLst/>
              <a:gdLst/>
              <a:ahLst/>
              <a:cxnLst/>
              <a:rect l="l" t="t" r="r" b="b"/>
              <a:pathLst>
                <a:path w="1137285" h="288290">
                  <a:moveTo>
                    <a:pt x="318554" y="70205"/>
                  </a:moveTo>
                  <a:lnTo>
                    <a:pt x="310032" y="40779"/>
                  </a:lnTo>
                  <a:lnTo>
                    <a:pt x="291299" y="24599"/>
                  </a:lnTo>
                  <a:lnTo>
                    <a:pt x="272554" y="17754"/>
                  </a:lnTo>
                  <a:lnTo>
                    <a:pt x="264045" y="16344"/>
                  </a:lnTo>
                  <a:lnTo>
                    <a:pt x="224142" y="16357"/>
                  </a:lnTo>
                  <a:lnTo>
                    <a:pt x="224142" y="79286"/>
                  </a:lnTo>
                  <a:lnTo>
                    <a:pt x="224142" y="228180"/>
                  </a:lnTo>
                  <a:lnTo>
                    <a:pt x="89204" y="228180"/>
                  </a:lnTo>
                  <a:lnTo>
                    <a:pt x="89204" y="79286"/>
                  </a:lnTo>
                  <a:lnTo>
                    <a:pt x="224142" y="79286"/>
                  </a:lnTo>
                  <a:lnTo>
                    <a:pt x="224142" y="16357"/>
                  </a:lnTo>
                  <a:lnTo>
                    <a:pt x="53822" y="16370"/>
                  </a:lnTo>
                  <a:lnTo>
                    <a:pt x="7708" y="44602"/>
                  </a:lnTo>
                  <a:lnTo>
                    <a:pt x="0" y="234924"/>
                  </a:lnTo>
                  <a:lnTo>
                    <a:pt x="8356" y="262572"/>
                  </a:lnTo>
                  <a:lnTo>
                    <a:pt x="22364" y="278676"/>
                  </a:lnTo>
                  <a:lnTo>
                    <a:pt x="35534" y="286169"/>
                  </a:lnTo>
                  <a:lnTo>
                    <a:pt x="41363" y="288023"/>
                  </a:lnTo>
                  <a:lnTo>
                    <a:pt x="273075" y="287934"/>
                  </a:lnTo>
                  <a:lnTo>
                    <a:pt x="296049" y="278434"/>
                  </a:lnTo>
                  <a:lnTo>
                    <a:pt x="309892" y="261950"/>
                  </a:lnTo>
                  <a:lnTo>
                    <a:pt x="316661" y="246329"/>
                  </a:lnTo>
                  <a:lnTo>
                    <a:pt x="318465" y="239382"/>
                  </a:lnTo>
                  <a:lnTo>
                    <a:pt x="318465" y="228180"/>
                  </a:lnTo>
                  <a:lnTo>
                    <a:pt x="318541" y="79286"/>
                  </a:lnTo>
                  <a:lnTo>
                    <a:pt x="318554" y="70205"/>
                  </a:lnTo>
                  <a:close/>
                </a:path>
                <a:path w="1137285" h="288290">
                  <a:moveTo>
                    <a:pt x="1136916" y="35585"/>
                  </a:moveTo>
                  <a:lnTo>
                    <a:pt x="1130566" y="17602"/>
                  </a:lnTo>
                  <a:lnTo>
                    <a:pt x="1111605" y="11531"/>
                  </a:lnTo>
                  <a:lnTo>
                    <a:pt x="1074191" y="11836"/>
                  </a:lnTo>
                  <a:lnTo>
                    <a:pt x="936498" y="11836"/>
                  </a:lnTo>
                  <a:lnTo>
                    <a:pt x="914781" y="19227"/>
                  </a:lnTo>
                  <a:lnTo>
                    <a:pt x="914781" y="0"/>
                  </a:lnTo>
                  <a:lnTo>
                    <a:pt x="817689" y="0"/>
                  </a:lnTo>
                  <a:lnTo>
                    <a:pt x="817664" y="286842"/>
                  </a:lnTo>
                  <a:lnTo>
                    <a:pt x="907542" y="286842"/>
                  </a:lnTo>
                  <a:lnTo>
                    <a:pt x="907542" y="75501"/>
                  </a:lnTo>
                  <a:lnTo>
                    <a:pt x="1037958" y="75501"/>
                  </a:lnTo>
                  <a:lnTo>
                    <a:pt x="1037958" y="286842"/>
                  </a:lnTo>
                  <a:lnTo>
                    <a:pt x="1136497" y="286842"/>
                  </a:lnTo>
                  <a:lnTo>
                    <a:pt x="1136497" y="71043"/>
                  </a:lnTo>
                  <a:lnTo>
                    <a:pt x="1136916" y="35585"/>
                  </a:lnTo>
                  <a:close/>
                </a:path>
              </a:pathLst>
            </a:custGeom>
            <a:solidFill>
              <a:srgbClr val="2947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12298" y="9622802"/>
              <a:ext cx="64135" cy="545465"/>
            </a:xfrm>
            <a:custGeom>
              <a:avLst/>
              <a:gdLst/>
              <a:ahLst/>
              <a:cxnLst/>
              <a:rect l="l" t="t" r="r" b="b"/>
              <a:pathLst>
                <a:path w="64135" h="545465">
                  <a:moveTo>
                    <a:pt x="63906" y="0"/>
                  </a:moveTo>
                  <a:lnTo>
                    <a:pt x="0" y="0"/>
                  </a:lnTo>
                  <a:lnTo>
                    <a:pt x="0" y="545401"/>
                  </a:lnTo>
                  <a:lnTo>
                    <a:pt x="63906" y="545401"/>
                  </a:lnTo>
                  <a:lnTo>
                    <a:pt x="63906" y="0"/>
                  </a:lnTo>
                  <a:close/>
                </a:path>
              </a:pathLst>
            </a:custGeom>
            <a:solidFill>
              <a:srgbClr val="5859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8816</TotalTime>
  <Words>7465</Words>
  <Application>Microsoft Office PowerPoint</Application>
  <PresentationFormat>사용자 지정</PresentationFormat>
  <Paragraphs>3177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Arial MT</vt:lpstr>
      <vt:lpstr>Malgun Gothic</vt:lpstr>
      <vt:lpstr>Arial</vt:lpstr>
      <vt:lpstr>Calibri</vt:lpstr>
      <vt:lpstr>Consolas</vt:lpstr>
      <vt:lpstr>Nirmala UI</vt:lpstr>
      <vt:lpstr>Times New Roman</vt:lpstr>
      <vt:lpstr>Office Theme</vt:lpstr>
      <vt:lpstr>M74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M74</dc:title>
  <cp:lastModifiedBy>oem</cp:lastModifiedBy>
  <cp:revision>1</cp:revision>
  <dcterms:created xsi:type="dcterms:W3CDTF">2023-05-17T06:30:39Z</dcterms:created>
  <dcterms:modified xsi:type="dcterms:W3CDTF">2023-05-23T09:27:13Z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2023-05-17T00:00:00Z</vt:filetime>
  </property>
</Properties>
</file>