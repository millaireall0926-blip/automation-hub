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4"/>
  </p:sldMasterIdLst>
  <p:notesMasterIdLst>
    <p:notesMasterId r:id="rId15"/>
  </p:notesMasterIdLst>
  <p:sldIdLst>
    <p:sldId id="389" r:id="rId5"/>
    <p:sldId id="618" r:id="rId6"/>
    <p:sldId id="619" r:id="rId7"/>
    <p:sldId id="620" r:id="rId8"/>
    <p:sldId id="626" r:id="rId9"/>
    <p:sldId id="627" r:id="rId10"/>
    <p:sldId id="628" r:id="rId11"/>
    <p:sldId id="629" r:id="rId12"/>
    <p:sldId id="630" r:id="rId13"/>
    <p:sldId id="488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신 현충" initials="신현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82CC"/>
    <a:srgbClr val="004FEE"/>
    <a:srgbClr val="004620"/>
    <a:srgbClr val="EEE354"/>
    <a:srgbClr val="00602B"/>
    <a:srgbClr val="007F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6242" autoAdjust="0"/>
  </p:normalViewPr>
  <p:slideViewPr>
    <p:cSldViewPr snapToGrid="0">
      <p:cViewPr varScale="1">
        <p:scale>
          <a:sx n="113" d="100"/>
          <a:sy n="113" d="100"/>
        </p:scale>
        <p:origin x="159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7F333-8E58-4D48-BD2F-8ABAC4D26D0B}" type="datetimeFigureOut">
              <a:rPr lang="ko-KR" altLang="en-US" smtClean="0"/>
              <a:t>2024-08-30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7E0284-FA57-49E1-9EF7-972E15F46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526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51B1AB-84D4-4BC4-9376-845D36F0432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035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908489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874649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53"/>
          <p:cNvSpPr txBox="1"/>
          <p:nvPr userDrawn="1"/>
        </p:nvSpPr>
        <p:spPr>
          <a:xfrm>
            <a:off x="2438400" y="6501969"/>
            <a:ext cx="401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0" i="1" spc="200" dirty="0">
                <a:solidFill>
                  <a:srgbClr val="E1DFE5"/>
                </a:solidFill>
                <a:latin typeface="Arial Black" panose="020B0A040201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Global Semiconductor Interface</a:t>
            </a:r>
            <a:endParaRPr lang="ko-KR" altLang="en-US" sz="1200" b="0" i="1" spc="200" dirty="0">
              <a:solidFill>
                <a:srgbClr val="E1DFE5"/>
              </a:solidFill>
              <a:latin typeface="Arial Black" panose="020B0A040201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61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523" y="186961"/>
            <a:ext cx="1674495" cy="603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53"/>
          <p:cNvSpPr txBox="1"/>
          <p:nvPr userDrawn="1"/>
        </p:nvSpPr>
        <p:spPr>
          <a:xfrm>
            <a:off x="2438400" y="6501969"/>
            <a:ext cx="401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0" i="1" spc="200" dirty="0">
                <a:solidFill>
                  <a:srgbClr val="E1DFE5"/>
                </a:solidFill>
                <a:latin typeface="Arial Black" panose="020B0A040201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Global Semiconductor Interface</a:t>
            </a:r>
            <a:endParaRPr lang="ko-KR" altLang="en-US" sz="1200" b="0" i="1" spc="200" dirty="0">
              <a:solidFill>
                <a:srgbClr val="E1DFE5"/>
              </a:solidFill>
              <a:latin typeface="Arial Black" panose="020B0A040201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257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088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086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91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3128"/>
            <a:ext cx="7543800" cy="1450757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853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574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820703BB-BA92-469F-B7D5-B56B47AC0456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448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 cstate="print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748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59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013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972" y="162138"/>
            <a:ext cx="7543800" cy="7506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390" y="1266070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699" y="6451622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66018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209347" y="986730"/>
            <a:ext cx="87120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71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/>
        </p:nvCxnSpPr>
        <p:spPr>
          <a:xfrm>
            <a:off x="-8128" y="1736812"/>
            <a:ext cx="6984776" cy="0"/>
          </a:xfrm>
          <a:prstGeom prst="line">
            <a:avLst/>
          </a:prstGeom>
          <a:ln w="15875">
            <a:gradFill>
              <a:gsLst>
                <a:gs pos="0">
                  <a:srgbClr val="7030A0"/>
                </a:gs>
                <a:gs pos="50000">
                  <a:schemeClr val="tx2">
                    <a:lumMod val="40000"/>
                    <a:lumOff val="60000"/>
                  </a:schemeClr>
                </a:gs>
                <a:gs pos="100000">
                  <a:srgbClr val="CCCC0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제목 1"/>
          <p:cNvSpPr txBox="1">
            <a:spLocks/>
          </p:cNvSpPr>
          <p:nvPr/>
        </p:nvSpPr>
        <p:spPr>
          <a:xfrm>
            <a:off x="613009" y="1826145"/>
            <a:ext cx="7543800" cy="15209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altLang="ko-KR" sz="3200" b="1" dirty="0">
                <a:latin typeface="+mj-ea"/>
                <a:cs typeface="Arial" panose="020B0604020202020204" pitchFamily="34" charset="0"/>
              </a:rPr>
              <a:t>D5MMUI</a:t>
            </a:r>
            <a:r>
              <a:rPr lang="ko-KR" altLang="en-US" sz="3200" b="1" dirty="0">
                <a:latin typeface="+mj-ea"/>
                <a:cs typeface="Arial" panose="020B0604020202020204" pitchFamily="34" charset="0"/>
              </a:rPr>
              <a:t> </a:t>
            </a:r>
            <a:endParaRPr lang="en-US" altLang="ko-KR" sz="3200" b="1" dirty="0">
              <a:latin typeface="+mj-ea"/>
              <a:cs typeface="Arial" panose="020B0604020202020204" pitchFamily="34" charset="0"/>
            </a:endParaRPr>
          </a:p>
          <a:p>
            <a:pPr algn="ctr"/>
            <a:r>
              <a:rPr lang="en-US" altLang="ko-KR" sz="2000" b="1" dirty="0">
                <a:latin typeface="+mj-ea"/>
                <a:cs typeface="Arial" panose="020B0604020202020204" pitchFamily="34" charset="0"/>
              </a:rPr>
              <a:t>INSTALLER</a:t>
            </a:r>
            <a:br>
              <a:rPr lang="en-US" altLang="ko-KR" sz="3200" b="1" dirty="0">
                <a:latin typeface="+mj-ea"/>
                <a:cs typeface="Arial" panose="020B0604020202020204" pitchFamily="34" charset="0"/>
              </a:rPr>
            </a:br>
            <a:endParaRPr lang="en-US" altLang="ko-KR" sz="3200" b="1" dirty="0">
              <a:latin typeface="+mj-ea"/>
              <a:cs typeface="Arial" panose="020B0604020202020204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107" y="3702431"/>
            <a:ext cx="2944729" cy="1061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77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8152E7E-51DA-F431-D5B5-4E83888E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89" y="188264"/>
            <a:ext cx="7543800" cy="750631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Install Method</a:t>
            </a:r>
            <a:endParaRPr lang="ko-KR" altLang="en-US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C9541B-E262-AA7B-DDEE-29F0C4714447}"/>
              </a:ext>
            </a:extLst>
          </p:cNvPr>
          <p:cNvSpPr txBox="1"/>
          <p:nvPr/>
        </p:nvSpPr>
        <p:spPr>
          <a:xfrm>
            <a:off x="3952885" y="1237038"/>
            <a:ext cx="4555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</a:rPr>
              <a:t>RDimm_Installer Double Click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C8CA28-62A7-8807-2A51-8954B7300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0144" y="1158181"/>
            <a:ext cx="3377797" cy="75063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B148A80-7246-A118-97FB-E1F0C86E3E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719" y="1825656"/>
            <a:ext cx="4672279" cy="38295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01E8E3-02F3-4673-0792-F7750AAA193A}"/>
              </a:ext>
            </a:extLst>
          </p:cNvPr>
          <p:cNvSpPr txBox="1"/>
          <p:nvPr/>
        </p:nvSpPr>
        <p:spPr>
          <a:xfrm>
            <a:off x="5510375" y="5254390"/>
            <a:ext cx="1440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다음 </a:t>
            </a:r>
            <a:r>
              <a:rPr lang="en-US" altLang="ko-KR" dirty="0">
                <a:latin typeface="+mn-ea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156196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8152E7E-51DA-F431-D5B5-4E83888E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89" y="188264"/>
            <a:ext cx="7543800" cy="750631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Install Method</a:t>
            </a:r>
            <a:endParaRPr lang="ko-KR" altLang="en-US" sz="4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1DC1D02-32A9-4267-092F-A6208F7135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3551" y="1160008"/>
            <a:ext cx="4637412" cy="38010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29898E-DF69-11A2-F0D5-1F810D41B869}"/>
              </a:ext>
            </a:extLst>
          </p:cNvPr>
          <p:cNvSpPr txBox="1"/>
          <p:nvPr/>
        </p:nvSpPr>
        <p:spPr>
          <a:xfrm>
            <a:off x="5184723" y="2051681"/>
            <a:ext cx="3783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설치하려는 폴더 설정</a:t>
            </a:r>
            <a:endParaRPr lang="en-US" altLang="ko-KR" dirty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자신만 </a:t>
            </a:r>
            <a:r>
              <a:rPr lang="en-US" altLang="ko-KR" dirty="0">
                <a:latin typeface="+mn-ea"/>
              </a:rPr>
              <a:t>-&gt; </a:t>
            </a:r>
            <a:r>
              <a:rPr lang="ko-KR" altLang="en-US" dirty="0">
                <a:latin typeface="+mn-ea"/>
              </a:rPr>
              <a:t>모든 사람 선택 변경</a:t>
            </a:r>
            <a:endParaRPr lang="en-US" altLang="ko-KR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5C3DD6E-2D00-9343-9B14-C9FD45470708}"/>
              </a:ext>
            </a:extLst>
          </p:cNvPr>
          <p:cNvSpPr/>
          <p:nvPr/>
        </p:nvSpPr>
        <p:spPr>
          <a:xfrm>
            <a:off x="567267" y="3877733"/>
            <a:ext cx="1109133" cy="6519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263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8152E7E-51DA-F431-D5B5-4E83888E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89" y="188264"/>
            <a:ext cx="7543800" cy="750631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Install Method</a:t>
            </a:r>
            <a:endParaRPr lang="ko-KR" altLang="en-US" sz="4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2C1BA39-0EFB-7243-3244-647DE6AEA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1047" y="1323780"/>
            <a:ext cx="4637412" cy="38010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AEAD92-26E1-64CA-032A-03EC202F64B7}"/>
              </a:ext>
            </a:extLst>
          </p:cNvPr>
          <p:cNvSpPr txBox="1"/>
          <p:nvPr/>
        </p:nvSpPr>
        <p:spPr>
          <a:xfrm>
            <a:off x="5292011" y="4755453"/>
            <a:ext cx="1440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다음 </a:t>
            </a:r>
            <a:r>
              <a:rPr lang="en-US" altLang="ko-KR" dirty="0">
                <a:latin typeface="+mn-ea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657774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8152E7E-51DA-F431-D5B5-4E83888E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89" y="188264"/>
            <a:ext cx="7543800" cy="750631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Install Method</a:t>
            </a:r>
            <a:endParaRPr lang="ko-KR" altLang="en-US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94BDE1-468B-502C-2F6C-A108AD701E12}"/>
              </a:ext>
            </a:extLst>
          </p:cNvPr>
          <p:cNvSpPr txBox="1"/>
          <p:nvPr/>
        </p:nvSpPr>
        <p:spPr>
          <a:xfrm>
            <a:off x="6010188" y="1343386"/>
            <a:ext cx="3133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설치된 경로로 폴더 이동</a:t>
            </a:r>
            <a:endParaRPr lang="en-US" altLang="ko-KR" dirty="0"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CEA5C69-3441-C138-F6D5-5D588BA75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89" y="1095050"/>
            <a:ext cx="5554559" cy="142801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527FE96-F00C-9766-E528-FB70C7FCD9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22" y="2187186"/>
            <a:ext cx="1862562" cy="29690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4FC50D1-451B-B17D-FE41-2D328387A3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858" y="2187186"/>
            <a:ext cx="2038440" cy="296901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8198FD9-ABCF-C8C3-DC6F-8128FF4FD0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163782"/>
            <a:ext cx="2038440" cy="299241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6CCF33D-9A60-2452-F7CF-86BECE4DB5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971" y="2163782"/>
            <a:ext cx="2038440" cy="299241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69E2A66-F8CB-8771-6490-C6A03009D019}"/>
              </a:ext>
            </a:extLst>
          </p:cNvPr>
          <p:cNvSpPr txBox="1"/>
          <p:nvPr/>
        </p:nvSpPr>
        <p:spPr>
          <a:xfrm>
            <a:off x="244389" y="5393618"/>
            <a:ext cx="8579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+mn-ea"/>
              </a:rPr>
              <a:t>폴더에 마우스 오른쪽 클릭하여 속성 클릭 </a:t>
            </a:r>
            <a:r>
              <a:rPr lang="en-US" altLang="ko-KR" sz="1400" dirty="0">
                <a:latin typeface="+mn-ea"/>
              </a:rPr>
              <a:t>-&gt; </a:t>
            </a:r>
            <a:r>
              <a:rPr lang="ko-KR" altLang="en-US" sz="1400" dirty="0">
                <a:latin typeface="+mn-ea"/>
              </a:rPr>
              <a:t>보안 탭 이동 </a:t>
            </a:r>
            <a:r>
              <a:rPr lang="en-US" altLang="ko-KR" sz="1400" dirty="0">
                <a:latin typeface="+mn-ea"/>
              </a:rPr>
              <a:t>-&gt; </a:t>
            </a:r>
            <a:r>
              <a:rPr lang="ko-KR" altLang="en-US" sz="1400" dirty="0">
                <a:latin typeface="+mn-ea"/>
              </a:rPr>
              <a:t>편집 클릭 </a:t>
            </a:r>
            <a:r>
              <a:rPr lang="en-US" altLang="ko-KR" sz="1400" dirty="0">
                <a:latin typeface="+mn-ea"/>
              </a:rPr>
              <a:t>-&gt; </a:t>
            </a:r>
            <a:r>
              <a:rPr lang="ko-KR" altLang="en-US" sz="1400" dirty="0">
                <a:latin typeface="+mn-ea"/>
              </a:rPr>
              <a:t>그룹 또는 사용자 이름</a:t>
            </a:r>
            <a:endParaRPr lang="en-US" altLang="ko-KR" sz="1400" dirty="0">
              <a:latin typeface="+mn-ea"/>
            </a:endParaRPr>
          </a:p>
          <a:p>
            <a:r>
              <a:rPr lang="ko-KR" altLang="en-US" sz="1400" dirty="0">
                <a:latin typeface="+mn-ea"/>
              </a:rPr>
              <a:t>하나씩 선택하면서 모든 권한 클릭 후 마지막에 적용 클릭 </a:t>
            </a:r>
            <a:endParaRPr lang="en-US" altLang="ko-KR" sz="1400" dirty="0">
              <a:latin typeface="+mn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3F2C906-0FD0-529B-EDD2-414B11D30498}"/>
              </a:ext>
            </a:extLst>
          </p:cNvPr>
          <p:cNvSpPr/>
          <p:nvPr/>
        </p:nvSpPr>
        <p:spPr>
          <a:xfrm>
            <a:off x="320589" y="3959394"/>
            <a:ext cx="1550544" cy="2062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14F0949-777B-FC9C-3330-03C994958D08}"/>
              </a:ext>
            </a:extLst>
          </p:cNvPr>
          <p:cNvSpPr/>
          <p:nvPr/>
        </p:nvSpPr>
        <p:spPr>
          <a:xfrm>
            <a:off x="2760133" y="2357868"/>
            <a:ext cx="220133" cy="2062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7AA1F9B-03B2-95D4-AA73-C51FC37604FE}"/>
              </a:ext>
            </a:extLst>
          </p:cNvPr>
          <p:cNvSpPr/>
          <p:nvPr/>
        </p:nvSpPr>
        <p:spPr>
          <a:xfrm>
            <a:off x="6010188" y="3372363"/>
            <a:ext cx="475279" cy="2062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DF7087C-339D-661D-D4B8-A7D0034B86B1}"/>
              </a:ext>
            </a:extLst>
          </p:cNvPr>
          <p:cNvSpPr/>
          <p:nvPr/>
        </p:nvSpPr>
        <p:spPr>
          <a:xfrm>
            <a:off x="6768038" y="4012825"/>
            <a:ext cx="1613962" cy="2062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101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8152E7E-51DA-F431-D5B5-4E83888E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89" y="188264"/>
            <a:ext cx="7543800" cy="750631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Install Method</a:t>
            </a:r>
            <a:endParaRPr lang="ko-KR" altLang="en-US" sz="4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4E4B539-588C-D86A-606B-36AFB1DB5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90" y="1159636"/>
            <a:ext cx="4945678" cy="430136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420FBA3-14CB-19D9-2425-08C73A5C21FF}"/>
              </a:ext>
            </a:extLst>
          </p:cNvPr>
          <p:cNvSpPr/>
          <p:nvPr/>
        </p:nvSpPr>
        <p:spPr>
          <a:xfrm>
            <a:off x="329055" y="2968794"/>
            <a:ext cx="4513877" cy="2062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451058-9BAA-2943-CD3A-B23E7F2159EE}"/>
              </a:ext>
            </a:extLst>
          </p:cNvPr>
          <p:cNvSpPr txBox="1"/>
          <p:nvPr/>
        </p:nvSpPr>
        <p:spPr>
          <a:xfrm>
            <a:off x="5181599" y="2197893"/>
            <a:ext cx="371801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+mn-ea"/>
              </a:rPr>
              <a:t>인스톨 폴더내에 </a:t>
            </a:r>
            <a:r>
              <a:rPr lang="en-US" altLang="ko-KR" sz="1400" dirty="0">
                <a:latin typeface="+mn-ea"/>
              </a:rPr>
              <a:t>RDimmRack.xml </a:t>
            </a:r>
            <a:r>
              <a:rPr lang="ko-KR" altLang="en-US" sz="1400" dirty="0">
                <a:latin typeface="+mn-ea"/>
              </a:rPr>
              <a:t>파일 생성 유무 체크</a:t>
            </a:r>
            <a:r>
              <a:rPr lang="en-US" altLang="ko-KR" sz="1400" dirty="0">
                <a:latin typeface="+mn-ea"/>
              </a:rPr>
              <a:t>.</a:t>
            </a:r>
          </a:p>
          <a:p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RDimmRack.xml</a:t>
            </a:r>
            <a:r>
              <a:rPr lang="ko-KR" altLang="en-US" sz="1400" dirty="0">
                <a:latin typeface="+mn-ea"/>
              </a:rPr>
              <a:t>는 </a:t>
            </a:r>
            <a:r>
              <a:rPr lang="en-US" altLang="ko-KR" sz="1400" dirty="0">
                <a:latin typeface="+mn-ea"/>
              </a:rPr>
              <a:t>Config </a:t>
            </a:r>
            <a:r>
              <a:rPr lang="ko-KR" altLang="en-US" sz="1400" dirty="0">
                <a:latin typeface="+mn-ea"/>
              </a:rPr>
              <a:t>파일로 </a:t>
            </a:r>
            <a:endParaRPr lang="en-US" altLang="ko-KR" sz="1400" dirty="0">
              <a:latin typeface="+mn-ea"/>
            </a:endParaRPr>
          </a:p>
          <a:p>
            <a:r>
              <a:rPr lang="ko-KR" altLang="en-US" sz="1400" dirty="0">
                <a:latin typeface="+mn-ea"/>
              </a:rPr>
              <a:t>기본 설정을 가지고 있은 파일로 필요</a:t>
            </a:r>
            <a:r>
              <a:rPr lang="en-US" altLang="ko-KR" sz="1400" dirty="0">
                <a:latin typeface="+mn-ea"/>
              </a:rPr>
              <a:t>.</a:t>
            </a:r>
          </a:p>
          <a:p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RDimmRack.xml</a:t>
            </a:r>
            <a:r>
              <a:rPr lang="ko-KR" altLang="en-US" sz="1400" dirty="0">
                <a:latin typeface="+mn-ea"/>
              </a:rPr>
              <a:t>는 메모장으로 편집 가능</a:t>
            </a:r>
            <a:r>
              <a:rPr lang="en-US" altLang="ko-KR" sz="1400" dirty="0">
                <a:latin typeface="+mn-ea"/>
              </a:rPr>
              <a:t>.</a:t>
            </a:r>
          </a:p>
          <a:p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UI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Config </a:t>
            </a:r>
            <a:r>
              <a:rPr lang="ko-KR" altLang="en-US" sz="1400" dirty="0">
                <a:latin typeface="+mn-ea"/>
              </a:rPr>
              <a:t>탭에 없는 설정은 </a:t>
            </a:r>
            <a:r>
              <a:rPr lang="en-US" altLang="ko-KR" sz="1400" dirty="0">
                <a:latin typeface="+mn-ea"/>
              </a:rPr>
              <a:t>UI </a:t>
            </a:r>
            <a:r>
              <a:rPr lang="ko-KR" altLang="en-US" sz="1400" dirty="0">
                <a:latin typeface="+mn-ea"/>
              </a:rPr>
              <a:t>종료 후</a:t>
            </a:r>
            <a:r>
              <a:rPr lang="en-US" altLang="ko-KR" sz="1400" dirty="0">
                <a:latin typeface="+mn-ea"/>
              </a:rPr>
              <a:t>RDimmRack.xml</a:t>
            </a:r>
            <a:r>
              <a:rPr lang="ko-KR" altLang="en-US" sz="1400" dirty="0">
                <a:latin typeface="+mn-ea"/>
              </a:rPr>
              <a:t>에서 편집 후 저장</a:t>
            </a:r>
            <a:r>
              <a:rPr lang="en-US" altLang="ko-KR" sz="1400" dirty="0">
                <a:latin typeface="+mn-ea"/>
              </a:rPr>
              <a:t>.</a:t>
            </a:r>
          </a:p>
          <a:p>
            <a:endParaRPr lang="en-US" altLang="ko-KR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494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8152E7E-51DA-F431-D5B5-4E83888E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89" y="188264"/>
            <a:ext cx="7543800" cy="750631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Install Method</a:t>
            </a:r>
            <a:endParaRPr lang="ko-KR" altLang="en-US" sz="40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8416CD1-AAB7-9E2E-9146-A4D4524D5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71" y="1188972"/>
            <a:ext cx="828791" cy="9240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C2DAF4-18DC-9258-0560-AADB9131BC3D}"/>
              </a:ext>
            </a:extLst>
          </p:cNvPr>
          <p:cNvSpPr txBox="1"/>
          <p:nvPr/>
        </p:nvSpPr>
        <p:spPr>
          <a:xfrm>
            <a:off x="1744132" y="1497110"/>
            <a:ext cx="41571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+mn-ea"/>
              </a:rPr>
              <a:t>바탕화면에 </a:t>
            </a:r>
            <a:r>
              <a:rPr lang="en-US" altLang="ko-KR" sz="1400" dirty="0" err="1">
                <a:latin typeface="+mn-ea"/>
              </a:rPr>
              <a:t>RDimm_Launcher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바로가기 생성 </a:t>
            </a:r>
            <a:endParaRPr lang="en-US" altLang="ko-KR" sz="1400" dirty="0"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20D9E4F-4B38-9DD3-E879-429D4C5DC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71" y="2363102"/>
            <a:ext cx="3048425" cy="14289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A8A95E-7CEB-3F15-E541-F864E0DAE242}"/>
              </a:ext>
            </a:extLst>
          </p:cNvPr>
          <p:cNvSpPr txBox="1"/>
          <p:nvPr/>
        </p:nvSpPr>
        <p:spPr>
          <a:xfrm>
            <a:off x="4016289" y="2363102"/>
            <a:ext cx="41571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+mn-ea"/>
              </a:rPr>
              <a:t>클릭 시 옆에 프로그램 나옴</a:t>
            </a:r>
            <a:r>
              <a:rPr lang="en-US" altLang="ko-KR" sz="1400" dirty="0">
                <a:latin typeface="+mn-ea"/>
              </a:rPr>
              <a:t>.</a:t>
            </a:r>
          </a:p>
          <a:p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Alive OS -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MMUI </a:t>
            </a:r>
            <a:r>
              <a:rPr lang="ko-KR" altLang="en-US" sz="1400" dirty="0">
                <a:latin typeface="+mn-ea"/>
              </a:rPr>
              <a:t>모니터링 사용 유무 선택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              </a:t>
            </a:r>
            <a:r>
              <a:rPr lang="ko-KR" altLang="en-US" sz="1400" dirty="0">
                <a:latin typeface="+mn-ea"/>
              </a:rPr>
              <a:t>왼쪽은 사용 안함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오른쪽은 사용함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OS – MMUI</a:t>
            </a:r>
            <a:r>
              <a:rPr lang="ko-KR" altLang="en-US" sz="1400" dirty="0">
                <a:latin typeface="+mn-ea"/>
              </a:rPr>
              <a:t> 실행 버튼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Log Graph – Log Viewer </a:t>
            </a:r>
            <a:r>
              <a:rPr lang="ko-KR" altLang="en-US" sz="1400" dirty="0">
                <a:latin typeface="+mn-ea"/>
              </a:rPr>
              <a:t>실행 버튼</a:t>
            </a:r>
            <a:endParaRPr lang="en-US" altLang="ko-KR" sz="1400" dirty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MM UI </a:t>
            </a:r>
            <a:r>
              <a:rPr lang="ko-KR" altLang="en-US" sz="1400" dirty="0">
                <a:latin typeface="+mn-ea"/>
              </a:rPr>
              <a:t>관련 자세한 내용은 </a:t>
            </a:r>
            <a:r>
              <a:rPr lang="en-US" altLang="ko-KR" sz="1400" dirty="0">
                <a:latin typeface="+mn-ea"/>
              </a:rPr>
              <a:t>MMTCRACK_MainOS.docx </a:t>
            </a:r>
            <a:r>
              <a:rPr lang="ko-KR" altLang="en-US" sz="1400" dirty="0">
                <a:latin typeface="+mn-ea"/>
              </a:rPr>
              <a:t>참조</a:t>
            </a:r>
            <a:endParaRPr lang="en-US" altLang="ko-KR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15067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8152E7E-51DA-F431-D5B5-4E83888E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89" y="188264"/>
            <a:ext cx="7543800" cy="75063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+mn-ea"/>
              </a:rPr>
              <a:t>RDimmRack.xml </a:t>
            </a:r>
            <a:r>
              <a:rPr lang="ko-KR" altLang="en-US" sz="4000" dirty="0">
                <a:latin typeface="+mn-ea"/>
              </a:rPr>
              <a:t>설명</a:t>
            </a:r>
            <a:endParaRPr lang="ko-KR" altLang="en-US" sz="4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DE52C89-9FEA-54DC-25B4-8BB5CF927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89" y="1274372"/>
            <a:ext cx="5225078" cy="40172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687D77-7BC0-3783-42E7-B06DA5B664F8}"/>
              </a:ext>
            </a:extLst>
          </p:cNvPr>
          <p:cNvSpPr txBox="1"/>
          <p:nvPr/>
        </p:nvSpPr>
        <p:spPr>
          <a:xfrm>
            <a:off x="5596466" y="2518972"/>
            <a:ext cx="33031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+mn-ea"/>
              </a:rPr>
              <a:t>많은 변경하는 값들은 </a:t>
            </a:r>
            <a:r>
              <a:rPr lang="en-US" altLang="ko-KR" sz="1400" dirty="0">
                <a:latin typeface="+mn-ea"/>
              </a:rPr>
              <a:t>MMUI Config </a:t>
            </a:r>
            <a:r>
              <a:rPr lang="ko-KR" altLang="en-US" sz="1400" dirty="0">
                <a:latin typeface="+mn-ea"/>
              </a:rPr>
              <a:t>탭에서 변경가능</a:t>
            </a:r>
            <a:r>
              <a:rPr lang="en-US" altLang="ko-KR" sz="1400" dirty="0">
                <a:latin typeface="+mn-ea"/>
              </a:rPr>
              <a:t>.</a:t>
            </a:r>
          </a:p>
          <a:p>
            <a:endParaRPr lang="en-US" altLang="ko-KR" sz="1400" dirty="0">
              <a:latin typeface="+mn-ea"/>
            </a:endParaRPr>
          </a:p>
          <a:p>
            <a:r>
              <a:rPr lang="ko-KR" altLang="en-US" sz="1400" dirty="0">
                <a:latin typeface="+mn-ea"/>
              </a:rPr>
              <a:t>초기에 </a:t>
            </a:r>
            <a:r>
              <a:rPr lang="en-US" altLang="ko-KR" sz="1400" dirty="0">
                <a:latin typeface="+mn-ea"/>
              </a:rPr>
              <a:t>RDimmRack.xml </a:t>
            </a:r>
            <a:r>
              <a:rPr lang="ko-KR" altLang="en-US" sz="1400" dirty="0">
                <a:latin typeface="+mn-ea"/>
              </a:rPr>
              <a:t>필요 설정은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- site-</a:t>
            </a:r>
            <a:r>
              <a:rPr lang="en-US" altLang="ko-KR" sz="1400" dirty="0" err="1">
                <a:latin typeface="+mn-ea"/>
              </a:rPr>
              <a:t>maxval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은 모터 </a:t>
            </a:r>
            <a:r>
              <a:rPr lang="en-US" altLang="ko-KR" sz="1400" dirty="0">
                <a:latin typeface="+mn-ea"/>
              </a:rPr>
              <a:t>Max </a:t>
            </a:r>
            <a:r>
              <a:rPr lang="ko-KR" altLang="en-US" sz="1400" dirty="0">
                <a:latin typeface="+mn-ea"/>
              </a:rPr>
              <a:t>다운 값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- site-</a:t>
            </a:r>
            <a:r>
              <a:rPr lang="en-US" altLang="ko-KR" sz="1400" dirty="0" err="1">
                <a:latin typeface="+mn-ea"/>
              </a:rPr>
              <a:t>val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은 초기 모터 다운 값</a:t>
            </a:r>
            <a:endParaRPr lang="en-US" altLang="ko-KR" sz="1400" dirty="0">
              <a:latin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E7F98ED-342E-AA4E-6919-706C011DDCFB}"/>
              </a:ext>
            </a:extLst>
          </p:cNvPr>
          <p:cNvSpPr/>
          <p:nvPr/>
        </p:nvSpPr>
        <p:spPr>
          <a:xfrm>
            <a:off x="3229462" y="1291306"/>
            <a:ext cx="707539" cy="2062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814F16-69AE-3DB4-5044-67C8D8E93178}"/>
              </a:ext>
            </a:extLst>
          </p:cNvPr>
          <p:cNvSpPr/>
          <p:nvPr/>
        </p:nvSpPr>
        <p:spPr>
          <a:xfrm>
            <a:off x="2585995" y="1419624"/>
            <a:ext cx="707539" cy="2062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7B95936-C6B1-5D24-1573-FE8707A302FA}"/>
              </a:ext>
            </a:extLst>
          </p:cNvPr>
          <p:cNvSpPr/>
          <p:nvPr/>
        </p:nvSpPr>
        <p:spPr>
          <a:xfrm>
            <a:off x="2566658" y="2332002"/>
            <a:ext cx="707539" cy="2062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B5B088E-1DDF-C3ED-A264-C2BF5094BE37}"/>
              </a:ext>
            </a:extLst>
          </p:cNvPr>
          <p:cNvSpPr/>
          <p:nvPr/>
        </p:nvSpPr>
        <p:spPr>
          <a:xfrm>
            <a:off x="2585995" y="3325897"/>
            <a:ext cx="707539" cy="2062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1126441-9413-0B02-B463-5A37063250AB}"/>
              </a:ext>
            </a:extLst>
          </p:cNvPr>
          <p:cNvSpPr/>
          <p:nvPr/>
        </p:nvSpPr>
        <p:spPr>
          <a:xfrm>
            <a:off x="2558190" y="4285924"/>
            <a:ext cx="707539" cy="2062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03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8152E7E-51DA-F431-D5B5-4E83888E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89" y="188264"/>
            <a:ext cx="7543800" cy="750631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기타 사항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802C44-B9C4-B1CC-E647-057C1C6DD79F}"/>
              </a:ext>
            </a:extLst>
          </p:cNvPr>
          <p:cNvSpPr txBox="1"/>
          <p:nvPr/>
        </p:nvSpPr>
        <p:spPr>
          <a:xfrm>
            <a:off x="244389" y="1155839"/>
            <a:ext cx="82730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+mn-ea"/>
              </a:rPr>
              <a:t>기존 </a:t>
            </a:r>
            <a:r>
              <a:rPr lang="en-US" altLang="ko-KR" sz="1400" dirty="0">
                <a:latin typeface="+mn-ea"/>
              </a:rPr>
              <a:t>MM UI</a:t>
            </a:r>
            <a:r>
              <a:rPr lang="ko-KR" altLang="en-US" sz="1400" dirty="0">
                <a:latin typeface="+mn-ea"/>
              </a:rPr>
              <a:t>에서 각 </a:t>
            </a:r>
            <a:r>
              <a:rPr lang="en-US" altLang="ko-KR" sz="1400" dirty="0">
                <a:latin typeface="+mn-ea"/>
              </a:rPr>
              <a:t>Port (Com Port) </a:t>
            </a:r>
            <a:r>
              <a:rPr lang="ko-KR" altLang="en-US" sz="1400" dirty="0">
                <a:latin typeface="+mn-ea"/>
              </a:rPr>
              <a:t>확인 및 스크린샷으로 저장하여 신규 </a:t>
            </a:r>
            <a:r>
              <a:rPr lang="en-US" altLang="ko-KR" sz="1400" dirty="0">
                <a:latin typeface="+mn-ea"/>
              </a:rPr>
              <a:t>MM UI</a:t>
            </a:r>
            <a:r>
              <a:rPr lang="ko-KR" altLang="en-US" sz="1400" dirty="0">
                <a:latin typeface="+mn-ea"/>
              </a:rPr>
              <a:t>에 </a:t>
            </a:r>
            <a:r>
              <a:rPr lang="en-US" altLang="ko-KR" sz="1400" dirty="0">
                <a:latin typeface="+mn-ea"/>
              </a:rPr>
              <a:t>Config </a:t>
            </a:r>
            <a:r>
              <a:rPr lang="ko-KR" altLang="en-US" sz="1400" dirty="0">
                <a:latin typeface="+mn-ea"/>
              </a:rPr>
              <a:t>에서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Port </a:t>
            </a:r>
            <a:r>
              <a:rPr lang="ko-KR" altLang="en-US" sz="1400" dirty="0">
                <a:latin typeface="+mn-ea"/>
              </a:rPr>
              <a:t>선택 후 저장</a:t>
            </a:r>
            <a:r>
              <a:rPr lang="en-US" altLang="ko-KR" sz="1400" dirty="0">
                <a:latin typeface="+mn-ea"/>
              </a:rPr>
              <a:t>.</a:t>
            </a:r>
          </a:p>
          <a:p>
            <a:endParaRPr lang="en-US" altLang="ko-KR" sz="1400" dirty="0">
              <a:latin typeface="+mn-ea"/>
            </a:endParaRPr>
          </a:p>
          <a:p>
            <a:r>
              <a:rPr lang="ko-KR" altLang="en-US" sz="1400" dirty="0">
                <a:latin typeface="+mn-ea"/>
              </a:rPr>
              <a:t>기존 </a:t>
            </a:r>
            <a:r>
              <a:rPr lang="en-US" altLang="ko-KR" sz="1400" dirty="0">
                <a:latin typeface="+mn-ea"/>
              </a:rPr>
              <a:t>MM UI </a:t>
            </a:r>
            <a:r>
              <a:rPr lang="ko-KR" altLang="en-US" sz="1400" dirty="0">
                <a:latin typeface="+mn-ea"/>
              </a:rPr>
              <a:t>프로그램 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모니터링 프로그램 사용 안 하게 종료 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3982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87932" y="2702138"/>
            <a:ext cx="7543800" cy="750631"/>
          </a:xfrm>
        </p:spPr>
        <p:txBody>
          <a:bodyPr/>
          <a:lstStyle/>
          <a:p>
            <a:r>
              <a:rPr lang="en-US" altLang="ko-KR" dirty="0"/>
              <a:t>Thank you.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5574010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2B7AF2AA9D3A64FA7D16C6052C7FCE3" ma:contentTypeVersion="3" ma:contentTypeDescription="새 문서를 만듭니다." ma:contentTypeScope="" ma:versionID="51b81344d034e98b248e0459ce3b9678">
  <xsd:schema xmlns:xsd="http://www.w3.org/2001/XMLSchema" xmlns:xs="http://www.w3.org/2001/XMLSchema" xmlns:p="http://schemas.microsoft.com/office/2006/metadata/properties" xmlns:ns3="4723f992-6fd6-405f-8995-c6d275279b73" targetNamespace="http://schemas.microsoft.com/office/2006/metadata/properties" ma:root="true" ma:fieldsID="362a61d8c3e7229b5c8c3c96df459d02" ns3:_="">
    <xsd:import namespace="4723f992-6fd6-405f-8995-c6d275279b7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23f992-6fd6-405f-8995-c6d275279b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FBDBB2-D7E0-4B90-93B7-B8C415169C26}">
  <ds:schemaRefs>
    <ds:schemaRef ds:uri="http://schemas.microsoft.com/office/2006/documentManagement/types"/>
    <ds:schemaRef ds:uri="http://purl.org/dc/dcmitype/"/>
    <ds:schemaRef ds:uri="http://www.w3.org/XML/1998/namespace"/>
    <ds:schemaRef ds:uri="http://purl.org/dc/elements/1.1/"/>
    <ds:schemaRef ds:uri="http://schemas.microsoft.com/office/2006/metadata/properties"/>
    <ds:schemaRef ds:uri="4723f992-6fd6-405f-8995-c6d275279b73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5B0F1745-30B5-4379-B841-CE4A47A5A5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23f992-6fd6-405f-8995-c6d275279b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4508BA-541C-4A7A-AD56-4B6AF0E58E3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43110</TotalTime>
  <Words>236</Words>
  <Application>Microsoft Office PowerPoint</Application>
  <PresentationFormat>화면 슬라이드 쇼(4:3)</PresentationFormat>
  <Paragraphs>47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 Black</vt:lpstr>
      <vt:lpstr>Calibri</vt:lpstr>
      <vt:lpstr>Calibri Light</vt:lpstr>
      <vt:lpstr>추억</vt:lpstr>
      <vt:lpstr>PowerPoint 프레젠테이션</vt:lpstr>
      <vt:lpstr>Install Method</vt:lpstr>
      <vt:lpstr>Install Method</vt:lpstr>
      <vt:lpstr>Install Method</vt:lpstr>
      <vt:lpstr>Install Method</vt:lpstr>
      <vt:lpstr>Install Method</vt:lpstr>
      <vt:lpstr>Install Method</vt:lpstr>
      <vt:lpstr>RDimmRack.xml 설명</vt:lpstr>
      <vt:lpstr>기타 사항</vt:lpstr>
      <vt:lpstr>Thank you.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Speed Burn-in Test System Proposal</dc:title>
  <dc:creator>Kyutae</dc:creator>
  <cp:lastModifiedBy>효상 유</cp:lastModifiedBy>
  <cp:revision>1485</cp:revision>
  <dcterms:created xsi:type="dcterms:W3CDTF">2016-08-24T05:21:44Z</dcterms:created>
  <dcterms:modified xsi:type="dcterms:W3CDTF">2024-08-30T02:33:29Z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0x010100D2B7AF2AA9D3A64FA7D16C6052C7FCE3</vt:lpwstr>
  </property>
</Properties>
</file>