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6"/>
  </p:notesMasterIdLst>
  <p:sldIdLst>
    <p:sldId id="389" r:id="rId2"/>
    <p:sldId id="502" r:id="rId3"/>
    <p:sldId id="503" r:id="rId4"/>
    <p:sldId id="501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EE"/>
    <a:srgbClr val="A282CC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3" autoAdjust="0"/>
    <p:restoredTop sz="95208" autoAdjust="0"/>
  </p:normalViewPr>
  <p:slideViewPr>
    <p:cSldViewPr snapToGrid="0">
      <p:cViewPr varScale="1">
        <p:scale>
          <a:sx n="107" d="100"/>
          <a:sy n="107" d="100"/>
        </p:scale>
        <p:origin x="196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708259" y="2248113"/>
            <a:ext cx="7543800" cy="942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ko-KR" sz="2800" b="1" dirty="0">
                <a:latin typeface="+mj-ea"/>
                <a:cs typeface="Arial" panose="020B0604020202020204" pitchFamily="34" charset="0"/>
              </a:rPr>
              <a:t>        GSI MMTC UI </a:t>
            </a:r>
            <a:r>
              <a:rPr lang="ko-KR" altLang="en-US" sz="2800" b="1" dirty="0">
                <a:latin typeface="+mj-ea"/>
                <a:cs typeface="Arial" panose="020B0604020202020204" pitchFamily="34" charset="0"/>
              </a:rPr>
              <a:t>업데이트 내용</a:t>
            </a:r>
            <a:endParaRPr lang="en-US" altLang="ko-KR" sz="2800" b="1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95900" y="5343525"/>
            <a:ext cx="1901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2025.04.21 Rev.02</a:t>
            </a:r>
          </a:p>
        </p:txBody>
      </p:sp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2610" y="1140421"/>
            <a:ext cx="861878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MTC 14 - 3</a:t>
            </a:r>
          </a:p>
          <a:p>
            <a:r>
              <a:rPr lang="en-US" altLang="ko-KR" b="1" dirty="0">
                <a:latin typeface="+mn-ea"/>
              </a:rPr>
              <a:t>     </a:t>
            </a:r>
            <a:r>
              <a:rPr lang="ko-KR" altLang="en-US" sz="1600" b="1" dirty="0">
                <a:latin typeface="+mn-ea"/>
              </a:rPr>
              <a:t>문제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 Test </a:t>
            </a:r>
            <a:r>
              <a:rPr lang="ko-KR" altLang="en-US" sz="1600" dirty="0">
                <a:latin typeface="+mn-ea"/>
              </a:rPr>
              <a:t>완료 되었으나 제상 상태 유지하는 현상 발생</a:t>
            </a:r>
            <a:r>
              <a:rPr lang="en-US" altLang="ko-KR" sz="1600" dirty="0">
                <a:latin typeface="+mn-ea"/>
              </a:rPr>
              <a:t>.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     </a:t>
            </a:r>
            <a:r>
              <a:rPr lang="ko-KR" altLang="en-US" sz="1600" b="1" dirty="0">
                <a:latin typeface="+mn-ea"/>
              </a:rPr>
              <a:t>원인 파악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로그 분석 결과 </a:t>
            </a:r>
            <a:r>
              <a:rPr lang="en-US" altLang="ko-KR" sz="1600" dirty="0">
                <a:latin typeface="+mn-ea"/>
              </a:rPr>
              <a:t>PGM </a:t>
            </a:r>
            <a:r>
              <a:rPr lang="ko-KR" altLang="en-US" sz="1600" dirty="0">
                <a:latin typeface="+mn-ea"/>
              </a:rPr>
              <a:t>이나 </a:t>
            </a:r>
            <a:r>
              <a:rPr lang="en-US" altLang="ko-KR" sz="1600" dirty="0">
                <a:latin typeface="+mn-ea"/>
              </a:rPr>
              <a:t>DIMM </a:t>
            </a:r>
            <a:r>
              <a:rPr lang="ko-KR" altLang="en-US" sz="1600" dirty="0">
                <a:latin typeface="+mn-ea"/>
              </a:rPr>
              <a:t>문제로 </a:t>
            </a:r>
            <a:r>
              <a:rPr lang="en-US" altLang="ko-KR" sz="1600" dirty="0">
                <a:latin typeface="+mn-ea"/>
              </a:rPr>
              <a:t>Test</a:t>
            </a:r>
            <a:r>
              <a:rPr lang="ko-KR" altLang="en-US" sz="1600" dirty="0">
                <a:latin typeface="+mn-ea"/>
              </a:rPr>
              <a:t> 동작 후 바로 </a:t>
            </a:r>
            <a:r>
              <a:rPr lang="en-US" altLang="ko-KR" sz="1600" dirty="0">
                <a:latin typeface="+mn-ea"/>
              </a:rPr>
              <a:t>Hdig.log </a:t>
            </a:r>
            <a:r>
              <a:rPr lang="ko-KR" altLang="en-US" sz="1600" dirty="0">
                <a:latin typeface="+mn-ea"/>
              </a:rPr>
              <a:t>파일이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</a:t>
            </a:r>
            <a:r>
              <a:rPr lang="ko-KR" altLang="en-US" sz="1600" dirty="0">
                <a:latin typeface="+mn-ea"/>
              </a:rPr>
              <a:t>     생성 되어 제상 </a:t>
            </a:r>
            <a:r>
              <a:rPr lang="en-US" altLang="ko-KR" sz="1600" dirty="0">
                <a:latin typeface="+mn-ea"/>
              </a:rPr>
              <a:t>Step</a:t>
            </a:r>
            <a:r>
              <a:rPr lang="ko-KR" altLang="en-US" sz="1600" dirty="0">
                <a:latin typeface="+mn-ea"/>
              </a:rPr>
              <a:t>으로 넘어가서 </a:t>
            </a:r>
            <a:r>
              <a:rPr lang="en-US" altLang="ko-KR" sz="1600" dirty="0">
                <a:latin typeface="+mn-ea"/>
              </a:rPr>
              <a:t>Test </a:t>
            </a:r>
            <a:r>
              <a:rPr lang="ko-KR" altLang="en-US" sz="1600" dirty="0">
                <a:latin typeface="+mn-ea"/>
              </a:rPr>
              <a:t>종료가 되어야 하는데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   </a:t>
            </a:r>
            <a:r>
              <a:rPr lang="ko-KR" altLang="en-US" sz="1600" dirty="0">
                <a:latin typeface="+mn-ea"/>
              </a:rPr>
              <a:t>모니터링 시간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온도 안정화 시간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>
                <a:latin typeface="+mn-ea"/>
              </a:rPr>
              <a:t>에 제상 </a:t>
            </a:r>
            <a:r>
              <a:rPr lang="en-US" altLang="ko-KR" sz="1600" dirty="0">
                <a:latin typeface="+mn-ea"/>
              </a:rPr>
              <a:t>Step </a:t>
            </a:r>
            <a:r>
              <a:rPr lang="ko-KR" altLang="en-US" sz="1600" dirty="0">
                <a:latin typeface="+mn-ea"/>
              </a:rPr>
              <a:t>으로 넘어가면서 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   Test</a:t>
            </a:r>
            <a:r>
              <a:rPr lang="ko-KR" altLang="en-US" sz="1600" dirty="0">
                <a:latin typeface="+mn-ea"/>
              </a:rPr>
              <a:t> 완료가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되지 않은 상황 발생</a:t>
            </a:r>
            <a:r>
              <a:rPr lang="en-US" altLang="ko-KR" sz="1600" dirty="0">
                <a:latin typeface="+mn-ea"/>
              </a:rPr>
              <a:t>.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            </a:t>
            </a:r>
          </a:p>
          <a:p>
            <a:r>
              <a:rPr lang="en-US" altLang="ko-KR" sz="1600" dirty="0">
                <a:latin typeface="+mn-ea"/>
              </a:rPr>
              <a:t>     </a:t>
            </a:r>
            <a:r>
              <a:rPr lang="ko-KR" altLang="en-US" sz="1600" b="1" dirty="0">
                <a:latin typeface="+mn-ea"/>
              </a:rPr>
              <a:t>개선 내용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모니터링 시간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온도 안정화 시간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>
                <a:latin typeface="+mn-ea"/>
              </a:rPr>
              <a:t>제상 </a:t>
            </a:r>
            <a:r>
              <a:rPr lang="en-US" altLang="ko-KR" sz="1600" dirty="0">
                <a:latin typeface="+mn-ea"/>
              </a:rPr>
              <a:t>Step </a:t>
            </a:r>
            <a:r>
              <a:rPr lang="ko-KR" altLang="en-US" sz="1600" dirty="0">
                <a:latin typeface="+mn-ea"/>
              </a:rPr>
              <a:t>넘어가도 제상 완료 하여 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b="1" dirty="0">
                <a:latin typeface="+mn-ea"/>
              </a:rPr>
              <a:t>                   </a:t>
            </a:r>
            <a:r>
              <a:rPr lang="ko-KR" altLang="en-US" sz="1600" dirty="0">
                <a:latin typeface="+mn-ea"/>
              </a:rPr>
              <a:t>정상적으로 </a:t>
            </a:r>
            <a:r>
              <a:rPr lang="en-US" altLang="ko-KR" sz="1600" dirty="0">
                <a:latin typeface="+mn-ea"/>
              </a:rPr>
              <a:t>Test </a:t>
            </a:r>
            <a:r>
              <a:rPr lang="ko-KR" altLang="en-US" sz="1600" dirty="0">
                <a:latin typeface="+mn-ea"/>
              </a:rPr>
              <a:t>완료되게 내부 로직 개선 완료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600" b="1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   </a:t>
            </a:r>
            <a:r>
              <a:rPr lang="ko-KR" altLang="en-US" sz="1600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97F6A-0C58-A392-3FBD-60BB0557FA6F}"/>
              </a:ext>
            </a:extLst>
          </p:cNvPr>
          <p:cNvSpPr txBox="1"/>
          <p:nvPr/>
        </p:nvSpPr>
        <p:spPr>
          <a:xfrm>
            <a:off x="304800" y="495300"/>
            <a:ext cx="2543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MMTC UI </a:t>
            </a:r>
            <a:r>
              <a:rPr lang="ko-KR" altLang="en-US" sz="2000" b="1" dirty="0">
                <a:latin typeface="+mn-ea"/>
              </a:rPr>
              <a:t>업데이트 </a:t>
            </a:r>
          </a:p>
        </p:txBody>
      </p:sp>
    </p:spTree>
    <p:extLst>
      <p:ext uri="{BB962C8B-B14F-4D97-AF65-F5344CB8AC3E}">
        <p14:creationId xmlns:p14="http://schemas.microsoft.com/office/powerpoint/2010/main" val="409019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5615A-3E5B-A577-BBA8-9C20E67A4DBF}"/>
              </a:ext>
            </a:extLst>
          </p:cNvPr>
          <p:cNvSpPr txBox="1"/>
          <p:nvPr/>
        </p:nvSpPr>
        <p:spPr>
          <a:xfrm>
            <a:off x="155254" y="1131129"/>
            <a:ext cx="86187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MTC 10 - 4</a:t>
            </a:r>
          </a:p>
          <a:p>
            <a:r>
              <a:rPr lang="en-US" altLang="ko-KR" b="1" dirty="0">
                <a:latin typeface="+mn-ea"/>
              </a:rPr>
              <a:t>     </a:t>
            </a:r>
            <a:r>
              <a:rPr lang="ko-KR" altLang="en-US" sz="1600" b="1" dirty="0">
                <a:latin typeface="+mn-ea"/>
              </a:rPr>
              <a:t>문제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 </a:t>
            </a:r>
            <a:r>
              <a:rPr lang="ko-KR" altLang="en-US" sz="1600" dirty="0">
                <a:latin typeface="+mn-ea"/>
              </a:rPr>
              <a:t>테스트 완료 시점이 아닌 상황에 테스트 완료 문구 발생</a:t>
            </a:r>
            <a:r>
              <a:rPr lang="en-US" altLang="ko-KR" sz="1600" dirty="0">
                <a:latin typeface="+mn-ea"/>
              </a:rPr>
              <a:t>.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     </a:t>
            </a:r>
            <a:r>
              <a:rPr lang="ko-KR" altLang="en-US" sz="1600" b="1" dirty="0">
                <a:latin typeface="+mn-ea"/>
              </a:rPr>
              <a:t>원인 파악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로그 분석 결과 온도가 비정상으로 높게 나와 이상 온도 발생 문구가 발생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                     해야 하는데 테스트 완료 문구 나오는 현상 발생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    </a:t>
            </a:r>
          </a:p>
          <a:p>
            <a:r>
              <a:rPr lang="en-US" altLang="ko-KR" sz="1600" dirty="0">
                <a:latin typeface="+mn-ea"/>
              </a:rPr>
              <a:t>     </a:t>
            </a:r>
            <a:r>
              <a:rPr lang="ko-KR" altLang="en-US" sz="1600" b="1" dirty="0">
                <a:latin typeface="+mn-ea"/>
              </a:rPr>
              <a:t>개선 내용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이상 온도 발생 시 문구 제대로 나오게 내부 로직 개선 완료</a:t>
            </a:r>
            <a:r>
              <a:rPr lang="en-US" altLang="ko-KR" sz="1600" dirty="0">
                <a:latin typeface="+mn-ea"/>
              </a:rPr>
              <a:t>.                 </a:t>
            </a:r>
            <a:r>
              <a:rPr lang="ko-KR" altLang="en-US" sz="1600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713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74731" y="2996418"/>
            <a:ext cx="2742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+mn-ea"/>
              </a:rPr>
              <a:t>Thank You</a:t>
            </a:r>
            <a:endParaRPr lang="ko-KR" altLang="en-US" sz="4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416339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35564</TotalTime>
  <Words>171</Words>
  <Application>Microsoft Office PowerPoint</Application>
  <PresentationFormat>화면 슬라이드 쇼(4:3)</PresentationFormat>
  <Paragraphs>22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 Black</vt:lpstr>
      <vt:lpstr>Calibri</vt:lpstr>
      <vt:lpstr>Calibri Light</vt:lpstr>
      <vt:lpstr>추억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유 효상</cp:lastModifiedBy>
  <cp:revision>1364</cp:revision>
  <dcterms:created xsi:type="dcterms:W3CDTF">2016-08-24T05:21:44Z</dcterms:created>
  <dcterms:modified xsi:type="dcterms:W3CDTF">2025-04-29T07:55:51Z</dcterms:modified>
</cp:coreProperties>
</file>