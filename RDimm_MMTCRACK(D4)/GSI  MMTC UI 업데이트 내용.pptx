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11"/>
  </p:notesMasterIdLst>
  <p:sldIdLst>
    <p:sldId id="389" r:id="rId2"/>
    <p:sldId id="502" r:id="rId3"/>
    <p:sldId id="500" r:id="rId4"/>
    <p:sldId id="503" r:id="rId5"/>
    <p:sldId id="504" r:id="rId6"/>
    <p:sldId id="505" r:id="rId7"/>
    <p:sldId id="506" r:id="rId8"/>
    <p:sldId id="507" r:id="rId9"/>
    <p:sldId id="501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신 현충" initials="신현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FEE"/>
    <a:srgbClr val="A282CC"/>
    <a:srgbClr val="004620"/>
    <a:srgbClr val="EEE354"/>
    <a:srgbClr val="00602B"/>
    <a:srgbClr val="007F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53" autoAdjust="0"/>
    <p:restoredTop sz="95208" autoAdjust="0"/>
  </p:normalViewPr>
  <p:slideViewPr>
    <p:cSldViewPr snapToGrid="0">
      <p:cViewPr varScale="1">
        <p:scale>
          <a:sx n="107" d="100"/>
          <a:sy n="107" d="100"/>
        </p:scale>
        <p:origin x="196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&#50980;&#55148;&#45208;\Desktop\Box3@2025_04_18_1611(&#44536;&#47000;&#54532;)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&#50980;&#55148;&#45208;\Desktop\Box4@2025_04_18_1611(&#44536;&#47000;&#54532;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'Box3@2025_04_18_1611'!$B$1</c:f>
              <c:strCache>
                <c:ptCount val="1"/>
                <c:pt idx="0">
                  <c:v>DIMM</c:v>
                </c:pt>
              </c:strCache>
            </c:strRef>
          </c:tx>
          <c:marker>
            <c:symbol val="dot"/>
            <c:size val="2"/>
          </c:marker>
          <c:cat>
            <c:numRef>
              <c:f>'Box3@2025_04_18_1611'!$A$2:$A$836</c:f>
              <c:numCache>
                <c:formatCode>h:mm:ss;@</c:formatCode>
                <c:ptCount val="835"/>
                <c:pt idx="0">
                  <c:v>45765.67465277778</c:v>
                </c:pt>
                <c:pt idx="1">
                  <c:v>45765.674699074072</c:v>
                </c:pt>
                <c:pt idx="2">
                  <c:v>45765.674733796295</c:v>
                </c:pt>
                <c:pt idx="3">
                  <c:v>45765.674768518518</c:v>
                </c:pt>
                <c:pt idx="4">
                  <c:v>45765.674814814818</c:v>
                </c:pt>
                <c:pt idx="5">
                  <c:v>45765.674849537034</c:v>
                </c:pt>
                <c:pt idx="6">
                  <c:v>45765.674895833334</c:v>
                </c:pt>
                <c:pt idx="7">
                  <c:v>45765.674930555557</c:v>
                </c:pt>
                <c:pt idx="8">
                  <c:v>45765.674976851849</c:v>
                </c:pt>
                <c:pt idx="9">
                  <c:v>45765.675011574072</c:v>
                </c:pt>
                <c:pt idx="10">
                  <c:v>45765.675046296295</c:v>
                </c:pt>
                <c:pt idx="11">
                  <c:v>45765.675092592595</c:v>
                </c:pt>
                <c:pt idx="12">
                  <c:v>45765.675127314818</c:v>
                </c:pt>
                <c:pt idx="13">
                  <c:v>45765.675173611111</c:v>
                </c:pt>
                <c:pt idx="14">
                  <c:v>45765.675208333334</c:v>
                </c:pt>
                <c:pt idx="15">
                  <c:v>45765.675254629627</c:v>
                </c:pt>
                <c:pt idx="16">
                  <c:v>45765.67528935185</c:v>
                </c:pt>
                <c:pt idx="17">
                  <c:v>45765.675324074073</c:v>
                </c:pt>
                <c:pt idx="18">
                  <c:v>45765.675370370373</c:v>
                </c:pt>
                <c:pt idx="19">
                  <c:v>45765.675405092596</c:v>
                </c:pt>
                <c:pt idx="20">
                  <c:v>45765.675451388888</c:v>
                </c:pt>
                <c:pt idx="21">
                  <c:v>45765.675486111111</c:v>
                </c:pt>
                <c:pt idx="22">
                  <c:v>45765.675532407404</c:v>
                </c:pt>
                <c:pt idx="23">
                  <c:v>45765.675567129627</c:v>
                </c:pt>
                <c:pt idx="24">
                  <c:v>45765.67560185185</c:v>
                </c:pt>
                <c:pt idx="25">
                  <c:v>45765.67564814815</c:v>
                </c:pt>
                <c:pt idx="26">
                  <c:v>45765.675682870373</c:v>
                </c:pt>
                <c:pt idx="27">
                  <c:v>45765.675729166665</c:v>
                </c:pt>
                <c:pt idx="28">
                  <c:v>45765.675763888888</c:v>
                </c:pt>
                <c:pt idx="29">
                  <c:v>45765.675810185188</c:v>
                </c:pt>
                <c:pt idx="30">
                  <c:v>45765.675844907404</c:v>
                </c:pt>
                <c:pt idx="31">
                  <c:v>45765.675879629627</c:v>
                </c:pt>
                <c:pt idx="32">
                  <c:v>45765.675925925927</c:v>
                </c:pt>
                <c:pt idx="33">
                  <c:v>45765.67596064815</c:v>
                </c:pt>
                <c:pt idx="34">
                  <c:v>45765.676006944443</c:v>
                </c:pt>
                <c:pt idx="35">
                  <c:v>45765.676041666666</c:v>
                </c:pt>
                <c:pt idx="36">
                  <c:v>45765.676087962966</c:v>
                </c:pt>
                <c:pt idx="37">
                  <c:v>45765.676122685189</c:v>
                </c:pt>
                <c:pt idx="38">
                  <c:v>45765.676157407404</c:v>
                </c:pt>
                <c:pt idx="39">
                  <c:v>45765.676203703704</c:v>
                </c:pt>
                <c:pt idx="40">
                  <c:v>45765.676238425927</c:v>
                </c:pt>
                <c:pt idx="41">
                  <c:v>45765.67628472222</c:v>
                </c:pt>
                <c:pt idx="42">
                  <c:v>45765.676319444443</c:v>
                </c:pt>
                <c:pt idx="43">
                  <c:v>45765.676365740743</c:v>
                </c:pt>
                <c:pt idx="44">
                  <c:v>45765.676400462966</c:v>
                </c:pt>
                <c:pt idx="45">
                  <c:v>45765.676435185182</c:v>
                </c:pt>
                <c:pt idx="46">
                  <c:v>45765.676481481481</c:v>
                </c:pt>
                <c:pt idx="47">
                  <c:v>45765.676516203705</c:v>
                </c:pt>
                <c:pt idx="48">
                  <c:v>45765.676562499997</c:v>
                </c:pt>
                <c:pt idx="49">
                  <c:v>45765.67659722222</c:v>
                </c:pt>
                <c:pt idx="50">
                  <c:v>45765.676631944443</c:v>
                </c:pt>
                <c:pt idx="51">
                  <c:v>45765.676678240743</c:v>
                </c:pt>
                <c:pt idx="52">
                  <c:v>45765.676712962966</c:v>
                </c:pt>
                <c:pt idx="53">
                  <c:v>45765.676759259259</c:v>
                </c:pt>
                <c:pt idx="54">
                  <c:v>45765.676793981482</c:v>
                </c:pt>
                <c:pt idx="55">
                  <c:v>45765.676840277774</c:v>
                </c:pt>
                <c:pt idx="56">
                  <c:v>45765.676874999997</c:v>
                </c:pt>
                <c:pt idx="57">
                  <c:v>45765.676921296297</c:v>
                </c:pt>
                <c:pt idx="58">
                  <c:v>45765.67695601852</c:v>
                </c:pt>
                <c:pt idx="59">
                  <c:v>45765.676990740743</c:v>
                </c:pt>
                <c:pt idx="60">
                  <c:v>45765.677037037036</c:v>
                </c:pt>
                <c:pt idx="61">
                  <c:v>45765.677071759259</c:v>
                </c:pt>
                <c:pt idx="62">
                  <c:v>45765.677118055559</c:v>
                </c:pt>
                <c:pt idx="63">
                  <c:v>45765.677152777775</c:v>
                </c:pt>
                <c:pt idx="64">
                  <c:v>45765.677199074074</c:v>
                </c:pt>
                <c:pt idx="65">
                  <c:v>45765.677233796298</c:v>
                </c:pt>
                <c:pt idx="66">
                  <c:v>45765.677268518521</c:v>
                </c:pt>
                <c:pt idx="67">
                  <c:v>45765.677314814813</c:v>
                </c:pt>
                <c:pt idx="68">
                  <c:v>45765.677349537036</c:v>
                </c:pt>
                <c:pt idx="69">
                  <c:v>45765.677395833336</c:v>
                </c:pt>
                <c:pt idx="70">
                  <c:v>45765.677430555559</c:v>
                </c:pt>
                <c:pt idx="71">
                  <c:v>45765.677476851852</c:v>
                </c:pt>
                <c:pt idx="72">
                  <c:v>45765.677511574075</c:v>
                </c:pt>
                <c:pt idx="73">
                  <c:v>45765.677546296298</c:v>
                </c:pt>
                <c:pt idx="74">
                  <c:v>45765.67759259259</c:v>
                </c:pt>
                <c:pt idx="75">
                  <c:v>45765.677627314813</c:v>
                </c:pt>
                <c:pt idx="76">
                  <c:v>45765.677673611113</c:v>
                </c:pt>
                <c:pt idx="77">
                  <c:v>45765.677708333336</c:v>
                </c:pt>
                <c:pt idx="78">
                  <c:v>45765.677754629629</c:v>
                </c:pt>
                <c:pt idx="79">
                  <c:v>45765.677789351852</c:v>
                </c:pt>
                <c:pt idx="80">
                  <c:v>45765.677824074075</c:v>
                </c:pt>
                <c:pt idx="81">
                  <c:v>45765.677870370368</c:v>
                </c:pt>
                <c:pt idx="82">
                  <c:v>45765.677905092591</c:v>
                </c:pt>
                <c:pt idx="83">
                  <c:v>45765.677951388891</c:v>
                </c:pt>
                <c:pt idx="84">
                  <c:v>45765.677986111114</c:v>
                </c:pt>
                <c:pt idx="85">
                  <c:v>45765.678032407406</c:v>
                </c:pt>
                <c:pt idx="86">
                  <c:v>45765.678067129629</c:v>
                </c:pt>
                <c:pt idx="87">
                  <c:v>45765.678101851852</c:v>
                </c:pt>
                <c:pt idx="88">
                  <c:v>45765.678148148145</c:v>
                </c:pt>
                <c:pt idx="89">
                  <c:v>45765.678182870368</c:v>
                </c:pt>
                <c:pt idx="90">
                  <c:v>45765.678229166668</c:v>
                </c:pt>
                <c:pt idx="91">
                  <c:v>45765.678263888891</c:v>
                </c:pt>
                <c:pt idx="92">
                  <c:v>45765.678310185183</c:v>
                </c:pt>
                <c:pt idx="93">
                  <c:v>45765.678344907406</c:v>
                </c:pt>
                <c:pt idx="94">
                  <c:v>45765.678379629629</c:v>
                </c:pt>
                <c:pt idx="95">
                  <c:v>45765.678425925929</c:v>
                </c:pt>
                <c:pt idx="96">
                  <c:v>45765.678460648145</c:v>
                </c:pt>
                <c:pt idx="97">
                  <c:v>45765.678506944445</c:v>
                </c:pt>
                <c:pt idx="98">
                  <c:v>45765.678541666668</c:v>
                </c:pt>
                <c:pt idx="99">
                  <c:v>45765.678587962961</c:v>
                </c:pt>
                <c:pt idx="100">
                  <c:v>45765.678622685184</c:v>
                </c:pt>
                <c:pt idx="101">
                  <c:v>45765.678657407407</c:v>
                </c:pt>
                <c:pt idx="102">
                  <c:v>45765.678703703707</c:v>
                </c:pt>
                <c:pt idx="103">
                  <c:v>45765.678738425922</c:v>
                </c:pt>
                <c:pt idx="104">
                  <c:v>45765.678784722222</c:v>
                </c:pt>
                <c:pt idx="105">
                  <c:v>45765.678819444445</c:v>
                </c:pt>
                <c:pt idx="106">
                  <c:v>45765.678865740738</c:v>
                </c:pt>
                <c:pt idx="107">
                  <c:v>45765.678900462961</c:v>
                </c:pt>
                <c:pt idx="108">
                  <c:v>45765.678935185184</c:v>
                </c:pt>
                <c:pt idx="109">
                  <c:v>45765.678981481484</c:v>
                </c:pt>
                <c:pt idx="110">
                  <c:v>45765.679016203707</c:v>
                </c:pt>
                <c:pt idx="111">
                  <c:v>45765.679062499999</c:v>
                </c:pt>
                <c:pt idx="112">
                  <c:v>45765.679097222222</c:v>
                </c:pt>
                <c:pt idx="113">
                  <c:v>45765.679143518515</c:v>
                </c:pt>
                <c:pt idx="114">
                  <c:v>45765.679178240738</c:v>
                </c:pt>
                <c:pt idx="115">
                  <c:v>45765.679212962961</c:v>
                </c:pt>
                <c:pt idx="116">
                  <c:v>45765.679259259261</c:v>
                </c:pt>
                <c:pt idx="117">
                  <c:v>45765.679293981484</c:v>
                </c:pt>
                <c:pt idx="118">
                  <c:v>45765.679340277777</c:v>
                </c:pt>
                <c:pt idx="119">
                  <c:v>45765.679375</c:v>
                </c:pt>
                <c:pt idx="120">
                  <c:v>45765.679409722223</c:v>
                </c:pt>
                <c:pt idx="121">
                  <c:v>45765.679456018515</c:v>
                </c:pt>
                <c:pt idx="122">
                  <c:v>45765.679490740738</c:v>
                </c:pt>
                <c:pt idx="123">
                  <c:v>45765.679537037038</c:v>
                </c:pt>
                <c:pt idx="124">
                  <c:v>45765.679571759261</c:v>
                </c:pt>
                <c:pt idx="125">
                  <c:v>45765.679618055554</c:v>
                </c:pt>
                <c:pt idx="126">
                  <c:v>45765.679652777777</c:v>
                </c:pt>
                <c:pt idx="127">
                  <c:v>45765.6796875</c:v>
                </c:pt>
                <c:pt idx="128">
                  <c:v>45765.6797337963</c:v>
                </c:pt>
                <c:pt idx="129">
                  <c:v>45765.679768518516</c:v>
                </c:pt>
                <c:pt idx="130">
                  <c:v>45765.679814814815</c:v>
                </c:pt>
                <c:pt idx="131">
                  <c:v>45765.679849537039</c:v>
                </c:pt>
                <c:pt idx="132">
                  <c:v>45765.679895833331</c:v>
                </c:pt>
                <c:pt idx="133">
                  <c:v>45765.679930555554</c:v>
                </c:pt>
                <c:pt idx="134">
                  <c:v>45765.679965277777</c:v>
                </c:pt>
                <c:pt idx="135">
                  <c:v>45765.680011574077</c:v>
                </c:pt>
                <c:pt idx="136">
                  <c:v>45765.680046296293</c:v>
                </c:pt>
                <c:pt idx="137">
                  <c:v>45765.680092592593</c:v>
                </c:pt>
                <c:pt idx="138">
                  <c:v>45765.680127314816</c:v>
                </c:pt>
                <c:pt idx="139">
                  <c:v>45765.680173611108</c:v>
                </c:pt>
                <c:pt idx="140">
                  <c:v>45765.680208333331</c:v>
                </c:pt>
                <c:pt idx="141">
                  <c:v>45765.680243055554</c:v>
                </c:pt>
                <c:pt idx="142">
                  <c:v>45765.680289351854</c:v>
                </c:pt>
                <c:pt idx="143">
                  <c:v>45765.680324074077</c:v>
                </c:pt>
                <c:pt idx="144">
                  <c:v>45765.68037037037</c:v>
                </c:pt>
                <c:pt idx="145">
                  <c:v>45765.680405092593</c:v>
                </c:pt>
                <c:pt idx="146">
                  <c:v>45765.680451388886</c:v>
                </c:pt>
                <c:pt idx="147">
                  <c:v>45765.680486111109</c:v>
                </c:pt>
                <c:pt idx="148">
                  <c:v>45765.680532407408</c:v>
                </c:pt>
                <c:pt idx="149">
                  <c:v>45765.680567129632</c:v>
                </c:pt>
                <c:pt idx="150">
                  <c:v>45765.680601851855</c:v>
                </c:pt>
                <c:pt idx="151">
                  <c:v>45765.680648148147</c:v>
                </c:pt>
                <c:pt idx="152">
                  <c:v>45765.68068287037</c:v>
                </c:pt>
                <c:pt idx="153">
                  <c:v>45765.68072916667</c:v>
                </c:pt>
                <c:pt idx="154">
                  <c:v>45765.680763888886</c:v>
                </c:pt>
                <c:pt idx="155">
                  <c:v>45765.680810185186</c:v>
                </c:pt>
                <c:pt idx="156">
                  <c:v>45765.680844907409</c:v>
                </c:pt>
                <c:pt idx="157">
                  <c:v>45765.680879629632</c:v>
                </c:pt>
                <c:pt idx="158">
                  <c:v>45765.680925925924</c:v>
                </c:pt>
                <c:pt idx="159">
                  <c:v>45765.680960648147</c:v>
                </c:pt>
                <c:pt idx="160">
                  <c:v>45765.681006944447</c:v>
                </c:pt>
                <c:pt idx="161">
                  <c:v>45765.681041666663</c:v>
                </c:pt>
                <c:pt idx="162">
                  <c:v>45765.681087962963</c:v>
                </c:pt>
                <c:pt idx="163">
                  <c:v>45765.681122685186</c:v>
                </c:pt>
                <c:pt idx="164">
                  <c:v>45765.681157407409</c:v>
                </c:pt>
                <c:pt idx="165">
                  <c:v>45765.681203703702</c:v>
                </c:pt>
                <c:pt idx="166">
                  <c:v>45765.681238425925</c:v>
                </c:pt>
                <c:pt idx="167">
                  <c:v>45765.681284722225</c:v>
                </c:pt>
                <c:pt idx="168">
                  <c:v>45765.681319444448</c:v>
                </c:pt>
                <c:pt idx="169">
                  <c:v>45765.68136574074</c:v>
                </c:pt>
                <c:pt idx="170">
                  <c:v>45765.681400462963</c:v>
                </c:pt>
                <c:pt idx="171">
                  <c:v>45765.681435185186</c:v>
                </c:pt>
                <c:pt idx="172">
                  <c:v>45765.681481481479</c:v>
                </c:pt>
                <c:pt idx="173">
                  <c:v>45765.681516203702</c:v>
                </c:pt>
                <c:pt idx="174">
                  <c:v>45765.681562500002</c:v>
                </c:pt>
                <c:pt idx="175">
                  <c:v>45765.681597222225</c:v>
                </c:pt>
                <c:pt idx="176">
                  <c:v>45765.681643518517</c:v>
                </c:pt>
                <c:pt idx="177">
                  <c:v>45765.68167824074</c:v>
                </c:pt>
                <c:pt idx="178">
                  <c:v>45765.681712962964</c:v>
                </c:pt>
                <c:pt idx="179">
                  <c:v>45765.681759259256</c:v>
                </c:pt>
                <c:pt idx="180">
                  <c:v>45765.681793981479</c:v>
                </c:pt>
                <c:pt idx="181">
                  <c:v>45765.681840277779</c:v>
                </c:pt>
                <c:pt idx="182">
                  <c:v>45765.681875000002</c:v>
                </c:pt>
                <c:pt idx="183">
                  <c:v>45765.681921296295</c:v>
                </c:pt>
                <c:pt idx="184">
                  <c:v>45765.681956018518</c:v>
                </c:pt>
                <c:pt idx="185">
                  <c:v>45765.681990740741</c:v>
                </c:pt>
                <c:pt idx="186">
                  <c:v>45765.682037037041</c:v>
                </c:pt>
                <c:pt idx="187">
                  <c:v>45765.682071759256</c:v>
                </c:pt>
                <c:pt idx="188">
                  <c:v>45765.682118055556</c:v>
                </c:pt>
                <c:pt idx="189">
                  <c:v>45765.682152777779</c:v>
                </c:pt>
                <c:pt idx="190">
                  <c:v>45765.682199074072</c:v>
                </c:pt>
                <c:pt idx="191">
                  <c:v>45765.682233796295</c:v>
                </c:pt>
                <c:pt idx="192">
                  <c:v>45765.682268518518</c:v>
                </c:pt>
                <c:pt idx="193">
                  <c:v>45765.682314814818</c:v>
                </c:pt>
                <c:pt idx="194">
                  <c:v>45765.682349537034</c:v>
                </c:pt>
                <c:pt idx="195">
                  <c:v>45765.682395833333</c:v>
                </c:pt>
                <c:pt idx="196">
                  <c:v>45765.682430555556</c:v>
                </c:pt>
                <c:pt idx="197">
                  <c:v>45765.682476851849</c:v>
                </c:pt>
                <c:pt idx="198">
                  <c:v>45765.682511574072</c:v>
                </c:pt>
                <c:pt idx="199">
                  <c:v>45765.682546296295</c:v>
                </c:pt>
                <c:pt idx="200">
                  <c:v>45765.682592592595</c:v>
                </c:pt>
                <c:pt idx="201">
                  <c:v>45765.682627314818</c:v>
                </c:pt>
                <c:pt idx="202">
                  <c:v>45765.682673611111</c:v>
                </c:pt>
                <c:pt idx="203">
                  <c:v>45765.682708333334</c:v>
                </c:pt>
                <c:pt idx="204">
                  <c:v>45765.682754629626</c:v>
                </c:pt>
                <c:pt idx="205">
                  <c:v>45765.682789351849</c:v>
                </c:pt>
                <c:pt idx="206">
                  <c:v>45765.682824074072</c:v>
                </c:pt>
                <c:pt idx="207">
                  <c:v>45765.682870370372</c:v>
                </c:pt>
                <c:pt idx="208">
                  <c:v>45765.682905092595</c:v>
                </c:pt>
                <c:pt idx="209">
                  <c:v>45765.682951388888</c:v>
                </c:pt>
                <c:pt idx="210">
                  <c:v>45765.682986111111</c:v>
                </c:pt>
                <c:pt idx="211">
                  <c:v>45765.683032407411</c:v>
                </c:pt>
                <c:pt idx="212">
                  <c:v>45765.683067129627</c:v>
                </c:pt>
                <c:pt idx="213">
                  <c:v>45765.68310185185</c:v>
                </c:pt>
                <c:pt idx="214">
                  <c:v>45765.683148148149</c:v>
                </c:pt>
                <c:pt idx="215">
                  <c:v>45765.683182870373</c:v>
                </c:pt>
                <c:pt idx="216">
                  <c:v>45765.683229166665</c:v>
                </c:pt>
                <c:pt idx="217">
                  <c:v>45765.683263888888</c:v>
                </c:pt>
                <c:pt idx="218">
                  <c:v>45765.683310185188</c:v>
                </c:pt>
                <c:pt idx="219">
                  <c:v>45765.683344907404</c:v>
                </c:pt>
                <c:pt idx="220">
                  <c:v>45765.683379629627</c:v>
                </c:pt>
                <c:pt idx="221">
                  <c:v>45765.683425925927</c:v>
                </c:pt>
                <c:pt idx="222">
                  <c:v>45765.68346064815</c:v>
                </c:pt>
                <c:pt idx="223">
                  <c:v>45765.683506944442</c:v>
                </c:pt>
                <c:pt idx="224">
                  <c:v>45765.683541666665</c:v>
                </c:pt>
                <c:pt idx="225">
                  <c:v>45765.683587962965</c:v>
                </c:pt>
                <c:pt idx="226">
                  <c:v>45765.683622685188</c:v>
                </c:pt>
                <c:pt idx="227">
                  <c:v>45765.683657407404</c:v>
                </c:pt>
                <c:pt idx="228">
                  <c:v>45765.683703703704</c:v>
                </c:pt>
                <c:pt idx="229">
                  <c:v>45765.683738425927</c:v>
                </c:pt>
                <c:pt idx="230">
                  <c:v>45765.68378472222</c:v>
                </c:pt>
                <c:pt idx="231">
                  <c:v>45765.683819444443</c:v>
                </c:pt>
                <c:pt idx="232">
                  <c:v>45765.683865740742</c:v>
                </c:pt>
                <c:pt idx="233">
                  <c:v>45765.683900462966</c:v>
                </c:pt>
                <c:pt idx="234">
                  <c:v>45765.683935185189</c:v>
                </c:pt>
                <c:pt idx="235">
                  <c:v>45765.683981481481</c:v>
                </c:pt>
                <c:pt idx="236">
                  <c:v>45765.684016203704</c:v>
                </c:pt>
                <c:pt idx="237">
                  <c:v>45765.684062499997</c:v>
                </c:pt>
                <c:pt idx="238">
                  <c:v>45765.68409722222</c:v>
                </c:pt>
                <c:pt idx="239">
                  <c:v>45765.68414351852</c:v>
                </c:pt>
                <c:pt idx="240">
                  <c:v>45765.684178240743</c:v>
                </c:pt>
                <c:pt idx="241">
                  <c:v>45765.684212962966</c:v>
                </c:pt>
                <c:pt idx="242">
                  <c:v>45765.684259259258</c:v>
                </c:pt>
                <c:pt idx="243">
                  <c:v>45765.684293981481</c:v>
                </c:pt>
                <c:pt idx="244">
                  <c:v>45765.684340277781</c:v>
                </c:pt>
                <c:pt idx="245">
                  <c:v>45765.684374999997</c:v>
                </c:pt>
                <c:pt idx="246">
                  <c:v>45765.684421296297</c:v>
                </c:pt>
                <c:pt idx="247">
                  <c:v>45765.68445601852</c:v>
                </c:pt>
                <c:pt idx="248">
                  <c:v>45765.684490740743</c:v>
                </c:pt>
                <c:pt idx="249">
                  <c:v>45765.684537037036</c:v>
                </c:pt>
                <c:pt idx="250">
                  <c:v>45765.684571759259</c:v>
                </c:pt>
                <c:pt idx="251">
                  <c:v>45765.684618055559</c:v>
                </c:pt>
                <c:pt idx="252">
                  <c:v>45765.684652777774</c:v>
                </c:pt>
                <c:pt idx="253">
                  <c:v>45765.684699074074</c:v>
                </c:pt>
                <c:pt idx="254">
                  <c:v>45765.684733796297</c:v>
                </c:pt>
                <c:pt idx="255">
                  <c:v>45765.68476851852</c:v>
                </c:pt>
                <c:pt idx="256">
                  <c:v>45765.684814814813</c:v>
                </c:pt>
                <c:pt idx="257">
                  <c:v>45765.684849537036</c:v>
                </c:pt>
                <c:pt idx="258">
                  <c:v>45765.684895833336</c:v>
                </c:pt>
                <c:pt idx="259">
                  <c:v>45765.684930555559</c:v>
                </c:pt>
                <c:pt idx="260">
                  <c:v>45765.684976851851</c:v>
                </c:pt>
                <c:pt idx="261">
                  <c:v>45765.685011574074</c:v>
                </c:pt>
                <c:pt idx="262">
                  <c:v>45765.685046296298</c:v>
                </c:pt>
                <c:pt idx="263">
                  <c:v>45765.68509259259</c:v>
                </c:pt>
                <c:pt idx="264">
                  <c:v>45765.685127314813</c:v>
                </c:pt>
                <c:pt idx="265">
                  <c:v>45765.685173611113</c:v>
                </c:pt>
                <c:pt idx="266">
                  <c:v>45765.685208333336</c:v>
                </c:pt>
                <c:pt idx="267">
                  <c:v>45765.685254629629</c:v>
                </c:pt>
                <c:pt idx="268">
                  <c:v>45765.685289351852</c:v>
                </c:pt>
                <c:pt idx="269">
                  <c:v>45765.685324074075</c:v>
                </c:pt>
                <c:pt idx="270">
                  <c:v>45765.685370370367</c:v>
                </c:pt>
                <c:pt idx="271">
                  <c:v>45765.68540509259</c:v>
                </c:pt>
                <c:pt idx="272">
                  <c:v>45765.68545138889</c:v>
                </c:pt>
                <c:pt idx="273">
                  <c:v>45765.685486111113</c:v>
                </c:pt>
                <c:pt idx="274">
                  <c:v>45765.685532407406</c:v>
                </c:pt>
                <c:pt idx="275">
                  <c:v>45765.685567129629</c:v>
                </c:pt>
                <c:pt idx="276">
                  <c:v>45765.685601851852</c:v>
                </c:pt>
                <c:pt idx="277">
                  <c:v>45765.685648148145</c:v>
                </c:pt>
                <c:pt idx="278">
                  <c:v>45765.685682870368</c:v>
                </c:pt>
                <c:pt idx="279">
                  <c:v>45765.685729166667</c:v>
                </c:pt>
                <c:pt idx="280">
                  <c:v>45765.685763888891</c:v>
                </c:pt>
                <c:pt idx="281">
                  <c:v>45765.685810185183</c:v>
                </c:pt>
                <c:pt idx="282">
                  <c:v>45765.685844907406</c:v>
                </c:pt>
                <c:pt idx="283">
                  <c:v>45765.685879629629</c:v>
                </c:pt>
                <c:pt idx="284">
                  <c:v>45765.685925925929</c:v>
                </c:pt>
                <c:pt idx="285">
                  <c:v>45765.685960648145</c:v>
                </c:pt>
                <c:pt idx="286">
                  <c:v>45765.686006944445</c:v>
                </c:pt>
                <c:pt idx="287">
                  <c:v>45765.686041666668</c:v>
                </c:pt>
                <c:pt idx="288">
                  <c:v>45765.68608796296</c:v>
                </c:pt>
                <c:pt idx="289">
                  <c:v>45765.686122685183</c:v>
                </c:pt>
                <c:pt idx="290">
                  <c:v>45765.686157407406</c:v>
                </c:pt>
                <c:pt idx="291">
                  <c:v>45765.686203703706</c:v>
                </c:pt>
                <c:pt idx="292">
                  <c:v>45765.686238425929</c:v>
                </c:pt>
                <c:pt idx="293">
                  <c:v>45765.686284722222</c:v>
                </c:pt>
                <c:pt idx="294">
                  <c:v>45765.686319444445</c:v>
                </c:pt>
                <c:pt idx="295">
                  <c:v>45765.686365740738</c:v>
                </c:pt>
                <c:pt idx="296">
                  <c:v>45765.686400462961</c:v>
                </c:pt>
                <c:pt idx="297">
                  <c:v>45765.686435185184</c:v>
                </c:pt>
                <c:pt idx="298">
                  <c:v>45765.686481481483</c:v>
                </c:pt>
                <c:pt idx="299">
                  <c:v>45765.686516203707</c:v>
                </c:pt>
                <c:pt idx="300">
                  <c:v>45765.686562499999</c:v>
                </c:pt>
                <c:pt idx="301">
                  <c:v>45765.686597222222</c:v>
                </c:pt>
                <c:pt idx="302">
                  <c:v>45765.686643518522</c:v>
                </c:pt>
                <c:pt idx="303">
                  <c:v>45765.686678240738</c:v>
                </c:pt>
                <c:pt idx="304">
                  <c:v>45765.686712962961</c:v>
                </c:pt>
                <c:pt idx="305">
                  <c:v>45765.686759259261</c:v>
                </c:pt>
                <c:pt idx="306">
                  <c:v>45765.686793981484</c:v>
                </c:pt>
                <c:pt idx="307">
                  <c:v>45765.686840277776</c:v>
                </c:pt>
                <c:pt idx="308">
                  <c:v>45765.686874999999</c:v>
                </c:pt>
                <c:pt idx="309">
                  <c:v>45765.686921296299</c:v>
                </c:pt>
                <c:pt idx="310">
                  <c:v>45765.686956018515</c:v>
                </c:pt>
                <c:pt idx="311">
                  <c:v>45765.686990740738</c:v>
                </c:pt>
                <c:pt idx="312">
                  <c:v>45765.687037037038</c:v>
                </c:pt>
                <c:pt idx="313">
                  <c:v>45765.687071759261</c:v>
                </c:pt>
                <c:pt idx="314">
                  <c:v>45765.687118055554</c:v>
                </c:pt>
                <c:pt idx="315">
                  <c:v>45765.687152777777</c:v>
                </c:pt>
                <c:pt idx="316">
                  <c:v>45765.687199074076</c:v>
                </c:pt>
                <c:pt idx="317">
                  <c:v>45765.6872337963</c:v>
                </c:pt>
                <c:pt idx="318">
                  <c:v>45765.687268518515</c:v>
                </c:pt>
                <c:pt idx="319">
                  <c:v>45765.687314814815</c:v>
                </c:pt>
                <c:pt idx="320">
                  <c:v>45765.687349537038</c:v>
                </c:pt>
                <c:pt idx="321">
                  <c:v>45765.687395833331</c:v>
                </c:pt>
                <c:pt idx="322">
                  <c:v>45765.687430555554</c:v>
                </c:pt>
                <c:pt idx="323">
                  <c:v>45765.687476851854</c:v>
                </c:pt>
                <c:pt idx="324">
                  <c:v>45765.687511574077</c:v>
                </c:pt>
                <c:pt idx="325">
                  <c:v>45765.6875462963</c:v>
                </c:pt>
                <c:pt idx="326">
                  <c:v>45765.687592592592</c:v>
                </c:pt>
                <c:pt idx="327">
                  <c:v>45765.687627314815</c:v>
                </c:pt>
                <c:pt idx="328">
                  <c:v>45765.687673611108</c:v>
                </c:pt>
                <c:pt idx="329">
                  <c:v>45765.687708333331</c:v>
                </c:pt>
                <c:pt idx="330">
                  <c:v>45765.687754629631</c:v>
                </c:pt>
                <c:pt idx="331">
                  <c:v>45765.687789351854</c:v>
                </c:pt>
                <c:pt idx="332">
                  <c:v>45765.687824074077</c:v>
                </c:pt>
                <c:pt idx="333">
                  <c:v>45765.68787037037</c:v>
                </c:pt>
                <c:pt idx="334">
                  <c:v>45765.687905092593</c:v>
                </c:pt>
                <c:pt idx="335">
                  <c:v>45765.687951388885</c:v>
                </c:pt>
                <c:pt idx="336">
                  <c:v>45765.687986111108</c:v>
                </c:pt>
                <c:pt idx="337">
                  <c:v>45765.688032407408</c:v>
                </c:pt>
                <c:pt idx="338">
                  <c:v>45765.688067129631</c:v>
                </c:pt>
                <c:pt idx="339">
                  <c:v>45765.688101851854</c:v>
                </c:pt>
                <c:pt idx="340">
                  <c:v>45765.688148148147</c:v>
                </c:pt>
                <c:pt idx="341">
                  <c:v>45765.68818287037</c:v>
                </c:pt>
                <c:pt idx="342">
                  <c:v>45765.68822916667</c:v>
                </c:pt>
                <c:pt idx="343">
                  <c:v>45765.688263888886</c:v>
                </c:pt>
                <c:pt idx="344">
                  <c:v>45765.688310185185</c:v>
                </c:pt>
                <c:pt idx="345">
                  <c:v>45765.688344907408</c:v>
                </c:pt>
                <c:pt idx="346">
                  <c:v>45765.688379629632</c:v>
                </c:pt>
                <c:pt idx="347">
                  <c:v>45765.688425925924</c:v>
                </c:pt>
                <c:pt idx="348">
                  <c:v>45765.688460648147</c:v>
                </c:pt>
                <c:pt idx="349">
                  <c:v>45765.688506944447</c:v>
                </c:pt>
                <c:pt idx="350">
                  <c:v>45765.68854166667</c:v>
                </c:pt>
                <c:pt idx="351">
                  <c:v>45765.688587962963</c:v>
                </c:pt>
                <c:pt idx="352">
                  <c:v>45765.688622685186</c:v>
                </c:pt>
                <c:pt idx="353">
                  <c:v>45765.688657407409</c:v>
                </c:pt>
                <c:pt idx="354">
                  <c:v>45765.688703703701</c:v>
                </c:pt>
                <c:pt idx="355">
                  <c:v>45765.688738425924</c:v>
                </c:pt>
                <c:pt idx="356">
                  <c:v>45765.688784722224</c:v>
                </c:pt>
                <c:pt idx="357">
                  <c:v>45765.688819444447</c:v>
                </c:pt>
                <c:pt idx="358">
                  <c:v>45765.68886574074</c:v>
                </c:pt>
                <c:pt idx="359">
                  <c:v>45765.688900462963</c:v>
                </c:pt>
                <c:pt idx="360">
                  <c:v>45765.688935185186</c:v>
                </c:pt>
                <c:pt idx="361">
                  <c:v>45765.688981481479</c:v>
                </c:pt>
                <c:pt idx="362">
                  <c:v>45765.689016203702</c:v>
                </c:pt>
                <c:pt idx="363">
                  <c:v>45765.689062500001</c:v>
                </c:pt>
                <c:pt idx="364">
                  <c:v>45765.689097222225</c:v>
                </c:pt>
                <c:pt idx="365">
                  <c:v>45765.689143518517</c:v>
                </c:pt>
                <c:pt idx="366">
                  <c:v>45765.68917824074</c:v>
                </c:pt>
                <c:pt idx="367">
                  <c:v>45765.689212962963</c:v>
                </c:pt>
                <c:pt idx="368">
                  <c:v>45765.689259259256</c:v>
                </c:pt>
                <c:pt idx="369">
                  <c:v>45765.689293981479</c:v>
                </c:pt>
                <c:pt idx="370">
                  <c:v>45765.689340277779</c:v>
                </c:pt>
                <c:pt idx="371">
                  <c:v>45765.689375000002</c:v>
                </c:pt>
                <c:pt idx="372">
                  <c:v>45765.689421296294</c:v>
                </c:pt>
                <c:pt idx="373">
                  <c:v>45765.689456018517</c:v>
                </c:pt>
                <c:pt idx="374">
                  <c:v>45765.68949074074</c:v>
                </c:pt>
                <c:pt idx="375">
                  <c:v>45765.68953703704</c:v>
                </c:pt>
                <c:pt idx="376">
                  <c:v>45765.689571759256</c:v>
                </c:pt>
                <c:pt idx="377">
                  <c:v>45765.689618055556</c:v>
                </c:pt>
                <c:pt idx="378">
                  <c:v>45765.689652777779</c:v>
                </c:pt>
                <c:pt idx="379">
                  <c:v>45765.689699074072</c:v>
                </c:pt>
                <c:pt idx="380">
                  <c:v>45765.689733796295</c:v>
                </c:pt>
                <c:pt idx="381">
                  <c:v>45765.689780092594</c:v>
                </c:pt>
                <c:pt idx="382">
                  <c:v>45765.689814814818</c:v>
                </c:pt>
                <c:pt idx="383">
                  <c:v>45765.689849537041</c:v>
                </c:pt>
                <c:pt idx="384">
                  <c:v>45765.689895833333</c:v>
                </c:pt>
                <c:pt idx="385">
                  <c:v>45765.689930555556</c:v>
                </c:pt>
                <c:pt idx="386">
                  <c:v>45765.689976851849</c:v>
                </c:pt>
                <c:pt idx="387">
                  <c:v>45765.690011574072</c:v>
                </c:pt>
                <c:pt idx="388">
                  <c:v>45765.690057870372</c:v>
                </c:pt>
                <c:pt idx="389">
                  <c:v>45765.690092592595</c:v>
                </c:pt>
                <c:pt idx="390">
                  <c:v>45765.690127314818</c:v>
                </c:pt>
                <c:pt idx="391">
                  <c:v>45765.69017361111</c:v>
                </c:pt>
                <c:pt idx="392">
                  <c:v>45765.690208333333</c:v>
                </c:pt>
                <c:pt idx="393">
                  <c:v>45765.690254629626</c:v>
                </c:pt>
                <c:pt idx="394">
                  <c:v>45765.690289351849</c:v>
                </c:pt>
                <c:pt idx="395">
                  <c:v>45765.690335648149</c:v>
                </c:pt>
                <c:pt idx="396">
                  <c:v>45765.690370370372</c:v>
                </c:pt>
                <c:pt idx="397">
                  <c:v>45765.690405092595</c:v>
                </c:pt>
                <c:pt idx="398">
                  <c:v>45765.690451388888</c:v>
                </c:pt>
                <c:pt idx="399">
                  <c:v>45765.690486111111</c:v>
                </c:pt>
                <c:pt idx="400">
                  <c:v>45765.690532407411</c:v>
                </c:pt>
                <c:pt idx="401">
                  <c:v>45765.690567129626</c:v>
                </c:pt>
                <c:pt idx="402">
                  <c:v>45765.690613425926</c:v>
                </c:pt>
                <c:pt idx="403">
                  <c:v>45765.690648148149</c:v>
                </c:pt>
                <c:pt idx="404">
                  <c:v>45765.690682870372</c:v>
                </c:pt>
                <c:pt idx="405">
                  <c:v>45765.690729166665</c:v>
                </c:pt>
                <c:pt idx="406">
                  <c:v>45765.690763888888</c:v>
                </c:pt>
                <c:pt idx="407">
                  <c:v>45765.690810185188</c:v>
                </c:pt>
                <c:pt idx="408">
                  <c:v>45765.690844907411</c:v>
                </c:pt>
                <c:pt idx="409">
                  <c:v>45765.690891203703</c:v>
                </c:pt>
                <c:pt idx="410">
                  <c:v>45765.690925925926</c:v>
                </c:pt>
                <c:pt idx="411">
                  <c:v>45765.690960648149</c:v>
                </c:pt>
                <c:pt idx="412">
                  <c:v>45765.691006944442</c:v>
                </c:pt>
                <c:pt idx="413">
                  <c:v>45765.691041666665</c:v>
                </c:pt>
                <c:pt idx="414">
                  <c:v>45765.691087962965</c:v>
                </c:pt>
                <c:pt idx="415">
                  <c:v>45765.691122685188</c:v>
                </c:pt>
                <c:pt idx="416">
                  <c:v>45765.691168981481</c:v>
                </c:pt>
                <c:pt idx="417">
                  <c:v>45765.691203703704</c:v>
                </c:pt>
                <c:pt idx="418">
                  <c:v>45765.691238425927</c:v>
                </c:pt>
                <c:pt idx="419">
                  <c:v>45765.691284722219</c:v>
                </c:pt>
                <c:pt idx="420">
                  <c:v>45765.691319444442</c:v>
                </c:pt>
                <c:pt idx="421">
                  <c:v>45765.691365740742</c:v>
                </c:pt>
                <c:pt idx="422">
                  <c:v>45765.691400462965</c:v>
                </c:pt>
                <c:pt idx="423">
                  <c:v>45765.691446759258</c:v>
                </c:pt>
                <c:pt idx="424">
                  <c:v>45765.691481481481</c:v>
                </c:pt>
                <c:pt idx="425">
                  <c:v>45765.691516203704</c:v>
                </c:pt>
                <c:pt idx="426">
                  <c:v>45765.691562499997</c:v>
                </c:pt>
                <c:pt idx="427">
                  <c:v>45765.69159722222</c:v>
                </c:pt>
                <c:pt idx="428">
                  <c:v>45765.691643518519</c:v>
                </c:pt>
                <c:pt idx="429">
                  <c:v>45765.691678240742</c:v>
                </c:pt>
                <c:pt idx="430">
                  <c:v>45765.691724537035</c:v>
                </c:pt>
                <c:pt idx="431">
                  <c:v>45765.691759259258</c:v>
                </c:pt>
                <c:pt idx="432">
                  <c:v>45765.691793981481</c:v>
                </c:pt>
                <c:pt idx="433">
                  <c:v>45765.691840277781</c:v>
                </c:pt>
                <c:pt idx="434">
                  <c:v>45765.691874999997</c:v>
                </c:pt>
                <c:pt idx="435">
                  <c:v>45765.691921296297</c:v>
                </c:pt>
                <c:pt idx="436">
                  <c:v>45765.69195601852</c:v>
                </c:pt>
                <c:pt idx="437">
                  <c:v>45765.692002314812</c:v>
                </c:pt>
                <c:pt idx="438">
                  <c:v>45765.692037037035</c:v>
                </c:pt>
                <c:pt idx="439">
                  <c:v>45765.692071759258</c:v>
                </c:pt>
                <c:pt idx="440">
                  <c:v>45765.692118055558</c:v>
                </c:pt>
                <c:pt idx="441">
                  <c:v>45765.692152777781</c:v>
                </c:pt>
                <c:pt idx="442">
                  <c:v>45765.692199074074</c:v>
                </c:pt>
                <c:pt idx="443">
                  <c:v>45765.692233796297</c:v>
                </c:pt>
                <c:pt idx="444">
                  <c:v>45765.692280092589</c:v>
                </c:pt>
                <c:pt idx="445">
                  <c:v>45765.692314814813</c:v>
                </c:pt>
                <c:pt idx="446">
                  <c:v>45765.692349537036</c:v>
                </c:pt>
                <c:pt idx="447">
                  <c:v>45765.692395833335</c:v>
                </c:pt>
                <c:pt idx="448">
                  <c:v>45765.692430555559</c:v>
                </c:pt>
                <c:pt idx="449">
                  <c:v>45765.692476851851</c:v>
                </c:pt>
                <c:pt idx="450">
                  <c:v>45765.692511574074</c:v>
                </c:pt>
                <c:pt idx="451">
                  <c:v>45765.692557870374</c:v>
                </c:pt>
                <c:pt idx="452">
                  <c:v>45765.69259259259</c:v>
                </c:pt>
                <c:pt idx="453">
                  <c:v>45765.692627314813</c:v>
                </c:pt>
                <c:pt idx="454">
                  <c:v>45765.692673611113</c:v>
                </c:pt>
                <c:pt idx="455">
                  <c:v>45765.692708333336</c:v>
                </c:pt>
                <c:pt idx="456">
                  <c:v>45765.692754629628</c:v>
                </c:pt>
                <c:pt idx="457">
                  <c:v>45765.692789351851</c:v>
                </c:pt>
                <c:pt idx="458">
                  <c:v>45765.692835648151</c:v>
                </c:pt>
                <c:pt idx="459">
                  <c:v>45765.692870370367</c:v>
                </c:pt>
                <c:pt idx="460">
                  <c:v>45765.69290509259</c:v>
                </c:pt>
                <c:pt idx="461">
                  <c:v>45765.69295138889</c:v>
                </c:pt>
                <c:pt idx="462">
                  <c:v>45765.692986111113</c:v>
                </c:pt>
                <c:pt idx="463">
                  <c:v>45765.693032407406</c:v>
                </c:pt>
                <c:pt idx="464">
                  <c:v>45765.693067129629</c:v>
                </c:pt>
                <c:pt idx="465">
                  <c:v>45765.693113425928</c:v>
                </c:pt>
                <c:pt idx="466">
                  <c:v>45765.693148148152</c:v>
                </c:pt>
                <c:pt idx="467">
                  <c:v>45765.693182870367</c:v>
                </c:pt>
                <c:pt idx="468">
                  <c:v>45765.693229166667</c:v>
                </c:pt>
                <c:pt idx="469">
                  <c:v>45765.69326388889</c:v>
                </c:pt>
                <c:pt idx="470">
                  <c:v>45765.693310185183</c:v>
                </c:pt>
                <c:pt idx="471">
                  <c:v>45765.693344907406</c:v>
                </c:pt>
                <c:pt idx="472">
                  <c:v>45765.693391203706</c:v>
                </c:pt>
                <c:pt idx="473">
                  <c:v>45765.693425925929</c:v>
                </c:pt>
                <c:pt idx="474">
                  <c:v>45765.693460648145</c:v>
                </c:pt>
                <c:pt idx="475">
                  <c:v>45765.693506944444</c:v>
                </c:pt>
                <c:pt idx="476">
                  <c:v>45765.693541666667</c:v>
                </c:pt>
                <c:pt idx="477">
                  <c:v>45765.69358796296</c:v>
                </c:pt>
                <c:pt idx="478">
                  <c:v>45765.693622685183</c:v>
                </c:pt>
                <c:pt idx="479">
                  <c:v>45765.693668981483</c:v>
                </c:pt>
                <c:pt idx="480">
                  <c:v>45765.693703703706</c:v>
                </c:pt>
                <c:pt idx="481">
                  <c:v>45765.693738425929</c:v>
                </c:pt>
                <c:pt idx="482">
                  <c:v>45765.693784722222</c:v>
                </c:pt>
                <c:pt idx="483">
                  <c:v>45765.693819444445</c:v>
                </c:pt>
                <c:pt idx="484">
                  <c:v>45765.693865740737</c:v>
                </c:pt>
                <c:pt idx="485">
                  <c:v>45765.69390046296</c:v>
                </c:pt>
                <c:pt idx="486">
                  <c:v>45765.69394675926</c:v>
                </c:pt>
                <c:pt idx="487">
                  <c:v>45765.693981481483</c:v>
                </c:pt>
                <c:pt idx="488">
                  <c:v>45765.694016203706</c:v>
                </c:pt>
                <c:pt idx="489">
                  <c:v>45765.694062499999</c:v>
                </c:pt>
                <c:pt idx="490">
                  <c:v>45765.694097222222</c:v>
                </c:pt>
                <c:pt idx="491">
                  <c:v>45765.694143518522</c:v>
                </c:pt>
                <c:pt idx="492">
                  <c:v>45765.694178240738</c:v>
                </c:pt>
                <c:pt idx="493">
                  <c:v>45765.694224537037</c:v>
                </c:pt>
                <c:pt idx="494">
                  <c:v>45765.69425925926</c:v>
                </c:pt>
                <c:pt idx="495">
                  <c:v>45765.694293981483</c:v>
                </c:pt>
                <c:pt idx="496">
                  <c:v>45765.694340277776</c:v>
                </c:pt>
                <c:pt idx="497">
                  <c:v>45765.694374999999</c:v>
                </c:pt>
                <c:pt idx="498">
                  <c:v>45765.694421296299</c:v>
                </c:pt>
                <c:pt idx="499">
                  <c:v>45765.694456018522</c:v>
                </c:pt>
                <c:pt idx="500">
                  <c:v>45765.694502314815</c:v>
                </c:pt>
                <c:pt idx="501">
                  <c:v>45765.694537037038</c:v>
                </c:pt>
                <c:pt idx="502">
                  <c:v>45765.694571759261</c:v>
                </c:pt>
                <c:pt idx="503">
                  <c:v>45765.694618055553</c:v>
                </c:pt>
                <c:pt idx="504">
                  <c:v>45765.694652777776</c:v>
                </c:pt>
                <c:pt idx="505">
                  <c:v>45765.694699074076</c:v>
                </c:pt>
                <c:pt idx="506">
                  <c:v>45765.694733796299</c:v>
                </c:pt>
                <c:pt idx="507">
                  <c:v>45765.694780092592</c:v>
                </c:pt>
                <c:pt idx="508">
                  <c:v>45765.694814814815</c:v>
                </c:pt>
                <c:pt idx="509">
                  <c:v>45765.694849537038</c:v>
                </c:pt>
                <c:pt idx="510">
                  <c:v>45765.694895833331</c:v>
                </c:pt>
                <c:pt idx="511">
                  <c:v>45765.694930555554</c:v>
                </c:pt>
                <c:pt idx="512">
                  <c:v>45765.694976851853</c:v>
                </c:pt>
                <c:pt idx="513">
                  <c:v>45765.695011574076</c:v>
                </c:pt>
                <c:pt idx="514">
                  <c:v>45765.695057870369</c:v>
                </c:pt>
                <c:pt idx="515">
                  <c:v>45765.695092592592</c:v>
                </c:pt>
                <c:pt idx="516">
                  <c:v>45765.695127314815</c:v>
                </c:pt>
                <c:pt idx="517">
                  <c:v>45765.695173611108</c:v>
                </c:pt>
                <c:pt idx="518">
                  <c:v>45765.695208333331</c:v>
                </c:pt>
                <c:pt idx="519">
                  <c:v>45765.695254629631</c:v>
                </c:pt>
                <c:pt idx="520">
                  <c:v>45765.695289351854</c:v>
                </c:pt>
                <c:pt idx="521">
                  <c:v>45765.695335648146</c:v>
                </c:pt>
                <c:pt idx="522">
                  <c:v>45765.695370370369</c:v>
                </c:pt>
                <c:pt idx="523">
                  <c:v>45765.695405092592</c:v>
                </c:pt>
                <c:pt idx="524">
                  <c:v>45765.695451388892</c:v>
                </c:pt>
                <c:pt idx="525">
                  <c:v>45765.695486111108</c:v>
                </c:pt>
                <c:pt idx="526">
                  <c:v>45765.695532407408</c:v>
                </c:pt>
                <c:pt idx="527">
                  <c:v>45765.695567129631</c:v>
                </c:pt>
                <c:pt idx="528">
                  <c:v>45765.695613425924</c:v>
                </c:pt>
                <c:pt idx="529">
                  <c:v>45765.695648148147</c:v>
                </c:pt>
                <c:pt idx="530">
                  <c:v>45765.69568287037</c:v>
                </c:pt>
                <c:pt idx="531">
                  <c:v>45765.695729166669</c:v>
                </c:pt>
                <c:pt idx="532">
                  <c:v>45765.695763888885</c:v>
                </c:pt>
                <c:pt idx="533">
                  <c:v>45765.695810185185</c:v>
                </c:pt>
                <c:pt idx="534">
                  <c:v>45765.695844907408</c:v>
                </c:pt>
                <c:pt idx="535">
                  <c:v>45765.695891203701</c:v>
                </c:pt>
                <c:pt idx="536">
                  <c:v>45765.695925925924</c:v>
                </c:pt>
                <c:pt idx="537">
                  <c:v>45765.695960648147</c:v>
                </c:pt>
                <c:pt idx="538">
                  <c:v>45765.696006944447</c:v>
                </c:pt>
                <c:pt idx="539">
                  <c:v>45765.69604166667</c:v>
                </c:pt>
                <c:pt idx="540">
                  <c:v>45765.696087962962</c:v>
                </c:pt>
                <c:pt idx="541">
                  <c:v>45765.696122685185</c:v>
                </c:pt>
                <c:pt idx="542">
                  <c:v>45765.696168981478</c:v>
                </c:pt>
                <c:pt idx="543">
                  <c:v>45765.696203703701</c:v>
                </c:pt>
                <c:pt idx="544">
                  <c:v>45765.696238425924</c:v>
                </c:pt>
                <c:pt idx="545">
                  <c:v>45765.696284722224</c:v>
                </c:pt>
                <c:pt idx="546">
                  <c:v>45765.696319444447</c:v>
                </c:pt>
                <c:pt idx="547">
                  <c:v>45765.69636574074</c:v>
                </c:pt>
                <c:pt idx="548">
                  <c:v>45765.696400462963</c:v>
                </c:pt>
                <c:pt idx="549">
                  <c:v>45765.696446759262</c:v>
                </c:pt>
                <c:pt idx="550">
                  <c:v>45765.696481481478</c:v>
                </c:pt>
                <c:pt idx="551">
                  <c:v>45765.696516203701</c:v>
                </c:pt>
                <c:pt idx="552">
                  <c:v>45765.696562500001</c:v>
                </c:pt>
                <c:pt idx="553">
                  <c:v>45765.696597222224</c:v>
                </c:pt>
                <c:pt idx="554">
                  <c:v>45765.696643518517</c:v>
                </c:pt>
                <c:pt idx="555">
                  <c:v>45765.69667824074</c:v>
                </c:pt>
                <c:pt idx="556">
                  <c:v>45765.69672453704</c:v>
                </c:pt>
                <c:pt idx="557">
                  <c:v>45765.696759259263</c:v>
                </c:pt>
                <c:pt idx="558">
                  <c:v>45765.696793981479</c:v>
                </c:pt>
                <c:pt idx="559">
                  <c:v>45765.696840277778</c:v>
                </c:pt>
                <c:pt idx="560">
                  <c:v>45765.696875000001</c:v>
                </c:pt>
                <c:pt idx="561">
                  <c:v>45765.696921296294</c:v>
                </c:pt>
                <c:pt idx="562">
                  <c:v>45765.696956018517</c:v>
                </c:pt>
                <c:pt idx="563">
                  <c:v>45765.697002314817</c:v>
                </c:pt>
                <c:pt idx="564">
                  <c:v>45765.69703703704</c:v>
                </c:pt>
                <c:pt idx="565">
                  <c:v>45765.697071759256</c:v>
                </c:pt>
                <c:pt idx="566">
                  <c:v>45765.697118055556</c:v>
                </c:pt>
                <c:pt idx="567">
                  <c:v>45765.697152777779</c:v>
                </c:pt>
                <c:pt idx="568">
                  <c:v>45765.697199074071</c:v>
                </c:pt>
                <c:pt idx="569">
                  <c:v>45765.697233796294</c:v>
                </c:pt>
                <c:pt idx="570">
                  <c:v>45765.697280092594</c:v>
                </c:pt>
                <c:pt idx="571">
                  <c:v>45765.697314814817</c:v>
                </c:pt>
                <c:pt idx="572">
                  <c:v>45765.69734953704</c:v>
                </c:pt>
                <c:pt idx="573">
                  <c:v>45765.697395833333</c:v>
                </c:pt>
                <c:pt idx="574">
                  <c:v>45765.697430555556</c:v>
                </c:pt>
                <c:pt idx="575">
                  <c:v>45765.697476851848</c:v>
                </c:pt>
                <c:pt idx="576">
                  <c:v>45765.697511574072</c:v>
                </c:pt>
                <c:pt idx="577">
                  <c:v>45765.697557870371</c:v>
                </c:pt>
                <c:pt idx="578">
                  <c:v>45765.697592592594</c:v>
                </c:pt>
                <c:pt idx="579">
                  <c:v>45765.697627314818</c:v>
                </c:pt>
                <c:pt idx="580">
                  <c:v>45765.69767361111</c:v>
                </c:pt>
                <c:pt idx="581">
                  <c:v>45765.697708333333</c:v>
                </c:pt>
                <c:pt idx="582">
                  <c:v>45765.697754629633</c:v>
                </c:pt>
                <c:pt idx="583">
                  <c:v>45765.697789351849</c:v>
                </c:pt>
                <c:pt idx="584">
                  <c:v>45765.697835648149</c:v>
                </c:pt>
                <c:pt idx="585">
                  <c:v>45765.697870370372</c:v>
                </c:pt>
                <c:pt idx="586">
                  <c:v>45765.697905092595</c:v>
                </c:pt>
                <c:pt idx="587">
                  <c:v>45765.697951388887</c:v>
                </c:pt>
                <c:pt idx="588">
                  <c:v>45765.69798611111</c:v>
                </c:pt>
                <c:pt idx="589">
                  <c:v>45765.69803240741</c:v>
                </c:pt>
                <c:pt idx="590">
                  <c:v>45765.698067129626</c:v>
                </c:pt>
                <c:pt idx="591">
                  <c:v>45765.698113425926</c:v>
                </c:pt>
                <c:pt idx="592">
                  <c:v>45765.698148148149</c:v>
                </c:pt>
                <c:pt idx="593">
                  <c:v>45765.698182870372</c:v>
                </c:pt>
                <c:pt idx="594">
                  <c:v>45765.698229166665</c:v>
                </c:pt>
                <c:pt idx="595">
                  <c:v>45765.698263888888</c:v>
                </c:pt>
                <c:pt idx="596">
                  <c:v>45765.698310185187</c:v>
                </c:pt>
                <c:pt idx="597">
                  <c:v>45765.698344907411</c:v>
                </c:pt>
                <c:pt idx="598">
                  <c:v>45765.698391203703</c:v>
                </c:pt>
                <c:pt idx="599">
                  <c:v>45765.698425925926</c:v>
                </c:pt>
                <c:pt idx="600">
                  <c:v>45765.698460648149</c:v>
                </c:pt>
                <c:pt idx="601">
                  <c:v>45765.698506944442</c:v>
                </c:pt>
                <c:pt idx="602">
                  <c:v>45765.698541666665</c:v>
                </c:pt>
                <c:pt idx="603">
                  <c:v>45765.698587962965</c:v>
                </c:pt>
                <c:pt idx="604">
                  <c:v>45765.698622685188</c:v>
                </c:pt>
                <c:pt idx="605">
                  <c:v>45765.69866898148</c:v>
                </c:pt>
                <c:pt idx="606">
                  <c:v>45765.698703703703</c:v>
                </c:pt>
                <c:pt idx="607">
                  <c:v>45765.698738425926</c:v>
                </c:pt>
                <c:pt idx="608">
                  <c:v>45765.698784722219</c:v>
                </c:pt>
                <c:pt idx="609">
                  <c:v>45765.698819444442</c:v>
                </c:pt>
                <c:pt idx="610">
                  <c:v>45765.698865740742</c:v>
                </c:pt>
                <c:pt idx="611">
                  <c:v>45765.698900462965</c:v>
                </c:pt>
                <c:pt idx="612">
                  <c:v>45765.698946759258</c:v>
                </c:pt>
                <c:pt idx="613">
                  <c:v>45765.698981481481</c:v>
                </c:pt>
                <c:pt idx="614">
                  <c:v>45765.699016203704</c:v>
                </c:pt>
                <c:pt idx="615">
                  <c:v>45765.699062500003</c:v>
                </c:pt>
                <c:pt idx="616">
                  <c:v>45765.699097222219</c:v>
                </c:pt>
                <c:pt idx="617">
                  <c:v>45765.699143518519</c:v>
                </c:pt>
                <c:pt idx="618">
                  <c:v>45765.699178240742</c:v>
                </c:pt>
                <c:pt idx="619">
                  <c:v>45765.699212962965</c:v>
                </c:pt>
                <c:pt idx="620">
                  <c:v>45765.699259259258</c:v>
                </c:pt>
                <c:pt idx="621">
                  <c:v>45765.699293981481</c:v>
                </c:pt>
                <c:pt idx="622">
                  <c:v>45765.699340277781</c:v>
                </c:pt>
                <c:pt idx="623">
                  <c:v>45765.699374999997</c:v>
                </c:pt>
                <c:pt idx="624">
                  <c:v>45765.699421296296</c:v>
                </c:pt>
                <c:pt idx="625">
                  <c:v>45765.699456018519</c:v>
                </c:pt>
                <c:pt idx="626">
                  <c:v>45765.699490740742</c:v>
                </c:pt>
                <c:pt idx="627">
                  <c:v>45765.699537037035</c:v>
                </c:pt>
                <c:pt idx="628">
                  <c:v>45765.699571759258</c:v>
                </c:pt>
                <c:pt idx="629">
                  <c:v>45765.699618055558</c:v>
                </c:pt>
                <c:pt idx="630">
                  <c:v>45765.699652777781</c:v>
                </c:pt>
                <c:pt idx="631">
                  <c:v>45765.699699074074</c:v>
                </c:pt>
                <c:pt idx="632">
                  <c:v>45765.699733796297</c:v>
                </c:pt>
                <c:pt idx="633">
                  <c:v>45765.699780092589</c:v>
                </c:pt>
                <c:pt idx="634">
                  <c:v>45765.699814814812</c:v>
                </c:pt>
                <c:pt idx="635">
                  <c:v>45765.699849537035</c:v>
                </c:pt>
                <c:pt idx="636">
                  <c:v>45765.699895833335</c:v>
                </c:pt>
                <c:pt idx="637">
                  <c:v>45765.699930555558</c:v>
                </c:pt>
                <c:pt idx="638">
                  <c:v>45765.699976851851</c:v>
                </c:pt>
                <c:pt idx="639">
                  <c:v>45765.700011574074</c:v>
                </c:pt>
                <c:pt idx="640">
                  <c:v>45765.700057870374</c:v>
                </c:pt>
                <c:pt idx="641">
                  <c:v>45765.700092592589</c:v>
                </c:pt>
                <c:pt idx="642">
                  <c:v>45765.700127314813</c:v>
                </c:pt>
                <c:pt idx="643">
                  <c:v>45765.700173611112</c:v>
                </c:pt>
                <c:pt idx="644">
                  <c:v>45765.700208333335</c:v>
                </c:pt>
                <c:pt idx="645">
                  <c:v>45765.700254629628</c:v>
                </c:pt>
                <c:pt idx="646">
                  <c:v>45765.700289351851</c:v>
                </c:pt>
                <c:pt idx="647">
                  <c:v>45765.700335648151</c:v>
                </c:pt>
                <c:pt idx="648">
                  <c:v>45765.700370370374</c:v>
                </c:pt>
                <c:pt idx="649">
                  <c:v>45765.70040509259</c:v>
                </c:pt>
                <c:pt idx="650">
                  <c:v>45765.70045138889</c:v>
                </c:pt>
                <c:pt idx="651">
                  <c:v>45765.700486111113</c:v>
                </c:pt>
                <c:pt idx="652">
                  <c:v>45765.700532407405</c:v>
                </c:pt>
                <c:pt idx="653">
                  <c:v>45765.700567129628</c:v>
                </c:pt>
                <c:pt idx="654">
                  <c:v>45765.700613425928</c:v>
                </c:pt>
                <c:pt idx="655">
                  <c:v>45765.700648148151</c:v>
                </c:pt>
                <c:pt idx="656">
                  <c:v>45765.700682870367</c:v>
                </c:pt>
                <c:pt idx="657">
                  <c:v>45765.700729166667</c:v>
                </c:pt>
                <c:pt idx="658">
                  <c:v>45765.70076388889</c:v>
                </c:pt>
                <c:pt idx="659">
                  <c:v>45765.700810185182</c:v>
                </c:pt>
                <c:pt idx="660">
                  <c:v>45765.700844907406</c:v>
                </c:pt>
                <c:pt idx="661">
                  <c:v>45765.700879629629</c:v>
                </c:pt>
                <c:pt idx="662">
                  <c:v>45765.700925925928</c:v>
                </c:pt>
                <c:pt idx="663">
                  <c:v>45765.700960648152</c:v>
                </c:pt>
                <c:pt idx="664">
                  <c:v>45765.701006944444</c:v>
                </c:pt>
                <c:pt idx="665">
                  <c:v>45765.701041666667</c:v>
                </c:pt>
                <c:pt idx="666">
                  <c:v>45765.70108796296</c:v>
                </c:pt>
                <c:pt idx="667">
                  <c:v>45765.701122685183</c:v>
                </c:pt>
                <c:pt idx="668">
                  <c:v>45765.701157407406</c:v>
                </c:pt>
                <c:pt idx="669">
                  <c:v>45765.701203703706</c:v>
                </c:pt>
                <c:pt idx="670">
                  <c:v>45765.701238425929</c:v>
                </c:pt>
                <c:pt idx="671">
                  <c:v>45765.701284722221</c:v>
                </c:pt>
                <c:pt idx="672">
                  <c:v>45765.701319444444</c:v>
                </c:pt>
                <c:pt idx="673">
                  <c:v>45765.701365740744</c:v>
                </c:pt>
                <c:pt idx="674">
                  <c:v>45765.70140046296</c:v>
                </c:pt>
                <c:pt idx="675">
                  <c:v>45765.701435185183</c:v>
                </c:pt>
                <c:pt idx="676">
                  <c:v>45765.701481481483</c:v>
                </c:pt>
                <c:pt idx="677">
                  <c:v>45765.701516203706</c:v>
                </c:pt>
                <c:pt idx="678">
                  <c:v>45765.701562499999</c:v>
                </c:pt>
                <c:pt idx="679">
                  <c:v>45765.701597222222</c:v>
                </c:pt>
                <c:pt idx="680">
                  <c:v>45765.701643518521</c:v>
                </c:pt>
                <c:pt idx="681">
                  <c:v>45765.701678240737</c:v>
                </c:pt>
                <c:pt idx="682">
                  <c:v>45765.70171296296</c:v>
                </c:pt>
                <c:pt idx="683">
                  <c:v>45765.70175925926</c:v>
                </c:pt>
                <c:pt idx="684">
                  <c:v>45765.701793981483</c:v>
                </c:pt>
                <c:pt idx="685">
                  <c:v>45765.701840277776</c:v>
                </c:pt>
                <c:pt idx="686">
                  <c:v>45765.701874999999</c:v>
                </c:pt>
                <c:pt idx="687">
                  <c:v>45765.701921296299</c:v>
                </c:pt>
                <c:pt idx="688">
                  <c:v>45765.701956018522</c:v>
                </c:pt>
                <c:pt idx="689">
                  <c:v>45765.701990740738</c:v>
                </c:pt>
                <c:pt idx="690">
                  <c:v>45765.702037037037</c:v>
                </c:pt>
                <c:pt idx="691">
                  <c:v>45765.70207175926</c:v>
                </c:pt>
                <c:pt idx="692">
                  <c:v>45765.702118055553</c:v>
                </c:pt>
                <c:pt idx="693">
                  <c:v>45765.702152777776</c:v>
                </c:pt>
                <c:pt idx="694">
                  <c:v>45765.702199074076</c:v>
                </c:pt>
                <c:pt idx="695">
                  <c:v>45765.702233796299</c:v>
                </c:pt>
                <c:pt idx="696">
                  <c:v>45765.702268518522</c:v>
                </c:pt>
                <c:pt idx="697">
                  <c:v>45765.702314814815</c:v>
                </c:pt>
                <c:pt idx="698">
                  <c:v>45765.702349537038</c:v>
                </c:pt>
                <c:pt idx="699">
                  <c:v>45765.70239583333</c:v>
                </c:pt>
                <c:pt idx="700">
                  <c:v>45765.702430555553</c:v>
                </c:pt>
                <c:pt idx="701">
                  <c:v>45765.702476851853</c:v>
                </c:pt>
                <c:pt idx="702">
                  <c:v>45765.702511574076</c:v>
                </c:pt>
                <c:pt idx="703">
                  <c:v>45765.702546296299</c:v>
                </c:pt>
                <c:pt idx="704">
                  <c:v>45765.702592592592</c:v>
                </c:pt>
                <c:pt idx="705">
                  <c:v>45765.702627314815</c:v>
                </c:pt>
                <c:pt idx="706">
                  <c:v>45765.702673611115</c:v>
                </c:pt>
                <c:pt idx="707">
                  <c:v>45765.702708333331</c:v>
                </c:pt>
                <c:pt idx="708">
                  <c:v>45765.70275462963</c:v>
                </c:pt>
                <c:pt idx="709">
                  <c:v>45765.702789351853</c:v>
                </c:pt>
                <c:pt idx="710">
                  <c:v>45765.702835648146</c:v>
                </c:pt>
                <c:pt idx="711">
                  <c:v>45765.702870370369</c:v>
                </c:pt>
                <c:pt idx="712">
                  <c:v>45765.702905092592</c:v>
                </c:pt>
                <c:pt idx="713">
                  <c:v>45765.702951388892</c:v>
                </c:pt>
                <c:pt idx="714">
                  <c:v>45765.702986111108</c:v>
                </c:pt>
                <c:pt idx="715">
                  <c:v>45765.703032407408</c:v>
                </c:pt>
                <c:pt idx="716">
                  <c:v>45765.703067129631</c:v>
                </c:pt>
                <c:pt idx="717">
                  <c:v>45765.703101851854</c:v>
                </c:pt>
                <c:pt idx="718">
                  <c:v>45765.703148148146</c:v>
                </c:pt>
                <c:pt idx="719">
                  <c:v>45765.703182870369</c:v>
                </c:pt>
                <c:pt idx="720">
                  <c:v>45765.703229166669</c:v>
                </c:pt>
                <c:pt idx="721">
                  <c:v>45765.703263888892</c:v>
                </c:pt>
                <c:pt idx="722">
                  <c:v>45765.703310185185</c:v>
                </c:pt>
                <c:pt idx="723">
                  <c:v>45765.703344907408</c:v>
                </c:pt>
                <c:pt idx="724">
                  <c:v>45765.703379629631</c:v>
                </c:pt>
                <c:pt idx="725">
                  <c:v>45765.703425925924</c:v>
                </c:pt>
                <c:pt idx="726">
                  <c:v>45765.703460648147</c:v>
                </c:pt>
                <c:pt idx="727">
                  <c:v>45765.703506944446</c:v>
                </c:pt>
                <c:pt idx="728">
                  <c:v>45765.703541666669</c:v>
                </c:pt>
                <c:pt idx="729">
                  <c:v>45765.703587962962</c:v>
                </c:pt>
                <c:pt idx="730">
                  <c:v>45765.703622685185</c:v>
                </c:pt>
                <c:pt idx="731">
                  <c:v>45765.703657407408</c:v>
                </c:pt>
                <c:pt idx="732">
                  <c:v>45765.703703703701</c:v>
                </c:pt>
                <c:pt idx="733">
                  <c:v>45765.703738425924</c:v>
                </c:pt>
                <c:pt idx="734">
                  <c:v>45765.703784722224</c:v>
                </c:pt>
                <c:pt idx="735">
                  <c:v>45765.703819444447</c:v>
                </c:pt>
                <c:pt idx="736">
                  <c:v>45765.703865740739</c:v>
                </c:pt>
                <c:pt idx="737">
                  <c:v>45765.703900462962</c:v>
                </c:pt>
                <c:pt idx="738">
                  <c:v>45765.703935185185</c:v>
                </c:pt>
                <c:pt idx="739">
                  <c:v>45765.703981481478</c:v>
                </c:pt>
                <c:pt idx="740">
                  <c:v>45765.704016203701</c:v>
                </c:pt>
                <c:pt idx="741">
                  <c:v>45765.704062500001</c:v>
                </c:pt>
                <c:pt idx="742">
                  <c:v>45765.704097222224</c:v>
                </c:pt>
                <c:pt idx="743">
                  <c:v>45765.704143518517</c:v>
                </c:pt>
                <c:pt idx="744">
                  <c:v>45765.70417824074</c:v>
                </c:pt>
                <c:pt idx="745">
                  <c:v>45765.704212962963</c:v>
                </c:pt>
                <c:pt idx="746">
                  <c:v>45765.704259259262</c:v>
                </c:pt>
                <c:pt idx="747">
                  <c:v>45765.704293981478</c:v>
                </c:pt>
                <c:pt idx="748">
                  <c:v>45765.704340277778</c:v>
                </c:pt>
                <c:pt idx="749">
                  <c:v>45765.704375000001</c:v>
                </c:pt>
                <c:pt idx="750">
                  <c:v>45765.704421296294</c:v>
                </c:pt>
                <c:pt idx="751">
                  <c:v>45765.704456018517</c:v>
                </c:pt>
                <c:pt idx="752">
                  <c:v>45765.70449074074</c:v>
                </c:pt>
                <c:pt idx="753">
                  <c:v>45765.70453703704</c:v>
                </c:pt>
                <c:pt idx="754">
                  <c:v>45765.704571759263</c:v>
                </c:pt>
                <c:pt idx="755">
                  <c:v>45765.704618055555</c:v>
                </c:pt>
                <c:pt idx="756">
                  <c:v>45765.704652777778</c:v>
                </c:pt>
                <c:pt idx="757">
                  <c:v>45765.704699074071</c:v>
                </c:pt>
                <c:pt idx="758">
                  <c:v>45765.704733796294</c:v>
                </c:pt>
                <c:pt idx="759">
                  <c:v>45765.704768518517</c:v>
                </c:pt>
                <c:pt idx="760">
                  <c:v>45765.704814814817</c:v>
                </c:pt>
                <c:pt idx="761">
                  <c:v>45765.70484953704</c:v>
                </c:pt>
                <c:pt idx="762">
                  <c:v>45765.704895833333</c:v>
                </c:pt>
                <c:pt idx="763">
                  <c:v>45765.704930555556</c:v>
                </c:pt>
                <c:pt idx="764">
                  <c:v>45765.704976851855</c:v>
                </c:pt>
                <c:pt idx="765">
                  <c:v>45765.705011574071</c:v>
                </c:pt>
                <c:pt idx="766">
                  <c:v>45765.705046296294</c:v>
                </c:pt>
                <c:pt idx="767">
                  <c:v>45765.705092592594</c:v>
                </c:pt>
                <c:pt idx="768">
                  <c:v>45765.705127314817</c:v>
                </c:pt>
                <c:pt idx="769">
                  <c:v>45765.70517361111</c:v>
                </c:pt>
                <c:pt idx="770">
                  <c:v>45765.705208333333</c:v>
                </c:pt>
                <c:pt idx="771">
                  <c:v>45765.705254629633</c:v>
                </c:pt>
                <c:pt idx="772">
                  <c:v>45765.705289351848</c:v>
                </c:pt>
                <c:pt idx="773">
                  <c:v>45765.705335648148</c:v>
                </c:pt>
                <c:pt idx="774">
                  <c:v>45765.705370370371</c:v>
                </c:pt>
                <c:pt idx="775">
                  <c:v>45765.705405092594</c:v>
                </c:pt>
                <c:pt idx="776">
                  <c:v>45765.705451388887</c:v>
                </c:pt>
                <c:pt idx="777">
                  <c:v>45765.70548611111</c:v>
                </c:pt>
                <c:pt idx="778">
                  <c:v>45765.70553240741</c:v>
                </c:pt>
                <c:pt idx="779">
                  <c:v>45765.705567129633</c:v>
                </c:pt>
                <c:pt idx="780">
                  <c:v>45765.705613425926</c:v>
                </c:pt>
                <c:pt idx="781">
                  <c:v>45765.705648148149</c:v>
                </c:pt>
                <c:pt idx="782">
                  <c:v>45765.705682870372</c:v>
                </c:pt>
                <c:pt idx="783">
                  <c:v>45765.705729166664</c:v>
                </c:pt>
                <c:pt idx="784">
                  <c:v>45765.705763888887</c:v>
                </c:pt>
                <c:pt idx="785">
                  <c:v>45765.705810185187</c:v>
                </c:pt>
                <c:pt idx="786">
                  <c:v>45765.70584490741</c:v>
                </c:pt>
                <c:pt idx="787">
                  <c:v>45765.705891203703</c:v>
                </c:pt>
                <c:pt idx="788">
                  <c:v>45765.705925925926</c:v>
                </c:pt>
                <c:pt idx="789">
                  <c:v>45765.705960648149</c:v>
                </c:pt>
                <c:pt idx="790">
                  <c:v>45765.706006944441</c:v>
                </c:pt>
                <c:pt idx="791">
                  <c:v>45765.706041666665</c:v>
                </c:pt>
                <c:pt idx="792">
                  <c:v>45765.706087962964</c:v>
                </c:pt>
                <c:pt idx="793">
                  <c:v>45765.706122685187</c:v>
                </c:pt>
                <c:pt idx="794">
                  <c:v>45765.70616898148</c:v>
                </c:pt>
                <c:pt idx="795">
                  <c:v>45765.706203703703</c:v>
                </c:pt>
                <c:pt idx="796">
                  <c:v>45765.706238425926</c:v>
                </c:pt>
                <c:pt idx="797">
                  <c:v>45765.706284722219</c:v>
                </c:pt>
                <c:pt idx="798">
                  <c:v>45765.706319444442</c:v>
                </c:pt>
                <c:pt idx="799">
                  <c:v>45765.706365740742</c:v>
                </c:pt>
                <c:pt idx="800">
                  <c:v>45765.706400462965</c:v>
                </c:pt>
                <c:pt idx="801">
                  <c:v>45765.706446759257</c:v>
                </c:pt>
                <c:pt idx="802">
                  <c:v>45765.70648148148</c:v>
                </c:pt>
                <c:pt idx="803">
                  <c:v>45765.706516203703</c:v>
                </c:pt>
                <c:pt idx="804">
                  <c:v>45765.706562500003</c:v>
                </c:pt>
                <c:pt idx="805">
                  <c:v>45765.706597222219</c:v>
                </c:pt>
                <c:pt idx="806">
                  <c:v>45765.706643518519</c:v>
                </c:pt>
                <c:pt idx="807">
                  <c:v>45765.706678240742</c:v>
                </c:pt>
                <c:pt idx="808">
                  <c:v>45765.706724537034</c:v>
                </c:pt>
                <c:pt idx="809">
                  <c:v>45765.706759259258</c:v>
                </c:pt>
                <c:pt idx="810">
                  <c:v>45765.706793981481</c:v>
                </c:pt>
                <c:pt idx="811">
                  <c:v>45765.70684027778</c:v>
                </c:pt>
                <c:pt idx="812">
                  <c:v>45765.706875000003</c:v>
                </c:pt>
                <c:pt idx="813">
                  <c:v>45765.706921296296</c:v>
                </c:pt>
                <c:pt idx="814">
                  <c:v>45765.706956018519</c:v>
                </c:pt>
                <c:pt idx="815">
                  <c:v>45765.707002314812</c:v>
                </c:pt>
                <c:pt idx="816">
                  <c:v>45765.707037037035</c:v>
                </c:pt>
                <c:pt idx="817">
                  <c:v>45765.707071759258</c:v>
                </c:pt>
                <c:pt idx="818">
                  <c:v>45765.707118055558</c:v>
                </c:pt>
                <c:pt idx="819">
                  <c:v>45765.707152777781</c:v>
                </c:pt>
                <c:pt idx="820">
                  <c:v>45765.707199074073</c:v>
                </c:pt>
                <c:pt idx="821">
                  <c:v>45765.707233796296</c:v>
                </c:pt>
                <c:pt idx="822">
                  <c:v>45765.707280092596</c:v>
                </c:pt>
                <c:pt idx="823">
                  <c:v>45765.707314814812</c:v>
                </c:pt>
                <c:pt idx="824">
                  <c:v>45765.707349537035</c:v>
                </c:pt>
                <c:pt idx="825">
                  <c:v>45765.707395833335</c:v>
                </c:pt>
                <c:pt idx="826">
                  <c:v>45765.707430555558</c:v>
                </c:pt>
                <c:pt idx="827">
                  <c:v>45765.707476851851</c:v>
                </c:pt>
                <c:pt idx="828">
                  <c:v>45765.707511574074</c:v>
                </c:pt>
                <c:pt idx="829">
                  <c:v>45765.707557870373</c:v>
                </c:pt>
                <c:pt idx="830">
                  <c:v>45765.707592592589</c:v>
                </c:pt>
                <c:pt idx="831">
                  <c:v>45765.707627314812</c:v>
                </c:pt>
                <c:pt idx="832">
                  <c:v>45765.707673611112</c:v>
                </c:pt>
                <c:pt idx="833">
                  <c:v>45765.707708333335</c:v>
                </c:pt>
                <c:pt idx="834">
                  <c:v>45765.707754629628</c:v>
                </c:pt>
              </c:numCache>
            </c:numRef>
          </c:cat>
          <c:val>
            <c:numRef>
              <c:f>'Box3@2025_04_18_1611'!$B$2:$B$836</c:f>
              <c:numCache>
                <c:formatCode>General</c:formatCode>
                <c:ptCount val="835"/>
                <c:pt idx="0">
                  <c:v>41.75</c:v>
                </c:pt>
                <c:pt idx="1">
                  <c:v>42.75</c:v>
                </c:pt>
                <c:pt idx="2">
                  <c:v>43.25</c:v>
                </c:pt>
                <c:pt idx="3">
                  <c:v>41.5</c:v>
                </c:pt>
                <c:pt idx="4">
                  <c:v>39.25</c:v>
                </c:pt>
                <c:pt idx="5">
                  <c:v>37.75</c:v>
                </c:pt>
                <c:pt idx="6">
                  <c:v>36.25</c:v>
                </c:pt>
                <c:pt idx="7">
                  <c:v>35.25</c:v>
                </c:pt>
                <c:pt idx="8">
                  <c:v>34</c:v>
                </c:pt>
                <c:pt idx="9">
                  <c:v>31.5</c:v>
                </c:pt>
                <c:pt idx="10">
                  <c:v>30.5</c:v>
                </c:pt>
                <c:pt idx="11">
                  <c:v>30</c:v>
                </c:pt>
                <c:pt idx="12">
                  <c:v>29.75</c:v>
                </c:pt>
                <c:pt idx="13">
                  <c:v>30.25</c:v>
                </c:pt>
                <c:pt idx="14">
                  <c:v>30.75</c:v>
                </c:pt>
                <c:pt idx="15">
                  <c:v>31</c:v>
                </c:pt>
                <c:pt idx="16">
                  <c:v>31.5</c:v>
                </c:pt>
                <c:pt idx="17">
                  <c:v>32</c:v>
                </c:pt>
                <c:pt idx="18">
                  <c:v>32</c:v>
                </c:pt>
                <c:pt idx="19">
                  <c:v>32</c:v>
                </c:pt>
                <c:pt idx="20">
                  <c:v>32</c:v>
                </c:pt>
                <c:pt idx="21">
                  <c:v>31.75</c:v>
                </c:pt>
                <c:pt idx="22">
                  <c:v>31.5</c:v>
                </c:pt>
                <c:pt idx="23">
                  <c:v>31.25</c:v>
                </c:pt>
                <c:pt idx="24">
                  <c:v>31</c:v>
                </c:pt>
                <c:pt idx="25">
                  <c:v>31</c:v>
                </c:pt>
                <c:pt idx="26">
                  <c:v>31</c:v>
                </c:pt>
                <c:pt idx="27">
                  <c:v>31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26.25</c:v>
                </c:pt>
                <c:pt idx="41">
                  <c:v>26.75</c:v>
                </c:pt>
                <c:pt idx="42">
                  <c:v>27.5</c:v>
                </c:pt>
                <c:pt idx="43">
                  <c:v>27.75</c:v>
                </c:pt>
                <c:pt idx="44">
                  <c:v>28</c:v>
                </c:pt>
                <c:pt idx="45">
                  <c:v>27.75</c:v>
                </c:pt>
                <c:pt idx="46">
                  <c:v>27.25</c:v>
                </c:pt>
                <c:pt idx="47">
                  <c:v>27</c:v>
                </c:pt>
                <c:pt idx="48">
                  <c:v>26.75</c:v>
                </c:pt>
                <c:pt idx="49">
                  <c:v>26.5</c:v>
                </c:pt>
                <c:pt idx="50">
                  <c:v>26.25</c:v>
                </c:pt>
                <c:pt idx="51">
                  <c:v>26</c:v>
                </c:pt>
                <c:pt idx="52">
                  <c:v>25.75</c:v>
                </c:pt>
                <c:pt idx="53">
                  <c:v>25</c:v>
                </c:pt>
                <c:pt idx="54">
                  <c:v>24.75</c:v>
                </c:pt>
                <c:pt idx="55">
                  <c:v>24.25</c:v>
                </c:pt>
                <c:pt idx="56">
                  <c:v>23.75</c:v>
                </c:pt>
                <c:pt idx="57">
                  <c:v>23.25</c:v>
                </c:pt>
                <c:pt idx="58">
                  <c:v>22.5</c:v>
                </c:pt>
                <c:pt idx="59">
                  <c:v>21.5</c:v>
                </c:pt>
                <c:pt idx="60">
                  <c:v>20.75</c:v>
                </c:pt>
                <c:pt idx="61">
                  <c:v>19.5</c:v>
                </c:pt>
                <c:pt idx="62">
                  <c:v>19.25</c:v>
                </c:pt>
                <c:pt idx="63">
                  <c:v>19.25</c:v>
                </c:pt>
                <c:pt idx="64">
                  <c:v>19.25</c:v>
                </c:pt>
                <c:pt idx="65">
                  <c:v>19</c:v>
                </c:pt>
                <c:pt idx="66">
                  <c:v>19</c:v>
                </c:pt>
                <c:pt idx="67">
                  <c:v>18.75</c:v>
                </c:pt>
                <c:pt idx="68">
                  <c:v>18.5</c:v>
                </c:pt>
                <c:pt idx="69">
                  <c:v>18.25</c:v>
                </c:pt>
                <c:pt idx="70">
                  <c:v>18</c:v>
                </c:pt>
                <c:pt idx="71">
                  <c:v>17.75</c:v>
                </c:pt>
                <c:pt idx="72">
                  <c:v>17.5</c:v>
                </c:pt>
                <c:pt idx="73">
                  <c:v>17.25</c:v>
                </c:pt>
                <c:pt idx="74">
                  <c:v>17</c:v>
                </c:pt>
                <c:pt idx="75">
                  <c:v>16.75</c:v>
                </c:pt>
                <c:pt idx="76">
                  <c:v>16.5</c:v>
                </c:pt>
                <c:pt idx="77">
                  <c:v>16</c:v>
                </c:pt>
                <c:pt idx="78">
                  <c:v>15.75</c:v>
                </c:pt>
                <c:pt idx="79">
                  <c:v>15.5</c:v>
                </c:pt>
                <c:pt idx="80">
                  <c:v>15.25</c:v>
                </c:pt>
                <c:pt idx="81">
                  <c:v>15</c:v>
                </c:pt>
                <c:pt idx="82">
                  <c:v>14.75</c:v>
                </c:pt>
                <c:pt idx="83">
                  <c:v>14.5</c:v>
                </c:pt>
                <c:pt idx="84">
                  <c:v>14.25</c:v>
                </c:pt>
                <c:pt idx="85">
                  <c:v>13.75</c:v>
                </c:pt>
                <c:pt idx="86">
                  <c:v>13.5</c:v>
                </c:pt>
                <c:pt idx="87">
                  <c:v>13.25</c:v>
                </c:pt>
                <c:pt idx="88">
                  <c:v>13</c:v>
                </c:pt>
                <c:pt idx="89">
                  <c:v>12.5</c:v>
                </c:pt>
                <c:pt idx="90">
                  <c:v>12.25</c:v>
                </c:pt>
                <c:pt idx="91">
                  <c:v>11.5</c:v>
                </c:pt>
                <c:pt idx="92">
                  <c:v>11</c:v>
                </c:pt>
                <c:pt idx="93">
                  <c:v>10.25</c:v>
                </c:pt>
                <c:pt idx="94">
                  <c:v>10</c:v>
                </c:pt>
                <c:pt idx="95">
                  <c:v>9.75</c:v>
                </c:pt>
                <c:pt idx="96">
                  <c:v>9.25</c:v>
                </c:pt>
                <c:pt idx="97">
                  <c:v>9</c:v>
                </c:pt>
                <c:pt idx="98">
                  <c:v>8.75</c:v>
                </c:pt>
                <c:pt idx="99">
                  <c:v>8.5</c:v>
                </c:pt>
                <c:pt idx="100">
                  <c:v>8.75</c:v>
                </c:pt>
                <c:pt idx="101">
                  <c:v>9.25</c:v>
                </c:pt>
                <c:pt idx="102">
                  <c:v>9.5</c:v>
                </c:pt>
                <c:pt idx="103">
                  <c:v>9.5</c:v>
                </c:pt>
                <c:pt idx="104">
                  <c:v>9.5</c:v>
                </c:pt>
                <c:pt idx="105">
                  <c:v>9.75</c:v>
                </c:pt>
                <c:pt idx="106">
                  <c:v>9.75</c:v>
                </c:pt>
                <c:pt idx="107">
                  <c:v>9.75</c:v>
                </c:pt>
                <c:pt idx="108">
                  <c:v>9.5</c:v>
                </c:pt>
                <c:pt idx="109">
                  <c:v>9.5</c:v>
                </c:pt>
                <c:pt idx="110">
                  <c:v>9.5</c:v>
                </c:pt>
                <c:pt idx="111">
                  <c:v>9.5</c:v>
                </c:pt>
                <c:pt idx="112">
                  <c:v>9.25</c:v>
                </c:pt>
                <c:pt idx="113">
                  <c:v>9.25</c:v>
                </c:pt>
                <c:pt idx="114">
                  <c:v>9</c:v>
                </c:pt>
                <c:pt idx="115">
                  <c:v>9</c:v>
                </c:pt>
                <c:pt idx="116">
                  <c:v>8.75</c:v>
                </c:pt>
                <c:pt idx="117">
                  <c:v>8.5</c:v>
                </c:pt>
                <c:pt idx="118">
                  <c:v>8.5</c:v>
                </c:pt>
                <c:pt idx="119">
                  <c:v>8.25</c:v>
                </c:pt>
                <c:pt idx="120">
                  <c:v>8.25</c:v>
                </c:pt>
                <c:pt idx="121">
                  <c:v>8.25</c:v>
                </c:pt>
                <c:pt idx="122">
                  <c:v>8</c:v>
                </c:pt>
                <c:pt idx="123">
                  <c:v>8</c:v>
                </c:pt>
                <c:pt idx="124">
                  <c:v>7.75</c:v>
                </c:pt>
                <c:pt idx="125">
                  <c:v>7.5</c:v>
                </c:pt>
                <c:pt idx="126">
                  <c:v>7</c:v>
                </c:pt>
                <c:pt idx="127">
                  <c:v>6.75</c:v>
                </c:pt>
                <c:pt idx="128">
                  <c:v>6.25</c:v>
                </c:pt>
                <c:pt idx="129">
                  <c:v>6</c:v>
                </c:pt>
                <c:pt idx="130">
                  <c:v>5.5</c:v>
                </c:pt>
                <c:pt idx="131">
                  <c:v>5.25</c:v>
                </c:pt>
                <c:pt idx="132">
                  <c:v>4.75</c:v>
                </c:pt>
                <c:pt idx="133">
                  <c:v>4.5</c:v>
                </c:pt>
                <c:pt idx="134">
                  <c:v>4.25</c:v>
                </c:pt>
                <c:pt idx="135">
                  <c:v>4.25</c:v>
                </c:pt>
                <c:pt idx="136">
                  <c:v>4</c:v>
                </c:pt>
                <c:pt idx="137">
                  <c:v>4</c:v>
                </c:pt>
                <c:pt idx="138">
                  <c:v>4.5</c:v>
                </c:pt>
                <c:pt idx="139">
                  <c:v>4.75</c:v>
                </c:pt>
                <c:pt idx="140">
                  <c:v>5.25</c:v>
                </c:pt>
                <c:pt idx="141">
                  <c:v>5.5</c:v>
                </c:pt>
                <c:pt idx="142">
                  <c:v>5.5</c:v>
                </c:pt>
                <c:pt idx="143">
                  <c:v>5.75</c:v>
                </c:pt>
                <c:pt idx="144">
                  <c:v>5.75</c:v>
                </c:pt>
                <c:pt idx="145">
                  <c:v>5.75</c:v>
                </c:pt>
                <c:pt idx="146">
                  <c:v>5.75</c:v>
                </c:pt>
                <c:pt idx="147">
                  <c:v>5.75</c:v>
                </c:pt>
                <c:pt idx="148">
                  <c:v>5.75</c:v>
                </c:pt>
                <c:pt idx="149">
                  <c:v>5.75</c:v>
                </c:pt>
                <c:pt idx="150">
                  <c:v>5.5</c:v>
                </c:pt>
                <c:pt idx="151">
                  <c:v>5.5</c:v>
                </c:pt>
                <c:pt idx="152">
                  <c:v>5.5</c:v>
                </c:pt>
                <c:pt idx="153">
                  <c:v>5.5</c:v>
                </c:pt>
                <c:pt idx="154">
                  <c:v>5.25</c:v>
                </c:pt>
                <c:pt idx="155">
                  <c:v>5.25</c:v>
                </c:pt>
                <c:pt idx="156">
                  <c:v>5.25</c:v>
                </c:pt>
                <c:pt idx="157">
                  <c:v>5</c:v>
                </c:pt>
                <c:pt idx="158">
                  <c:v>5</c:v>
                </c:pt>
                <c:pt idx="159">
                  <c:v>5</c:v>
                </c:pt>
                <c:pt idx="160">
                  <c:v>5</c:v>
                </c:pt>
                <c:pt idx="161">
                  <c:v>4.75</c:v>
                </c:pt>
                <c:pt idx="162">
                  <c:v>4.75</c:v>
                </c:pt>
                <c:pt idx="163">
                  <c:v>4.5</c:v>
                </c:pt>
                <c:pt idx="164">
                  <c:v>4</c:v>
                </c:pt>
                <c:pt idx="165">
                  <c:v>3.75</c:v>
                </c:pt>
                <c:pt idx="166">
                  <c:v>3.5</c:v>
                </c:pt>
                <c:pt idx="167">
                  <c:v>3.5</c:v>
                </c:pt>
                <c:pt idx="168">
                  <c:v>3.25</c:v>
                </c:pt>
                <c:pt idx="169">
                  <c:v>3</c:v>
                </c:pt>
                <c:pt idx="170">
                  <c:v>2.75</c:v>
                </c:pt>
                <c:pt idx="171">
                  <c:v>2.75</c:v>
                </c:pt>
                <c:pt idx="172">
                  <c:v>2.25</c:v>
                </c:pt>
                <c:pt idx="173">
                  <c:v>2.25</c:v>
                </c:pt>
                <c:pt idx="174">
                  <c:v>2.25</c:v>
                </c:pt>
                <c:pt idx="175">
                  <c:v>2.75</c:v>
                </c:pt>
                <c:pt idx="176">
                  <c:v>3</c:v>
                </c:pt>
                <c:pt idx="177">
                  <c:v>3.25</c:v>
                </c:pt>
                <c:pt idx="178">
                  <c:v>3.5</c:v>
                </c:pt>
                <c:pt idx="179">
                  <c:v>3.75</c:v>
                </c:pt>
                <c:pt idx="180">
                  <c:v>4</c:v>
                </c:pt>
                <c:pt idx="181">
                  <c:v>4</c:v>
                </c:pt>
                <c:pt idx="182">
                  <c:v>4</c:v>
                </c:pt>
                <c:pt idx="183">
                  <c:v>4</c:v>
                </c:pt>
                <c:pt idx="184">
                  <c:v>4</c:v>
                </c:pt>
                <c:pt idx="185">
                  <c:v>4</c:v>
                </c:pt>
                <c:pt idx="186">
                  <c:v>4</c:v>
                </c:pt>
                <c:pt idx="187">
                  <c:v>4</c:v>
                </c:pt>
                <c:pt idx="188">
                  <c:v>4</c:v>
                </c:pt>
                <c:pt idx="189">
                  <c:v>4</c:v>
                </c:pt>
                <c:pt idx="190">
                  <c:v>3.75</c:v>
                </c:pt>
                <c:pt idx="191">
                  <c:v>3.75</c:v>
                </c:pt>
                <c:pt idx="192">
                  <c:v>3.75</c:v>
                </c:pt>
                <c:pt idx="193">
                  <c:v>3.75</c:v>
                </c:pt>
                <c:pt idx="194">
                  <c:v>3.75</c:v>
                </c:pt>
                <c:pt idx="195">
                  <c:v>3.5</c:v>
                </c:pt>
                <c:pt idx="196">
                  <c:v>3.5</c:v>
                </c:pt>
                <c:pt idx="197">
                  <c:v>3.5</c:v>
                </c:pt>
                <c:pt idx="198">
                  <c:v>3.25</c:v>
                </c:pt>
                <c:pt idx="199">
                  <c:v>3.25</c:v>
                </c:pt>
                <c:pt idx="200">
                  <c:v>3</c:v>
                </c:pt>
                <c:pt idx="201">
                  <c:v>2.75</c:v>
                </c:pt>
                <c:pt idx="202">
                  <c:v>2.5</c:v>
                </c:pt>
                <c:pt idx="203">
                  <c:v>2.25</c:v>
                </c:pt>
                <c:pt idx="204">
                  <c:v>1.5</c:v>
                </c:pt>
                <c:pt idx="205">
                  <c:v>1.25</c:v>
                </c:pt>
                <c:pt idx="206">
                  <c:v>1</c:v>
                </c:pt>
                <c:pt idx="207">
                  <c:v>1</c:v>
                </c:pt>
                <c:pt idx="208">
                  <c:v>0.75</c:v>
                </c:pt>
                <c:pt idx="209">
                  <c:v>0.5</c:v>
                </c:pt>
                <c:pt idx="210">
                  <c:v>0.5</c:v>
                </c:pt>
                <c:pt idx="211">
                  <c:v>0.25</c:v>
                </c:pt>
                <c:pt idx="212">
                  <c:v>0.5</c:v>
                </c:pt>
                <c:pt idx="213">
                  <c:v>1</c:v>
                </c:pt>
                <c:pt idx="214">
                  <c:v>1.25</c:v>
                </c:pt>
                <c:pt idx="215">
                  <c:v>1.5</c:v>
                </c:pt>
                <c:pt idx="216">
                  <c:v>1.75</c:v>
                </c:pt>
                <c:pt idx="217">
                  <c:v>2</c:v>
                </c:pt>
                <c:pt idx="218">
                  <c:v>2</c:v>
                </c:pt>
                <c:pt idx="219">
                  <c:v>2.25</c:v>
                </c:pt>
                <c:pt idx="220">
                  <c:v>2.25</c:v>
                </c:pt>
                <c:pt idx="221">
                  <c:v>2.5</c:v>
                </c:pt>
                <c:pt idx="222">
                  <c:v>2.5</c:v>
                </c:pt>
                <c:pt idx="223">
                  <c:v>2.5</c:v>
                </c:pt>
                <c:pt idx="224">
                  <c:v>2.5</c:v>
                </c:pt>
                <c:pt idx="225">
                  <c:v>2.5</c:v>
                </c:pt>
                <c:pt idx="226">
                  <c:v>2.5</c:v>
                </c:pt>
                <c:pt idx="227">
                  <c:v>2.5</c:v>
                </c:pt>
                <c:pt idx="228">
                  <c:v>2.25</c:v>
                </c:pt>
                <c:pt idx="229">
                  <c:v>2.25</c:v>
                </c:pt>
                <c:pt idx="230">
                  <c:v>2.25</c:v>
                </c:pt>
                <c:pt idx="231">
                  <c:v>2.25</c:v>
                </c:pt>
                <c:pt idx="232">
                  <c:v>2.25</c:v>
                </c:pt>
                <c:pt idx="233">
                  <c:v>2.25</c:v>
                </c:pt>
                <c:pt idx="234">
                  <c:v>2.25</c:v>
                </c:pt>
                <c:pt idx="235">
                  <c:v>2</c:v>
                </c:pt>
                <c:pt idx="236">
                  <c:v>2</c:v>
                </c:pt>
                <c:pt idx="237">
                  <c:v>1.75</c:v>
                </c:pt>
                <c:pt idx="238">
                  <c:v>1.75</c:v>
                </c:pt>
                <c:pt idx="239">
                  <c:v>1.5</c:v>
                </c:pt>
                <c:pt idx="240">
                  <c:v>1.25</c:v>
                </c:pt>
                <c:pt idx="241">
                  <c:v>0.75</c:v>
                </c:pt>
                <c:pt idx="242">
                  <c:v>0.5</c:v>
                </c:pt>
                <c:pt idx="243">
                  <c:v>0.25</c:v>
                </c:pt>
                <c:pt idx="244">
                  <c:v>-0.25</c:v>
                </c:pt>
                <c:pt idx="245">
                  <c:v>-0.25</c:v>
                </c:pt>
                <c:pt idx="246">
                  <c:v>-0.5</c:v>
                </c:pt>
                <c:pt idx="247">
                  <c:v>-0.75</c:v>
                </c:pt>
                <c:pt idx="248">
                  <c:v>-0.75</c:v>
                </c:pt>
                <c:pt idx="249">
                  <c:v>-0.75</c:v>
                </c:pt>
                <c:pt idx="250">
                  <c:v>-0.5</c:v>
                </c:pt>
                <c:pt idx="251">
                  <c:v>0</c:v>
                </c:pt>
                <c:pt idx="252">
                  <c:v>0.5</c:v>
                </c:pt>
                <c:pt idx="253">
                  <c:v>0.75</c:v>
                </c:pt>
                <c:pt idx="254">
                  <c:v>1</c:v>
                </c:pt>
                <c:pt idx="255">
                  <c:v>1.25</c:v>
                </c:pt>
                <c:pt idx="256">
                  <c:v>1.25</c:v>
                </c:pt>
                <c:pt idx="257">
                  <c:v>1.5</c:v>
                </c:pt>
                <c:pt idx="258">
                  <c:v>1.5</c:v>
                </c:pt>
                <c:pt idx="259">
                  <c:v>1.5</c:v>
                </c:pt>
                <c:pt idx="260">
                  <c:v>1.75</c:v>
                </c:pt>
                <c:pt idx="261">
                  <c:v>1.75</c:v>
                </c:pt>
                <c:pt idx="262">
                  <c:v>1.75</c:v>
                </c:pt>
                <c:pt idx="263">
                  <c:v>1.5</c:v>
                </c:pt>
                <c:pt idx="264">
                  <c:v>1.5</c:v>
                </c:pt>
                <c:pt idx="265">
                  <c:v>1.5</c:v>
                </c:pt>
                <c:pt idx="266">
                  <c:v>1.5</c:v>
                </c:pt>
                <c:pt idx="267">
                  <c:v>1.5</c:v>
                </c:pt>
                <c:pt idx="268">
                  <c:v>1.5</c:v>
                </c:pt>
                <c:pt idx="269">
                  <c:v>1.5</c:v>
                </c:pt>
                <c:pt idx="270">
                  <c:v>1.5</c:v>
                </c:pt>
                <c:pt idx="271">
                  <c:v>1.5</c:v>
                </c:pt>
                <c:pt idx="272">
                  <c:v>1.5</c:v>
                </c:pt>
                <c:pt idx="273">
                  <c:v>1.25</c:v>
                </c:pt>
                <c:pt idx="274">
                  <c:v>1.25</c:v>
                </c:pt>
                <c:pt idx="275">
                  <c:v>1</c:v>
                </c:pt>
                <c:pt idx="276">
                  <c:v>0.75</c:v>
                </c:pt>
                <c:pt idx="277">
                  <c:v>0.5</c:v>
                </c:pt>
                <c:pt idx="278">
                  <c:v>0.25</c:v>
                </c:pt>
                <c:pt idx="279">
                  <c:v>-0.25</c:v>
                </c:pt>
                <c:pt idx="280">
                  <c:v>-0.5</c:v>
                </c:pt>
                <c:pt idx="281">
                  <c:v>-0.75</c:v>
                </c:pt>
                <c:pt idx="282">
                  <c:v>-0.75</c:v>
                </c:pt>
                <c:pt idx="283">
                  <c:v>-1.25</c:v>
                </c:pt>
                <c:pt idx="284">
                  <c:v>-1.25</c:v>
                </c:pt>
                <c:pt idx="285">
                  <c:v>-1.25</c:v>
                </c:pt>
                <c:pt idx="286">
                  <c:v>-1.5</c:v>
                </c:pt>
                <c:pt idx="287">
                  <c:v>-1.5</c:v>
                </c:pt>
                <c:pt idx="288">
                  <c:v>-1</c:v>
                </c:pt>
                <c:pt idx="289">
                  <c:v>-0.75</c:v>
                </c:pt>
                <c:pt idx="290">
                  <c:v>-0.25</c:v>
                </c:pt>
                <c:pt idx="291">
                  <c:v>0.25</c:v>
                </c:pt>
                <c:pt idx="292">
                  <c:v>0.5</c:v>
                </c:pt>
                <c:pt idx="293">
                  <c:v>0.75</c:v>
                </c:pt>
                <c:pt idx="294">
                  <c:v>0.75</c:v>
                </c:pt>
                <c:pt idx="295">
                  <c:v>1</c:v>
                </c:pt>
                <c:pt idx="296">
                  <c:v>1</c:v>
                </c:pt>
                <c:pt idx="297">
                  <c:v>1</c:v>
                </c:pt>
                <c:pt idx="298">
                  <c:v>1</c:v>
                </c:pt>
                <c:pt idx="299">
                  <c:v>1.25</c:v>
                </c:pt>
                <c:pt idx="300">
                  <c:v>1.25</c:v>
                </c:pt>
                <c:pt idx="301">
                  <c:v>1</c:v>
                </c:pt>
                <c:pt idx="302">
                  <c:v>1</c:v>
                </c:pt>
                <c:pt idx="303">
                  <c:v>1</c:v>
                </c:pt>
                <c:pt idx="304">
                  <c:v>1</c:v>
                </c:pt>
                <c:pt idx="305">
                  <c:v>1</c:v>
                </c:pt>
                <c:pt idx="306">
                  <c:v>1</c:v>
                </c:pt>
                <c:pt idx="307">
                  <c:v>1</c:v>
                </c:pt>
                <c:pt idx="308">
                  <c:v>1</c:v>
                </c:pt>
                <c:pt idx="309">
                  <c:v>1</c:v>
                </c:pt>
                <c:pt idx="310">
                  <c:v>1</c:v>
                </c:pt>
                <c:pt idx="311">
                  <c:v>1</c:v>
                </c:pt>
                <c:pt idx="312">
                  <c:v>1</c:v>
                </c:pt>
                <c:pt idx="313">
                  <c:v>0.75</c:v>
                </c:pt>
                <c:pt idx="314">
                  <c:v>0.5</c:v>
                </c:pt>
                <c:pt idx="315">
                  <c:v>0.25</c:v>
                </c:pt>
                <c:pt idx="316">
                  <c:v>-0.25</c:v>
                </c:pt>
                <c:pt idx="317">
                  <c:v>-0.5</c:v>
                </c:pt>
                <c:pt idx="318">
                  <c:v>-0.75</c:v>
                </c:pt>
                <c:pt idx="319">
                  <c:v>-1</c:v>
                </c:pt>
                <c:pt idx="320">
                  <c:v>-1.25</c:v>
                </c:pt>
                <c:pt idx="321">
                  <c:v>-1.25</c:v>
                </c:pt>
                <c:pt idx="322">
                  <c:v>-1.5</c:v>
                </c:pt>
                <c:pt idx="323">
                  <c:v>-1.5</c:v>
                </c:pt>
                <c:pt idx="324">
                  <c:v>-1.75</c:v>
                </c:pt>
                <c:pt idx="325">
                  <c:v>-1.5</c:v>
                </c:pt>
                <c:pt idx="326">
                  <c:v>-1</c:v>
                </c:pt>
                <c:pt idx="327">
                  <c:v>-0.5</c:v>
                </c:pt>
                <c:pt idx="328">
                  <c:v>-0.25</c:v>
                </c:pt>
                <c:pt idx="329">
                  <c:v>0</c:v>
                </c:pt>
                <c:pt idx="330">
                  <c:v>0.25</c:v>
                </c:pt>
                <c:pt idx="331">
                  <c:v>0.5</c:v>
                </c:pt>
                <c:pt idx="332">
                  <c:v>0.75</c:v>
                </c:pt>
                <c:pt idx="333">
                  <c:v>0.75</c:v>
                </c:pt>
                <c:pt idx="334">
                  <c:v>1</c:v>
                </c:pt>
                <c:pt idx="335">
                  <c:v>1</c:v>
                </c:pt>
                <c:pt idx="336">
                  <c:v>1</c:v>
                </c:pt>
                <c:pt idx="337">
                  <c:v>1</c:v>
                </c:pt>
                <c:pt idx="338">
                  <c:v>1</c:v>
                </c:pt>
                <c:pt idx="339">
                  <c:v>1</c:v>
                </c:pt>
                <c:pt idx="340">
                  <c:v>1</c:v>
                </c:pt>
                <c:pt idx="341">
                  <c:v>1</c:v>
                </c:pt>
                <c:pt idx="342">
                  <c:v>1</c:v>
                </c:pt>
                <c:pt idx="343">
                  <c:v>1</c:v>
                </c:pt>
                <c:pt idx="344">
                  <c:v>1</c:v>
                </c:pt>
                <c:pt idx="345">
                  <c:v>1</c:v>
                </c:pt>
                <c:pt idx="346">
                  <c:v>1</c:v>
                </c:pt>
                <c:pt idx="347">
                  <c:v>1</c:v>
                </c:pt>
                <c:pt idx="348">
                  <c:v>0.75</c:v>
                </c:pt>
                <c:pt idx="349">
                  <c:v>0.75</c:v>
                </c:pt>
                <c:pt idx="350">
                  <c:v>0.75</c:v>
                </c:pt>
                <c:pt idx="351">
                  <c:v>0.5</c:v>
                </c:pt>
                <c:pt idx="352">
                  <c:v>0.25</c:v>
                </c:pt>
                <c:pt idx="353">
                  <c:v>0</c:v>
                </c:pt>
                <c:pt idx="354">
                  <c:v>-0.25</c:v>
                </c:pt>
                <c:pt idx="355">
                  <c:v>-0.75</c:v>
                </c:pt>
                <c:pt idx="356">
                  <c:v>-1</c:v>
                </c:pt>
                <c:pt idx="357">
                  <c:v>-1.25</c:v>
                </c:pt>
                <c:pt idx="358">
                  <c:v>-1.25</c:v>
                </c:pt>
                <c:pt idx="359">
                  <c:v>-1.5</c:v>
                </c:pt>
                <c:pt idx="360">
                  <c:v>-1.5</c:v>
                </c:pt>
                <c:pt idx="361">
                  <c:v>-1.75</c:v>
                </c:pt>
                <c:pt idx="362">
                  <c:v>-1.75</c:v>
                </c:pt>
                <c:pt idx="363">
                  <c:v>-1.5</c:v>
                </c:pt>
                <c:pt idx="364">
                  <c:v>-1</c:v>
                </c:pt>
                <c:pt idx="365">
                  <c:v>-0.75</c:v>
                </c:pt>
                <c:pt idx="366">
                  <c:v>-0.5</c:v>
                </c:pt>
                <c:pt idx="367">
                  <c:v>-0.25</c:v>
                </c:pt>
                <c:pt idx="368">
                  <c:v>0</c:v>
                </c:pt>
                <c:pt idx="369">
                  <c:v>0.25</c:v>
                </c:pt>
                <c:pt idx="370">
                  <c:v>0.25</c:v>
                </c:pt>
                <c:pt idx="371">
                  <c:v>0.5</c:v>
                </c:pt>
                <c:pt idx="372">
                  <c:v>0.5</c:v>
                </c:pt>
                <c:pt idx="373">
                  <c:v>0.75</c:v>
                </c:pt>
                <c:pt idx="374">
                  <c:v>0.75</c:v>
                </c:pt>
                <c:pt idx="375">
                  <c:v>0.75</c:v>
                </c:pt>
                <c:pt idx="376">
                  <c:v>0.75</c:v>
                </c:pt>
                <c:pt idx="377">
                  <c:v>0.75</c:v>
                </c:pt>
                <c:pt idx="378">
                  <c:v>0.75</c:v>
                </c:pt>
                <c:pt idx="379">
                  <c:v>0.75</c:v>
                </c:pt>
                <c:pt idx="380">
                  <c:v>0.75</c:v>
                </c:pt>
                <c:pt idx="381">
                  <c:v>0.75</c:v>
                </c:pt>
                <c:pt idx="382">
                  <c:v>0.75</c:v>
                </c:pt>
                <c:pt idx="383">
                  <c:v>0.75</c:v>
                </c:pt>
                <c:pt idx="384">
                  <c:v>0.75</c:v>
                </c:pt>
                <c:pt idx="385">
                  <c:v>0.5</c:v>
                </c:pt>
                <c:pt idx="386">
                  <c:v>0.5</c:v>
                </c:pt>
                <c:pt idx="387">
                  <c:v>0.5</c:v>
                </c:pt>
                <c:pt idx="388">
                  <c:v>0.5</c:v>
                </c:pt>
                <c:pt idx="389">
                  <c:v>0.25</c:v>
                </c:pt>
                <c:pt idx="390">
                  <c:v>0</c:v>
                </c:pt>
                <c:pt idx="391">
                  <c:v>-0.25</c:v>
                </c:pt>
                <c:pt idx="392">
                  <c:v>-0.75</c:v>
                </c:pt>
                <c:pt idx="393">
                  <c:v>-1</c:v>
                </c:pt>
                <c:pt idx="394">
                  <c:v>-1.5</c:v>
                </c:pt>
                <c:pt idx="395">
                  <c:v>-1.5</c:v>
                </c:pt>
                <c:pt idx="396">
                  <c:v>-1.75</c:v>
                </c:pt>
                <c:pt idx="397">
                  <c:v>-1.75</c:v>
                </c:pt>
                <c:pt idx="398">
                  <c:v>-2</c:v>
                </c:pt>
                <c:pt idx="399">
                  <c:v>-2</c:v>
                </c:pt>
                <c:pt idx="400">
                  <c:v>-2.25</c:v>
                </c:pt>
                <c:pt idx="401">
                  <c:v>-2.25</c:v>
                </c:pt>
                <c:pt idx="402">
                  <c:v>-1.25</c:v>
                </c:pt>
                <c:pt idx="403">
                  <c:v>-1</c:v>
                </c:pt>
                <c:pt idx="404">
                  <c:v>-0.75</c:v>
                </c:pt>
                <c:pt idx="405">
                  <c:v>-0.5</c:v>
                </c:pt>
                <c:pt idx="406">
                  <c:v>-0.25</c:v>
                </c:pt>
                <c:pt idx="407">
                  <c:v>0</c:v>
                </c:pt>
                <c:pt idx="408">
                  <c:v>0</c:v>
                </c:pt>
                <c:pt idx="409">
                  <c:v>0.25</c:v>
                </c:pt>
                <c:pt idx="410">
                  <c:v>0.25</c:v>
                </c:pt>
                <c:pt idx="411">
                  <c:v>0.5</c:v>
                </c:pt>
                <c:pt idx="412">
                  <c:v>0.5</c:v>
                </c:pt>
                <c:pt idx="413">
                  <c:v>0.5</c:v>
                </c:pt>
                <c:pt idx="414">
                  <c:v>0.5</c:v>
                </c:pt>
                <c:pt idx="415">
                  <c:v>0.5</c:v>
                </c:pt>
                <c:pt idx="416">
                  <c:v>0.5</c:v>
                </c:pt>
                <c:pt idx="417">
                  <c:v>0.5</c:v>
                </c:pt>
                <c:pt idx="418">
                  <c:v>0.5</c:v>
                </c:pt>
                <c:pt idx="419">
                  <c:v>0.5</c:v>
                </c:pt>
                <c:pt idx="420">
                  <c:v>0.5</c:v>
                </c:pt>
                <c:pt idx="421">
                  <c:v>0.5</c:v>
                </c:pt>
                <c:pt idx="422">
                  <c:v>0.5</c:v>
                </c:pt>
                <c:pt idx="423">
                  <c:v>0.5</c:v>
                </c:pt>
                <c:pt idx="424">
                  <c:v>0.25</c:v>
                </c:pt>
                <c:pt idx="425">
                  <c:v>0.25</c:v>
                </c:pt>
                <c:pt idx="426">
                  <c:v>0</c:v>
                </c:pt>
                <c:pt idx="427">
                  <c:v>0</c:v>
                </c:pt>
                <c:pt idx="428">
                  <c:v>-0.25</c:v>
                </c:pt>
                <c:pt idx="429">
                  <c:v>-0.5</c:v>
                </c:pt>
                <c:pt idx="430">
                  <c:v>-1</c:v>
                </c:pt>
                <c:pt idx="431">
                  <c:v>-1.25</c:v>
                </c:pt>
                <c:pt idx="432">
                  <c:v>-1.5</c:v>
                </c:pt>
                <c:pt idx="433">
                  <c:v>-1.75</c:v>
                </c:pt>
                <c:pt idx="434">
                  <c:v>-2</c:v>
                </c:pt>
                <c:pt idx="435">
                  <c:v>-2</c:v>
                </c:pt>
                <c:pt idx="436">
                  <c:v>-2.25</c:v>
                </c:pt>
                <c:pt idx="437">
                  <c:v>-2.25</c:v>
                </c:pt>
                <c:pt idx="438">
                  <c:v>-2.25</c:v>
                </c:pt>
                <c:pt idx="439">
                  <c:v>-2</c:v>
                </c:pt>
                <c:pt idx="440">
                  <c:v>-1.5</c:v>
                </c:pt>
                <c:pt idx="441">
                  <c:v>-1</c:v>
                </c:pt>
                <c:pt idx="442">
                  <c:v>-0.5</c:v>
                </c:pt>
                <c:pt idx="443">
                  <c:v>-0.25</c:v>
                </c:pt>
                <c:pt idx="444">
                  <c:v>-0.25</c:v>
                </c:pt>
                <c:pt idx="445">
                  <c:v>0</c:v>
                </c:pt>
                <c:pt idx="446">
                  <c:v>0</c:v>
                </c:pt>
                <c:pt idx="447">
                  <c:v>0.25</c:v>
                </c:pt>
                <c:pt idx="448">
                  <c:v>0.25</c:v>
                </c:pt>
                <c:pt idx="449">
                  <c:v>0.25</c:v>
                </c:pt>
                <c:pt idx="450">
                  <c:v>0.5</c:v>
                </c:pt>
                <c:pt idx="451">
                  <c:v>0.5</c:v>
                </c:pt>
                <c:pt idx="452">
                  <c:v>0.25</c:v>
                </c:pt>
                <c:pt idx="453">
                  <c:v>0.25</c:v>
                </c:pt>
                <c:pt idx="454">
                  <c:v>0.25</c:v>
                </c:pt>
                <c:pt idx="455">
                  <c:v>0.5</c:v>
                </c:pt>
                <c:pt idx="456">
                  <c:v>0.5</c:v>
                </c:pt>
                <c:pt idx="457">
                  <c:v>0.5</c:v>
                </c:pt>
                <c:pt idx="458">
                  <c:v>0.25</c:v>
                </c:pt>
                <c:pt idx="459">
                  <c:v>0.25</c:v>
                </c:pt>
                <c:pt idx="460">
                  <c:v>0.25</c:v>
                </c:pt>
                <c:pt idx="461">
                  <c:v>0.25</c:v>
                </c:pt>
                <c:pt idx="462">
                  <c:v>0.25</c:v>
                </c:pt>
                <c:pt idx="463">
                  <c:v>0.25</c:v>
                </c:pt>
                <c:pt idx="464">
                  <c:v>0.25</c:v>
                </c:pt>
                <c:pt idx="465">
                  <c:v>0</c:v>
                </c:pt>
                <c:pt idx="466">
                  <c:v>-0.5</c:v>
                </c:pt>
                <c:pt idx="467">
                  <c:v>-1</c:v>
                </c:pt>
                <c:pt idx="468">
                  <c:v>-1.25</c:v>
                </c:pt>
                <c:pt idx="469">
                  <c:v>-1.5</c:v>
                </c:pt>
                <c:pt idx="470">
                  <c:v>-1.75</c:v>
                </c:pt>
                <c:pt idx="471">
                  <c:v>-1.75</c:v>
                </c:pt>
                <c:pt idx="472">
                  <c:v>-2</c:v>
                </c:pt>
                <c:pt idx="473">
                  <c:v>-2</c:v>
                </c:pt>
                <c:pt idx="474">
                  <c:v>-2.25</c:v>
                </c:pt>
                <c:pt idx="475">
                  <c:v>-2.25</c:v>
                </c:pt>
                <c:pt idx="476">
                  <c:v>-2</c:v>
                </c:pt>
                <c:pt idx="477">
                  <c:v>-1.5</c:v>
                </c:pt>
                <c:pt idx="478">
                  <c:v>-1</c:v>
                </c:pt>
                <c:pt idx="479">
                  <c:v>-0.75</c:v>
                </c:pt>
                <c:pt idx="480">
                  <c:v>-0.5</c:v>
                </c:pt>
                <c:pt idx="481">
                  <c:v>-0.25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0.25</c:v>
                </c:pt>
                <c:pt idx="486">
                  <c:v>0.25</c:v>
                </c:pt>
                <c:pt idx="487">
                  <c:v>0.25</c:v>
                </c:pt>
                <c:pt idx="488">
                  <c:v>0.25</c:v>
                </c:pt>
                <c:pt idx="489">
                  <c:v>0.25</c:v>
                </c:pt>
                <c:pt idx="490">
                  <c:v>0.25</c:v>
                </c:pt>
                <c:pt idx="491">
                  <c:v>0.25</c:v>
                </c:pt>
                <c:pt idx="492">
                  <c:v>0.25</c:v>
                </c:pt>
                <c:pt idx="493">
                  <c:v>0.25</c:v>
                </c:pt>
                <c:pt idx="494">
                  <c:v>0.25</c:v>
                </c:pt>
                <c:pt idx="495">
                  <c:v>0.25</c:v>
                </c:pt>
                <c:pt idx="496">
                  <c:v>0.25</c:v>
                </c:pt>
                <c:pt idx="497">
                  <c:v>0.25</c:v>
                </c:pt>
                <c:pt idx="498">
                  <c:v>0.25</c:v>
                </c:pt>
                <c:pt idx="499">
                  <c:v>0.25</c:v>
                </c:pt>
                <c:pt idx="500">
                  <c:v>0.25</c:v>
                </c:pt>
                <c:pt idx="501">
                  <c:v>0</c:v>
                </c:pt>
                <c:pt idx="502">
                  <c:v>0</c:v>
                </c:pt>
                <c:pt idx="503">
                  <c:v>-0.25</c:v>
                </c:pt>
                <c:pt idx="504">
                  <c:v>-0.5</c:v>
                </c:pt>
                <c:pt idx="505">
                  <c:v>-1.25</c:v>
                </c:pt>
                <c:pt idx="506">
                  <c:v>-1.5</c:v>
                </c:pt>
                <c:pt idx="507">
                  <c:v>-1.75</c:v>
                </c:pt>
                <c:pt idx="508">
                  <c:v>-1.75</c:v>
                </c:pt>
                <c:pt idx="509">
                  <c:v>-2</c:v>
                </c:pt>
                <c:pt idx="510">
                  <c:v>-2</c:v>
                </c:pt>
                <c:pt idx="511">
                  <c:v>-2.25</c:v>
                </c:pt>
                <c:pt idx="512">
                  <c:v>-2.25</c:v>
                </c:pt>
                <c:pt idx="513">
                  <c:v>-2</c:v>
                </c:pt>
                <c:pt idx="514">
                  <c:v>-1.5</c:v>
                </c:pt>
                <c:pt idx="515">
                  <c:v>-1.25</c:v>
                </c:pt>
                <c:pt idx="516">
                  <c:v>-0.75</c:v>
                </c:pt>
                <c:pt idx="517">
                  <c:v>-0.5</c:v>
                </c:pt>
                <c:pt idx="518">
                  <c:v>-0.5</c:v>
                </c:pt>
                <c:pt idx="519">
                  <c:v>-0.25</c:v>
                </c:pt>
                <c:pt idx="520">
                  <c:v>0</c:v>
                </c:pt>
                <c:pt idx="521">
                  <c:v>0</c:v>
                </c:pt>
                <c:pt idx="522">
                  <c:v>0.25</c:v>
                </c:pt>
                <c:pt idx="523">
                  <c:v>0.25</c:v>
                </c:pt>
                <c:pt idx="524">
                  <c:v>0.25</c:v>
                </c:pt>
                <c:pt idx="525">
                  <c:v>0.5</c:v>
                </c:pt>
                <c:pt idx="526">
                  <c:v>0.5</c:v>
                </c:pt>
                <c:pt idx="527">
                  <c:v>0.25</c:v>
                </c:pt>
                <c:pt idx="528">
                  <c:v>0.25</c:v>
                </c:pt>
                <c:pt idx="529">
                  <c:v>0.25</c:v>
                </c:pt>
                <c:pt idx="530">
                  <c:v>0.25</c:v>
                </c:pt>
                <c:pt idx="531">
                  <c:v>0.25</c:v>
                </c:pt>
                <c:pt idx="532">
                  <c:v>0.25</c:v>
                </c:pt>
                <c:pt idx="533">
                  <c:v>0.25</c:v>
                </c:pt>
                <c:pt idx="534">
                  <c:v>0.25</c:v>
                </c:pt>
                <c:pt idx="535">
                  <c:v>0.25</c:v>
                </c:pt>
                <c:pt idx="536">
                  <c:v>0.25</c:v>
                </c:pt>
                <c:pt idx="537">
                  <c:v>0.25</c:v>
                </c:pt>
                <c:pt idx="538">
                  <c:v>0.25</c:v>
                </c:pt>
                <c:pt idx="539">
                  <c:v>0</c:v>
                </c:pt>
                <c:pt idx="540">
                  <c:v>-0.25</c:v>
                </c:pt>
                <c:pt idx="541">
                  <c:v>-0.5</c:v>
                </c:pt>
                <c:pt idx="542">
                  <c:v>-0.75</c:v>
                </c:pt>
                <c:pt idx="543">
                  <c:v>-1.25</c:v>
                </c:pt>
                <c:pt idx="544">
                  <c:v>-1.5</c:v>
                </c:pt>
                <c:pt idx="545">
                  <c:v>-1.75</c:v>
                </c:pt>
                <c:pt idx="546">
                  <c:v>-2</c:v>
                </c:pt>
                <c:pt idx="547">
                  <c:v>-2</c:v>
                </c:pt>
                <c:pt idx="548">
                  <c:v>-2.25</c:v>
                </c:pt>
                <c:pt idx="549">
                  <c:v>-2.25</c:v>
                </c:pt>
                <c:pt idx="550">
                  <c:v>-2.25</c:v>
                </c:pt>
                <c:pt idx="551">
                  <c:v>-2</c:v>
                </c:pt>
                <c:pt idx="552">
                  <c:v>-1.5</c:v>
                </c:pt>
                <c:pt idx="553">
                  <c:v>-0.75</c:v>
                </c:pt>
                <c:pt idx="554">
                  <c:v>-0.5</c:v>
                </c:pt>
                <c:pt idx="555">
                  <c:v>-0.25</c:v>
                </c:pt>
                <c:pt idx="556">
                  <c:v>-0.25</c:v>
                </c:pt>
                <c:pt idx="557">
                  <c:v>0</c:v>
                </c:pt>
                <c:pt idx="558">
                  <c:v>0</c:v>
                </c:pt>
                <c:pt idx="559">
                  <c:v>0.25</c:v>
                </c:pt>
                <c:pt idx="560">
                  <c:v>0.25</c:v>
                </c:pt>
                <c:pt idx="561">
                  <c:v>0.25</c:v>
                </c:pt>
                <c:pt idx="562">
                  <c:v>0.5</c:v>
                </c:pt>
                <c:pt idx="563">
                  <c:v>0.5</c:v>
                </c:pt>
                <c:pt idx="564">
                  <c:v>0.25</c:v>
                </c:pt>
                <c:pt idx="565">
                  <c:v>0.25</c:v>
                </c:pt>
                <c:pt idx="566">
                  <c:v>0.25</c:v>
                </c:pt>
                <c:pt idx="567">
                  <c:v>0.25</c:v>
                </c:pt>
                <c:pt idx="568">
                  <c:v>0.25</c:v>
                </c:pt>
                <c:pt idx="569">
                  <c:v>0.5</c:v>
                </c:pt>
                <c:pt idx="570">
                  <c:v>0.25</c:v>
                </c:pt>
                <c:pt idx="571">
                  <c:v>0.25</c:v>
                </c:pt>
                <c:pt idx="572">
                  <c:v>0.25</c:v>
                </c:pt>
                <c:pt idx="573">
                  <c:v>0.25</c:v>
                </c:pt>
                <c:pt idx="574">
                  <c:v>0.25</c:v>
                </c:pt>
                <c:pt idx="575">
                  <c:v>0.25</c:v>
                </c:pt>
                <c:pt idx="576">
                  <c:v>0.25</c:v>
                </c:pt>
                <c:pt idx="577">
                  <c:v>0</c:v>
                </c:pt>
                <c:pt idx="578">
                  <c:v>-0.5</c:v>
                </c:pt>
                <c:pt idx="579">
                  <c:v>-0.75</c:v>
                </c:pt>
                <c:pt idx="580">
                  <c:v>-1</c:v>
                </c:pt>
                <c:pt idx="581">
                  <c:v>-1.25</c:v>
                </c:pt>
                <c:pt idx="582">
                  <c:v>-1.5</c:v>
                </c:pt>
                <c:pt idx="583">
                  <c:v>-1.75</c:v>
                </c:pt>
                <c:pt idx="584">
                  <c:v>-1.75</c:v>
                </c:pt>
                <c:pt idx="585">
                  <c:v>-2</c:v>
                </c:pt>
                <c:pt idx="586">
                  <c:v>-2</c:v>
                </c:pt>
                <c:pt idx="587">
                  <c:v>-2.25</c:v>
                </c:pt>
                <c:pt idx="588">
                  <c:v>-2.25</c:v>
                </c:pt>
                <c:pt idx="589">
                  <c:v>-1.75</c:v>
                </c:pt>
                <c:pt idx="590">
                  <c:v>-1.25</c:v>
                </c:pt>
                <c:pt idx="591">
                  <c:v>-1</c:v>
                </c:pt>
                <c:pt idx="592">
                  <c:v>-0.75</c:v>
                </c:pt>
                <c:pt idx="593">
                  <c:v>-0.25</c:v>
                </c:pt>
                <c:pt idx="594">
                  <c:v>0</c:v>
                </c:pt>
                <c:pt idx="595">
                  <c:v>0</c:v>
                </c:pt>
                <c:pt idx="596">
                  <c:v>0.25</c:v>
                </c:pt>
                <c:pt idx="597">
                  <c:v>0.25</c:v>
                </c:pt>
                <c:pt idx="598">
                  <c:v>0.25</c:v>
                </c:pt>
                <c:pt idx="599">
                  <c:v>0.5</c:v>
                </c:pt>
                <c:pt idx="600">
                  <c:v>0.5</c:v>
                </c:pt>
                <c:pt idx="601">
                  <c:v>0.5</c:v>
                </c:pt>
                <c:pt idx="602">
                  <c:v>0.5</c:v>
                </c:pt>
                <c:pt idx="603">
                  <c:v>0.5</c:v>
                </c:pt>
                <c:pt idx="604">
                  <c:v>0.5</c:v>
                </c:pt>
                <c:pt idx="605">
                  <c:v>0.5</c:v>
                </c:pt>
                <c:pt idx="606">
                  <c:v>0.5</c:v>
                </c:pt>
                <c:pt idx="607">
                  <c:v>0.5</c:v>
                </c:pt>
                <c:pt idx="608">
                  <c:v>0.5</c:v>
                </c:pt>
                <c:pt idx="609">
                  <c:v>0.5</c:v>
                </c:pt>
                <c:pt idx="610">
                  <c:v>0.5</c:v>
                </c:pt>
                <c:pt idx="611">
                  <c:v>0.5</c:v>
                </c:pt>
                <c:pt idx="612">
                  <c:v>0.5</c:v>
                </c:pt>
                <c:pt idx="613">
                  <c:v>0.5</c:v>
                </c:pt>
                <c:pt idx="614">
                  <c:v>0.25</c:v>
                </c:pt>
                <c:pt idx="615">
                  <c:v>0.25</c:v>
                </c:pt>
                <c:pt idx="616">
                  <c:v>0</c:v>
                </c:pt>
                <c:pt idx="617">
                  <c:v>-0.5</c:v>
                </c:pt>
                <c:pt idx="618">
                  <c:v>-0.75</c:v>
                </c:pt>
                <c:pt idx="619">
                  <c:v>-1.25</c:v>
                </c:pt>
                <c:pt idx="620">
                  <c:v>-1.25</c:v>
                </c:pt>
                <c:pt idx="621">
                  <c:v>-1.5</c:v>
                </c:pt>
                <c:pt idx="622">
                  <c:v>-1.75</c:v>
                </c:pt>
                <c:pt idx="623">
                  <c:v>-1.75</c:v>
                </c:pt>
                <c:pt idx="624">
                  <c:v>-1.75</c:v>
                </c:pt>
                <c:pt idx="625">
                  <c:v>-2</c:v>
                </c:pt>
                <c:pt idx="626">
                  <c:v>-1.5</c:v>
                </c:pt>
                <c:pt idx="627">
                  <c:v>-1</c:v>
                </c:pt>
                <c:pt idx="628">
                  <c:v>-0.75</c:v>
                </c:pt>
                <c:pt idx="629">
                  <c:v>-0.5</c:v>
                </c:pt>
                <c:pt idx="630">
                  <c:v>-0.25</c:v>
                </c:pt>
                <c:pt idx="631">
                  <c:v>0</c:v>
                </c:pt>
                <c:pt idx="632">
                  <c:v>0.25</c:v>
                </c:pt>
                <c:pt idx="633">
                  <c:v>0.25</c:v>
                </c:pt>
                <c:pt idx="634">
                  <c:v>0.5</c:v>
                </c:pt>
                <c:pt idx="635">
                  <c:v>0.25</c:v>
                </c:pt>
                <c:pt idx="636">
                  <c:v>0.5</c:v>
                </c:pt>
                <c:pt idx="637">
                  <c:v>0.25</c:v>
                </c:pt>
                <c:pt idx="638">
                  <c:v>0.25</c:v>
                </c:pt>
                <c:pt idx="639">
                  <c:v>0</c:v>
                </c:pt>
                <c:pt idx="640">
                  <c:v>-0.5</c:v>
                </c:pt>
                <c:pt idx="641">
                  <c:v>-1.25</c:v>
                </c:pt>
                <c:pt idx="642">
                  <c:v>-1.5</c:v>
                </c:pt>
                <c:pt idx="643">
                  <c:v>-1.5</c:v>
                </c:pt>
                <c:pt idx="644">
                  <c:v>-1.75</c:v>
                </c:pt>
                <c:pt idx="645">
                  <c:v>-2</c:v>
                </c:pt>
                <c:pt idx="646">
                  <c:v>-2.25</c:v>
                </c:pt>
                <c:pt idx="647">
                  <c:v>-2.5</c:v>
                </c:pt>
                <c:pt idx="648">
                  <c:v>-2.5</c:v>
                </c:pt>
                <c:pt idx="649">
                  <c:v>-2.75</c:v>
                </c:pt>
                <c:pt idx="650">
                  <c:v>-2.75</c:v>
                </c:pt>
                <c:pt idx="651">
                  <c:v>-2.75</c:v>
                </c:pt>
                <c:pt idx="652">
                  <c:v>-3</c:v>
                </c:pt>
                <c:pt idx="653">
                  <c:v>-3</c:v>
                </c:pt>
                <c:pt idx="654">
                  <c:v>-3</c:v>
                </c:pt>
                <c:pt idx="655">
                  <c:v>-3</c:v>
                </c:pt>
                <c:pt idx="656">
                  <c:v>-3</c:v>
                </c:pt>
                <c:pt idx="657">
                  <c:v>-3.25</c:v>
                </c:pt>
                <c:pt idx="658">
                  <c:v>-3.25</c:v>
                </c:pt>
                <c:pt idx="659">
                  <c:v>-3.25</c:v>
                </c:pt>
                <c:pt idx="660">
                  <c:v>-3.25</c:v>
                </c:pt>
                <c:pt idx="661">
                  <c:v>-3.25</c:v>
                </c:pt>
                <c:pt idx="662">
                  <c:v>-3.25</c:v>
                </c:pt>
                <c:pt idx="663">
                  <c:v>-3.5</c:v>
                </c:pt>
                <c:pt idx="664">
                  <c:v>-3.5</c:v>
                </c:pt>
                <c:pt idx="665">
                  <c:v>-3.5</c:v>
                </c:pt>
                <c:pt idx="666">
                  <c:v>-3.5</c:v>
                </c:pt>
                <c:pt idx="667">
                  <c:v>-3.5</c:v>
                </c:pt>
                <c:pt idx="668">
                  <c:v>-3.5</c:v>
                </c:pt>
                <c:pt idx="669">
                  <c:v>-3.5</c:v>
                </c:pt>
                <c:pt idx="670">
                  <c:v>-3.5</c:v>
                </c:pt>
                <c:pt idx="671">
                  <c:v>-3.75</c:v>
                </c:pt>
                <c:pt idx="672">
                  <c:v>-3.75</c:v>
                </c:pt>
                <c:pt idx="673">
                  <c:v>-3.75</c:v>
                </c:pt>
                <c:pt idx="674">
                  <c:v>-3.75</c:v>
                </c:pt>
                <c:pt idx="675">
                  <c:v>-3.75</c:v>
                </c:pt>
                <c:pt idx="676">
                  <c:v>-3.75</c:v>
                </c:pt>
                <c:pt idx="677">
                  <c:v>-3.75</c:v>
                </c:pt>
                <c:pt idx="678">
                  <c:v>-3.75</c:v>
                </c:pt>
                <c:pt idx="679">
                  <c:v>-3.75</c:v>
                </c:pt>
                <c:pt idx="680">
                  <c:v>-3.75</c:v>
                </c:pt>
                <c:pt idx="681">
                  <c:v>-3.75</c:v>
                </c:pt>
                <c:pt idx="682">
                  <c:v>-3.75</c:v>
                </c:pt>
                <c:pt idx="683">
                  <c:v>-3.75</c:v>
                </c:pt>
                <c:pt idx="684">
                  <c:v>-3.75</c:v>
                </c:pt>
                <c:pt idx="685">
                  <c:v>-3.75</c:v>
                </c:pt>
                <c:pt idx="686">
                  <c:v>-3.75</c:v>
                </c:pt>
                <c:pt idx="687">
                  <c:v>-3.75</c:v>
                </c:pt>
                <c:pt idx="688">
                  <c:v>-4</c:v>
                </c:pt>
                <c:pt idx="689">
                  <c:v>-4</c:v>
                </c:pt>
                <c:pt idx="690">
                  <c:v>-4</c:v>
                </c:pt>
                <c:pt idx="691">
                  <c:v>-3.5</c:v>
                </c:pt>
                <c:pt idx="692">
                  <c:v>-3.25</c:v>
                </c:pt>
                <c:pt idx="693">
                  <c:v>-3</c:v>
                </c:pt>
                <c:pt idx="694">
                  <c:v>-3</c:v>
                </c:pt>
                <c:pt idx="695">
                  <c:v>-2.75</c:v>
                </c:pt>
                <c:pt idx="696">
                  <c:v>-2.5</c:v>
                </c:pt>
                <c:pt idx="697">
                  <c:v>-2.5</c:v>
                </c:pt>
                <c:pt idx="698">
                  <c:v>-2.25</c:v>
                </c:pt>
                <c:pt idx="699">
                  <c:v>-2.5</c:v>
                </c:pt>
                <c:pt idx="700">
                  <c:v>-2.5</c:v>
                </c:pt>
                <c:pt idx="701">
                  <c:v>-2.25</c:v>
                </c:pt>
                <c:pt idx="702">
                  <c:v>-2.25</c:v>
                </c:pt>
                <c:pt idx="703">
                  <c:v>-2.25</c:v>
                </c:pt>
                <c:pt idx="704">
                  <c:v>-2.25</c:v>
                </c:pt>
                <c:pt idx="705">
                  <c:v>-2.25</c:v>
                </c:pt>
                <c:pt idx="706">
                  <c:v>-2.25</c:v>
                </c:pt>
                <c:pt idx="707">
                  <c:v>-2</c:v>
                </c:pt>
                <c:pt idx="708">
                  <c:v>-2.25</c:v>
                </c:pt>
                <c:pt idx="709">
                  <c:v>-2</c:v>
                </c:pt>
                <c:pt idx="710">
                  <c:v>-2</c:v>
                </c:pt>
                <c:pt idx="711">
                  <c:v>-2</c:v>
                </c:pt>
                <c:pt idx="712">
                  <c:v>-2</c:v>
                </c:pt>
                <c:pt idx="713">
                  <c:v>-2</c:v>
                </c:pt>
                <c:pt idx="714">
                  <c:v>-2</c:v>
                </c:pt>
                <c:pt idx="715">
                  <c:v>-2</c:v>
                </c:pt>
                <c:pt idx="716">
                  <c:v>-2</c:v>
                </c:pt>
                <c:pt idx="717">
                  <c:v>-2</c:v>
                </c:pt>
                <c:pt idx="718">
                  <c:v>-1.75</c:v>
                </c:pt>
                <c:pt idx="719">
                  <c:v>-2</c:v>
                </c:pt>
                <c:pt idx="720">
                  <c:v>-1.75</c:v>
                </c:pt>
                <c:pt idx="721">
                  <c:v>-2</c:v>
                </c:pt>
                <c:pt idx="722">
                  <c:v>-1.75</c:v>
                </c:pt>
                <c:pt idx="723">
                  <c:v>-1.75</c:v>
                </c:pt>
                <c:pt idx="724">
                  <c:v>-2</c:v>
                </c:pt>
                <c:pt idx="725">
                  <c:v>-1.75</c:v>
                </c:pt>
                <c:pt idx="726">
                  <c:v>-1.75</c:v>
                </c:pt>
                <c:pt idx="727">
                  <c:v>-2</c:v>
                </c:pt>
                <c:pt idx="728">
                  <c:v>-1.75</c:v>
                </c:pt>
                <c:pt idx="729">
                  <c:v>-1.75</c:v>
                </c:pt>
                <c:pt idx="730">
                  <c:v>-1.75</c:v>
                </c:pt>
                <c:pt idx="731">
                  <c:v>-1.5</c:v>
                </c:pt>
                <c:pt idx="732">
                  <c:v>-1.75</c:v>
                </c:pt>
                <c:pt idx="733">
                  <c:v>-1.75</c:v>
                </c:pt>
                <c:pt idx="734">
                  <c:v>-1.75</c:v>
                </c:pt>
                <c:pt idx="735">
                  <c:v>-1.75</c:v>
                </c:pt>
                <c:pt idx="736">
                  <c:v>-1.5</c:v>
                </c:pt>
                <c:pt idx="737">
                  <c:v>-1.75</c:v>
                </c:pt>
                <c:pt idx="738">
                  <c:v>-1.75</c:v>
                </c:pt>
                <c:pt idx="739">
                  <c:v>-1.75</c:v>
                </c:pt>
                <c:pt idx="740">
                  <c:v>-1.75</c:v>
                </c:pt>
                <c:pt idx="741">
                  <c:v>-2</c:v>
                </c:pt>
                <c:pt idx="742">
                  <c:v>-1.75</c:v>
                </c:pt>
                <c:pt idx="743">
                  <c:v>-1.75</c:v>
                </c:pt>
                <c:pt idx="744">
                  <c:v>-1.75</c:v>
                </c:pt>
                <c:pt idx="745">
                  <c:v>-1.75</c:v>
                </c:pt>
                <c:pt idx="746">
                  <c:v>-1.75</c:v>
                </c:pt>
                <c:pt idx="747">
                  <c:v>-2</c:v>
                </c:pt>
                <c:pt idx="748">
                  <c:v>-1.75</c:v>
                </c:pt>
                <c:pt idx="749">
                  <c:v>-1.75</c:v>
                </c:pt>
                <c:pt idx="750">
                  <c:v>-2</c:v>
                </c:pt>
                <c:pt idx="751">
                  <c:v>-1.75</c:v>
                </c:pt>
                <c:pt idx="752">
                  <c:v>-1.75</c:v>
                </c:pt>
                <c:pt idx="753">
                  <c:v>-1.75</c:v>
                </c:pt>
                <c:pt idx="754">
                  <c:v>-1.75</c:v>
                </c:pt>
                <c:pt idx="755">
                  <c:v>-1.5</c:v>
                </c:pt>
                <c:pt idx="756">
                  <c:v>-1.75</c:v>
                </c:pt>
                <c:pt idx="757">
                  <c:v>-1.75</c:v>
                </c:pt>
                <c:pt idx="758">
                  <c:v>-1.5</c:v>
                </c:pt>
                <c:pt idx="759">
                  <c:v>-1.75</c:v>
                </c:pt>
                <c:pt idx="760">
                  <c:v>-1.5</c:v>
                </c:pt>
                <c:pt idx="761">
                  <c:v>-1.5</c:v>
                </c:pt>
                <c:pt idx="762">
                  <c:v>-1.75</c:v>
                </c:pt>
                <c:pt idx="763">
                  <c:v>-1.75</c:v>
                </c:pt>
                <c:pt idx="764">
                  <c:v>-1.5</c:v>
                </c:pt>
                <c:pt idx="765">
                  <c:v>-1.75</c:v>
                </c:pt>
                <c:pt idx="766">
                  <c:v>-1.75</c:v>
                </c:pt>
                <c:pt idx="767">
                  <c:v>-1.75</c:v>
                </c:pt>
                <c:pt idx="768">
                  <c:v>-1.75</c:v>
                </c:pt>
                <c:pt idx="769">
                  <c:v>-1.75</c:v>
                </c:pt>
                <c:pt idx="770">
                  <c:v>-1.5</c:v>
                </c:pt>
                <c:pt idx="771">
                  <c:v>-1.75</c:v>
                </c:pt>
                <c:pt idx="772">
                  <c:v>-1.75</c:v>
                </c:pt>
                <c:pt idx="773">
                  <c:v>-1.75</c:v>
                </c:pt>
                <c:pt idx="774">
                  <c:v>-1.5</c:v>
                </c:pt>
                <c:pt idx="775">
                  <c:v>-1.75</c:v>
                </c:pt>
                <c:pt idx="776">
                  <c:v>-1.5</c:v>
                </c:pt>
                <c:pt idx="777">
                  <c:v>-1.75</c:v>
                </c:pt>
                <c:pt idx="778">
                  <c:v>-1.75</c:v>
                </c:pt>
                <c:pt idx="779">
                  <c:v>-1.5</c:v>
                </c:pt>
                <c:pt idx="780">
                  <c:v>-1.5</c:v>
                </c:pt>
                <c:pt idx="781">
                  <c:v>-1.75</c:v>
                </c:pt>
                <c:pt idx="782">
                  <c:v>-1.75</c:v>
                </c:pt>
                <c:pt idx="783">
                  <c:v>-1.75</c:v>
                </c:pt>
                <c:pt idx="784">
                  <c:v>-1</c:v>
                </c:pt>
                <c:pt idx="785">
                  <c:v>-1</c:v>
                </c:pt>
                <c:pt idx="786">
                  <c:v>-0.75</c:v>
                </c:pt>
                <c:pt idx="787">
                  <c:v>-0.75</c:v>
                </c:pt>
                <c:pt idx="788">
                  <c:v>-0.75</c:v>
                </c:pt>
                <c:pt idx="789">
                  <c:v>-0.5</c:v>
                </c:pt>
                <c:pt idx="790">
                  <c:v>-0.5</c:v>
                </c:pt>
                <c:pt idx="791">
                  <c:v>-0.5</c:v>
                </c:pt>
                <c:pt idx="792">
                  <c:v>-0.25</c:v>
                </c:pt>
                <c:pt idx="793">
                  <c:v>-0.25</c:v>
                </c:pt>
                <c:pt idx="794">
                  <c:v>-0.25</c:v>
                </c:pt>
                <c:pt idx="795">
                  <c:v>-0.25</c:v>
                </c:pt>
                <c:pt idx="796">
                  <c:v>-0.25</c:v>
                </c:pt>
                <c:pt idx="797">
                  <c:v>-0.25</c:v>
                </c:pt>
                <c:pt idx="798">
                  <c:v>-0.25</c:v>
                </c:pt>
                <c:pt idx="799">
                  <c:v>-0.25</c:v>
                </c:pt>
                <c:pt idx="800">
                  <c:v>0</c:v>
                </c:pt>
                <c:pt idx="801">
                  <c:v>0</c:v>
                </c:pt>
                <c:pt idx="802">
                  <c:v>0</c:v>
                </c:pt>
                <c:pt idx="803">
                  <c:v>0</c:v>
                </c:pt>
                <c:pt idx="804">
                  <c:v>-0.25</c:v>
                </c:pt>
                <c:pt idx="805">
                  <c:v>-0.25</c:v>
                </c:pt>
                <c:pt idx="806">
                  <c:v>0</c:v>
                </c:pt>
                <c:pt idx="807">
                  <c:v>0</c:v>
                </c:pt>
                <c:pt idx="808">
                  <c:v>-0.25</c:v>
                </c:pt>
                <c:pt idx="809">
                  <c:v>-0.25</c:v>
                </c:pt>
                <c:pt idx="810">
                  <c:v>-0.25</c:v>
                </c:pt>
                <c:pt idx="811">
                  <c:v>-0.25</c:v>
                </c:pt>
                <c:pt idx="812">
                  <c:v>-0.25</c:v>
                </c:pt>
                <c:pt idx="813">
                  <c:v>-0.25</c:v>
                </c:pt>
                <c:pt idx="814">
                  <c:v>-0.25</c:v>
                </c:pt>
                <c:pt idx="815">
                  <c:v>-0.25</c:v>
                </c:pt>
                <c:pt idx="816">
                  <c:v>0</c:v>
                </c:pt>
                <c:pt idx="817">
                  <c:v>0</c:v>
                </c:pt>
                <c:pt idx="818">
                  <c:v>-0.25</c:v>
                </c:pt>
                <c:pt idx="819">
                  <c:v>-0.25</c:v>
                </c:pt>
                <c:pt idx="820">
                  <c:v>-0.25</c:v>
                </c:pt>
                <c:pt idx="821">
                  <c:v>-0.25</c:v>
                </c:pt>
                <c:pt idx="822">
                  <c:v>-0.25</c:v>
                </c:pt>
                <c:pt idx="823">
                  <c:v>-0.25</c:v>
                </c:pt>
                <c:pt idx="824">
                  <c:v>-0.25</c:v>
                </c:pt>
                <c:pt idx="825">
                  <c:v>-0.25</c:v>
                </c:pt>
                <c:pt idx="826">
                  <c:v>-0.25</c:v>
                </c:pt>
                <c:pt idx="827">
                  <c:v>0</c:v>
                </c:pt>
                <c:pt idx="828">
                  <c:v>-0.25</c:v>
                </c:pt>
                <c:pt idx="829">
                  <c:v>-0.25</c:v>
                </c:pt>
                <c:pt idx="830">
                  <c:v>-0.25</c:v>
                </c:pt>
                <c:pt idx="831">
                  <c:v>0</c:v>
                </c:pt>
                <c:pt idx="832">
                  <c:v>-0.25</c:v>
                </c:pt>
                <c:pt idx="833">
                  <c:v>-0.25</c:v>
                </c:pt>
                <c:pt idx="834">
                  <c:v>-0.25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BC1-4101-B230-952EC025AC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9637248"/>
        <c:axId val="245304704"/>
      </c:lineChart>
      <c:catAx>
        <c:axId val="259637248"/>
        <c:scaling>
          <c:orientation val="minMax"/>
        </c:scaling>
        <c:delete val="0"/>
        <c:axPos val="b"/>
        <c:numFmt formatCode="h:mm:ss;@" sourceLinked="1"/>
        <c:majorTickMark val="out"/>
        <c:minorTickMark val="none"/>
        <c:tickLblPos val="low"/>
        <c:crossAx val="245304704"/>
        <c:crosses val="autoZero"/>
        <c:auto val="1"/>
        <c:lblAlgn val="ctr"/>
        <c:lblOffset val="100"/>
        <c:noMultiLvlLbl val="0"/>
      </c:catAx>
      <c:valAx>
        <c:axId val="2453047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ko-KR"/>
          </a:p>
        </c:txPr>
        <c:crossAx val="259637248"/>
        <c:crosses val="autoZero"/>
        <c:crossBetween val="between"/>
        <c:majorUnit val="1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'Box4@2025_04_18_1611'!$B$1</c:f>
              <c:strCache>
                <c:ptCount val="1"/>
                <c:pt idx="0">
                  <c:v>DIMM</c:v>
                </c:pt>
              </c:strCache>
            </c:strRef>
          </c:tx>
          <c:marker>
            <c:symbol val="dot"/>
            <c:size val="2"/>
          </c:marker>
          <c:cat>
            <c:numRef>
              <c:f>'Box4@2025_04_18_1611'!$A$2:$A$836</c:f>
              <c:numCache>
                <c:formatCode>h:mm:ss;@</c:formatCode>
                <c:ptCount val="835"/>
                <c:pt idx="0">
                  <c:v>45765.67465277778</c:v>
                </c:pt>
                <c:pt idx="1">
                  <c:v>45765.674699074072</c:v>
                </c:pt>
                <c:pt idx="2">
                  <c:v>45765.674733796295</c:v>
                </c:pt>
                <c:pt idx="3">
                  <c:v>45765.674768518518</c:v>
                </c:pt>
                <c:pt idx="4">
                  <c:v>45765.674814814818</c:v>
                </c:pt>
                <c:pt idx="5">
                  <c:v>45765.674849537034</c:v>
                </c:pt>
                <c:pt idx="6">
                  <c:v>45765.674895833334</c:v>
                </c:pt>
                <c:pt idx="7">
                  <c:v>45765.674930555557</c:v>
                </c:pt>
                <c:pt idx="8">
                  <c:v>45765.674976851849</c:v>
                </c:pt>
                <c:pt idx="9">
                  <c:v>45765.675011574072</c:v>
                </c:pt>
                <c:pt idx="10">
                  <c:v>45765.675046296295</c:v>
                </c:pt>
                <c:pt idx="11">
                  <c:v>45765.675092592595</c:v>
                </c:pt>
                <c:pt idx="12">
                  <c:v>45765.675127314818</c:v>
                </c:pt>
                <c:pt idx="13">
                  <c:v>45765.675173611111</c:v>
                </c:pt>
                <c:pt idx="14">
                  <c:v>45765.675208333334</c:v>
                </c:pt>
                <c:pt idx="15">
                  <c:v>45765.675254629627</c:v>
                </c:pt>
                <c:pt idx="16">
                  <c:v>45765.67528935185</c:v>
                </c:pt>
                <c:pt idx="17">
                  <c:v>45765.675324074073</c:v>
                </c:pt>
                <c:pt idx="18">
                  <c:v>45765.675370370373</c:v>
                </c:pt>
                <c:pt idx="19">
                  <c:v>45765.675405092596</c:v>
                </c:pt>
                <c:pt idx="20">
                  <c:v>45765.675451388888</c:v>
                </c:pt>
                <c:pt idx="21">
                  <c:v>45765.675486111111</c:v>
                </c:pt>
                <c:pt idx="22">
                  <c:v>45765.675532407404</c:v>
                </c:pt>
                <c:pt idx="23">
                  <c:v>45765.675567129627</c:v>
                </c:pt>
                <c:pt idx="24">
                  <c:v>45765.67560185185</c:v>
                </c:pt>
                <c:pt idx="25">
                  <c:v>45765.67564814815</c:v>
                </c:pt>
                <c:pt idx="26">
                  <c:v>45765.675682870373</c:v>
                </c:pt>
                <c:pt idx="27">
                  <c:v>45765.675729166665</c:v>
                </c:pt>
                <c:pt idx="28">
                  <c:v>45765.675763888888</c:v>
                </c:pt>
                <c:pt idx="29">
                  <c:v>45765.675810185188</c:v>
                </c:pt>
                <c:pt idx="30">
                  <c:v>45765.675844907404</c:v>
                </c:pt>
                <c:pt idx="31">
                  <c:v>45765.675879629627</c:v>
                </c:pt>
                <c:pt idx="32">
                  <c:v>45765.675925925927</c:v>
                </c:pt>
                <c:pt idx="33">
                  <c:v>45765.67596064815</c:v>
                </c:pt>
                <c:pt idx="34">
                  <c:v>45765.676006944443</c:v>
                </c:pt>
                <c:pt idx="35">
                  <c:v>45765.676041666666</c:v>
                </c:pt>
                <c:pt idx="36">
                  <c:v>45765.676087962966</c:v>
                </c:pt>
                <c:pt idx="37">
                  <c:v>45765.676122685189</c:v>
                </c:pt>
                <c:pt idx="38">
                  <c:v>45765.676157407404</c:v>
                </c:pt>
                <c:pt idx="39">
                  <c:v>45765.676203703704</c:v>
                </c:pt>
                <c:pt idx="40">
                  <c:v>45765.676238425927</c:v>
                </c:pt>
                <c:pt idx="41">
                  <c:v>45765.67628472222</c:v>
                </c:pt>
                <c:pt idx="42">
                  <c:v>45765.676319444443</c:v>
                </c:pt>
                <c:pt idx="43">
                  <c:v>45765.676365740743</c:v>
                </c:pt>
                <c:pt idx="44">
                  <c:v>45765.676400462966</c:v>
                </c:pt>
                <c:pt idx="45">
                  <c:v>45765.676435185182</c:v>
                </c:pt>
                <c:pt idx="46">
                  <c:v>45765.676481481481</c:v>
                </c:pt>
                <c:pt idx="47">
                  <c:v>45765.676516203705</c:v>
                </c:pt>
                <c:pt idx="48">
                  <c:v>45765.676562499997</c:v>
                </c:pt>
                <c:pt idx="49">
                  <c:v>45765.67659722222</c:v>
                </c:pt>
                <c:pt idx="50">
                  <c:v>45765.676631944443</c:v>
                </c:pt>
                <c:pt idx="51">
                  <c:v>45765.676678240743</c:v>
                </c:pt>
                <c:pt idx="52">
                  <c:v>45765.676712962966</c:v>
                </c:pt>
                <c:pt idx="53">
                  <c:v>45765.676759259259</c:v>
                </c:pt>
                <c:pt idx="54">
                  <c:v>45765.676793981482</c:v>
                </c:pt>
                <c:pt idx="55">
                  <c:v>45765.676840277774</c:v>
                </c:pt>
                <c:pt idx="56">
                  <c:v>45765.676874999997</c:v>
                </c:pt>
                <c:pt idx="57">
                  <c:v>45765.676921296297</c:v>
                </c:pt>
                <c:pt idx="58">
                  <c:v>45765.67695601852</c:v>
                </c:pt>
                <c:pt idx="59">
                  <c:v>45765.676990740743</c:v>
                </c:pt>
                <c:pt idx="60">
                  <c:v>45765.677037037036</c:v>
                </c:pt>
                <c:pt idx="61">
                  <c:v>45765.677071759259</c:v>
                </c:pt>
                <c:pt idx="62">
                  <c:v>45765.677118055559</c:v>
                </c:pt>
                <c:pt idx="63">
                  <c:v>45765.677152777775</c:v>
                </c:pt>
                <c:pt idx="64">
                  <c:v>45765.677199074074</c:v>
                </c:pt>
                <c:pt idx="65">
                  <c:v>45765.677233796298</c:v>
                </c:pt>
                <c:pt idx="66">
                  <c:v>45765.677268518521</c:v>
                </c:pt>
                <c:pt idx="67">
                  <c:v>45765.677314814813</c:v>
                </c:pt>
                <c:pt idx="68">
                  <c:v>45765.677349537036</c:v>
                </c:pt>
                <c:pt idx="69">
                  <c:v>45765.677395833336</c:v>
                </c:pt>
                <c:pt idx="70">
                  <c:v>45765.677430555559</c:v>
                </c:pt>
                <c:pt idx="71">
                  <c:v>45765.677476851852</c:v>
                </c:pt>
                <c:pt idx="72">
                  <c:v>45765.677511574075</c:v>
                </c:pt>
                <c:pt idx="73">
                  <c:v>45765.677546296298</c:v>
                </c:pt>
                <c:pt idx="74">
                  <c:v>45765.67759259259</c:v>
                </c:pt>
                <c:pt idx="75">
                  <c:v>45765.677627314813</c:v>
                </c:pt>
                <c:pt idx="76">
                  <c:v>45765.677673611113</c:v>
                </c:pt>
                <c:pt idx="77">
                  <c:v>45765.677708333336</c:v>
                </c:pt>
                <c:pt idx="78">
                  <c:v>45765.677754629629</c:v>
                </c:pt>
                <c:pt idx="79">
                  <c:v>45765.677789351852</c:v>
                </c:pt>
                <c:pt idx="80">
                  <c:v>45765.677824074075</c:v>
                </c:pt>
                <c:pt idx="81">
                  <c:v>45765.677870370368</c:v>
                </c:pt>
                <c:pt idx="82">
                  <c:v>45765.677905092591</c:v>
                </c:pt>
                <c:pt idx="83">
                  <c:v>45765.677951388891</c:v>
                </c:pt>
                <c:pt idx="84">
                  <c:v>45765.677986111114</c:v>
                </c:pt>
                <c:pt idx="85">
                  <c:v>45765.678032407406</c:v>
                </c:pt>
                <c:pt idx="86">
                  <c:v>45765.678067129629</c:v>
                </c:pt>
                <c:pt idx="87">
                  <c:v>45765.678101851852</c:v>
                </c:pt>
                <c:pt idx="88">
                  <c:v>45765.678148148145</c:v>
                </c:pt>
                <c:pt idx="89">
                  <c:v>45765.678182870368</c:v>
                </c:pt>
                <c:pt idx="90">
                  <c:v>45765.678229166668</c:v>
                </c:pt>
                <c:pt idx="91">
                  <c:v>45765.678263888891</c:v>
                </c:pt>
                <c:pt idx="92">
                  <c:v>45765.678310185183</c:v>
                </c:pt>
                <c:pt idx="93">
                  <c:v>45765.678344907406</c:v>
                </c:pt>
                <c:pt idx="94">
                  <c:v>45765.678379629629</c:v>
                </c:pt>
                <c:pt idx="95">
                  <c:v>45765.678425925929</c:v>
                </c:pt>
                <c:pt idx="96">
                  <c:v>45765.678460648145</c:v>
                </c:pt>
                <c:pt idx="97">
                  <c:v>45765.678506944445</c:v>
                </c:pt>
                <c:pt idx="98">
                  <c:v>45765.678541666668</c:v>
                </c:pt>
                <c:pt idx="99">
                  <c:v>45765.678587962961</c:v>
                </c:pt>
                <c:pt idx="100">
                  <c:v>45765.678622685184</c:v>
                </c:pt>
                <c:pt idx="101">
                  <c:v>45765.678657407407</c:v>
                </c:pt>
                <c:pt idx="102">
                  <c:v>45765.678703703707</c:v>
                </c:pt>
                <c:pt idx="103">
                  <c:v>45765.678738425922</c:v>
                </c:pt>
                <c:pt idx="104">
                  <c:v>45765.678784722222</c:v>
                </c:pt>
                <c:pt idx="105">
                  <c:v>45765.678819444445</c:v>
                </c:pt>
                <c:pt idx="106">
                  <c:v>45765.678865740738</c:v>
                </c:pt>
                <c:pt idx="107">
                  <c:v>45765.678900462961</c:v>
                </c:pt>
                <c:pt idx="108">
                  <c:v>45765.678935185184</c:v>
                </c:pt>
                <c:pt idx="109">
                  <c:v>45765.678981481484</c:v>
                </c:pt>
                <c:pt idx="110">
                  <c:v>45765.679016203707</c:v>
                </c:pt>
                <c:pt idx="111">
                  <c:v>45765.679062499999</c:v>
                </c:pt>
                <c:pt idx="112">
                  <c:v>45765.679097222222</c:v>
                </c:pt>
                <c:pt idx="113">
                  <c:v>45765.679143518515</c:v>
                </c:pt>
                <c:pt idx="114">
                  <c:v>45765.679178240738</c:v>
                </c:pt>
                <c:pt idx="115">
                  <c:v>45765.679212962961</c:v>
                </c:pt>
                <c:pt idx="116">
                  <c:v>45765.679259259261</c:v>
                </c:pt>
                <c:pt idx="117">
                  <c:v>45765.679293981484</c:v>
                </c:pt>
                <c:pt idx="118">
                  <c:v>45765.679340277777</c:v>
                </c:pt>
                <c:pt idx="119">
                  <c:v>45765.679375</c:v>
                </c:pt>
                <c:pt idx="120">
                  <c:v>45765.679409722223</c:v>
                </c:pt>
                <c:pt idx="121">
                  <c:v>45765.679456018515</c:v>
                </c:pt>
                <c:pt idx="122">
                  <c:v>45765.679490740738</c:v>
                </c:pt>
                <c:pt idx="123">
                  <c:v>45765.679537037038</c:v>
                </c:pt>
                <c:pt idx="124">
                  <c:v>45765.679571759261</c:v>
                </c:pt>
                <c:pt idx="125">
                  <c:v>45765.679618055554</c:v>
                </c:pt>
                <c:pt idx="126">
                  <c:v>45765.679652777777</c:v>
                </c:pt>
                <c:pt idx="127">
                  <c:v>45765.6796875</c:v>
                </c:pt>
                <c:pt idx="128">
                  <c:v>45765.6797337963</c:v>
                </c:pt>
                <c:pt idx="129">
                  <c:v>45765.679768518516</c:v>
                </c:pt>
                <c:pt idx="130">
                  <c:v>45765.679814814815</c:v>
                </c:pt>
                <c:pt idx="131">
                  <c:v>45765.679849537039</c:v>
                </c:pt>
                <c:pt idx="132">
                  <c:v>45765.679895833331</c:v>
                </c:pt>
                <c:pt idx="133">
                  <c:v>45765.679930555554</c:v>
                </c:pt>
                <c:pt idx="134">
                  <c:v>45765.679965277777</c:v>
                </c:pt>
                <c:pt idx="135">
                  <c:v>45765.680011574077</c:v>
                </c:pt>
                <c:pt idx="136">
                  <c:v>45765.680046296293</c:v>
                </c:pt>
                <c:pt idx="137">
                  <c:v>45765.680092592593</c:v>
                </c:pt>
                <c:pt idx="138">
                  <c:v>45765.680127314816</c:v>
                </c:pt>
                <c:pt idx="139">
                  <c:v>45765.680173611108</c:v>
                </c:pt>
                <c:pt idx="140">
                  <c:v>45765.680208333331</c:v>
                </c:pt>
                <c:pt idx="141">
                  <c:v>45765.680243055554</c:v>
                </c:pt>
                <c:pt idx="142">
                  <c:v>45765.680289351854</c:v>
                </c:pt>
                <c:pt idx="143">
                  <c:v>45765.680324074077</c:v>
                </c:pt>
                <c:pt idx="144">
                  <c:v>45765.68037037037</c:v>
                </c:pt>
                <c:pt idx="145">
                  <c:v>45765.680405092593</c:v>
                </c:pt>
                <c:pt idx="146">
                  <c:v>45765.680451388886</c:v>
                </c:pt>
                <c:pt idx="147">
                  <c:v>45765.680486111109</c:v>
                </c:pt>
                <c:pt idx="148">
                  <c:v>45765.680532407408</c:v>
                </c:pt>
                <c:pt idx="149">
                  <c:v>45765.680567129632</c:v>
                </c:pt>
                <c:pt idx="150">
                  <c:v>45765.680601851855</c:v>
                </c:pt>
                <c:pt idx="151">
                  <c:v>45765.680648148147</c:v>
                </c:pt>
                <c:pt idx="152">
                  <c:v>45765.68068287037</c:v>
                </c:pt>
                <c:pt idx="153">
                  <c:v>45765.68072916667</c:v>
                </c:pt>
                <c:pt idx="154">
                  <c:v>45765.680763888886</c:v>
                </c:pt>
                <c:pt idx="155">
                  <c:v>45765.680810185186</c:v>
                </c:pt>
                <c:pt idx="156">
                  <c:v>45765.680844907409</c:v>
                </c:pt>
                <c:pt idx="157">
                  <c:v>45765.680879629632</c:v>
                </c:pt>
                <c:pt idx="158">
                  <c:v>45765.680925925924</c:v>
                </c:pt>
                <c:pt idx="159">
                  <c:v>45765.680960648147</c:v>
                </c:pt>
                <c:pt idx="160">
                  <c:v>45765.681006944447</c:v>
                </c:pt>
                <c:pt idx="161">
                  <c:v>45765.681041666663</c:v>
                </c:pt>
                <c:pt idx="162">
                  <c:v>45765.681087962963</c:v>
                </c:pt>
                <c:pt idx="163">
                  <c:v>45765.681122685186</c:v>
                </c:pt>
                <c:pt idx="164">
                  <c:v>45765.681157407409</c:v>
                </c:pt>
                <c:pt idx="165">
                  <c:v>45765.681203703702</c:v>
                </c:pt>
                <c:pt idx="166">
                  <c:v>45765.681238425925</c:v>
                </c:pt>
                <c:pt idx="167">
                  <c:v>45765.681284722225</c:v>
                </c:pt>
                <c:pt idx="168">
                  <c:v>45765.681319444448</c:v>
                </c:pt>
                <c:pt idx="169">
                  <c:v>45765.68136574074</c:v>
                </c:pt>
                <c:pt idx="170">
                  <c:v>45765.681400462963</c:v>
                </c:pt>
                <c:pt idx="171">
                  <c:v>45765.681435185186</c:v>
                </c:pt>
                <c:pt idx="172">
                  <c:v>45765.681481481479</c:v>
                </c:pt>
                <c:pt idx="173">
                  <c:v>45765.681516203702</c:v>
                </c:pt>
                <c:pt idx="174">
                  <c:v>45765.681562500002</c:v>
                </c:pt>
                <c:pt idx="175">
                  <c:v>45765.681597222225</c:v>
                </c:pt>
                <c:pt idx="176">
                  <c:v>45765.681643518517</c:v>
                </c:pt>
                <c:pt idx="177">
                  <c:v>45765.68167824074</c:v>
                </c:pt>
                <c:pt idx="178">
                  <c:v>45765.681712962964</c:v>
                </c:pt>
                <c:pt idx="179">
                  <c:v>45765.681759259256</c:v>
                </c:pt>
                <c:pt idx="180">
                  <c:v>45765.681793981479</c:v>
                </c:pt>
                <c:pt idx="181">
                  <c:v>45765.681840277779</c:v>
                </c:pt>
                <c:pt idx="182">
                  <c:v>45765.681875000002</c:v>
                </c:pt>
                <c:pt idx="183">
                  <c:v>45765.681921296295</c:v>
                </c:pt>
                <c:pt idx="184">
                  <c:v>45765.681956018518</c:v>
                </c:pt>
                <c:pt idx="185">
                  <c:v>45765.681990740741</c:v>
                </c:pt>
                <c:pt idx="186">
                  <c:v>45765.682037037041</c:v>
                </c:pt>
                <c:pt idx="187">
                  <c:v>45765.682071759256</c:v>
                </c:pt>
                <c:pt idx="188">
                  <c:v>45765.682118055556</c:v>
                </c:pt>
                <c:pt idx="189">
                  <c:v>45765.682152777779</c:v>
                </c:pt>
                <c:pt idx="190">
                  <c:v>45765.682199074072</c:v>
                </c:pt>
                <c:pt idx="191">
                  <c:v>45765.682233796295</c:v>
                </c:pt>
                <c:pt idx="192">
                  <c:v>45765.682268518518</c:v>
                </c:pt>
                <c:pt idx="193">
                  <c:v>45765.682314814818</c:v>
                </c:pt>
                <c:pt idx="194">
                  <c:v>45765.682349537034</c:v>
                </c:pt>
                <c:pt idx="195">
                  <c:v>45765.682395833333</c:v>
                </c:pt>
                <c:pt idx="196">
                  <c:v>45765.682430555556</c:v>
                </c:pt>
                <c:pt idx="197">
                  <c:v>45765.682476851849</c:v>
                </c:pt>
                <c:pt idx="198">
                  <c:v>45765.682511574072</c:v>
                </c:pt>
                <c:pt idx="199">
                  <c:v>45765.682546296295</c:v>
                </c:pt>
                <c:pt idx="200">
                  <c:v>45765.682592592595</c:v>
                </c:pt>
                <c:pt idx="201">
                  <c:v>45765.682627314818</c:v>
                </c:pt>
                <c:pt idx="202">
                  <c:v>45765.682673611111</c:v>
                </c:pt>
                <c:pt idx="203">
                  <c:v>45765.682708333334</c:v>
                </c:pt>
                <c:pt idx="204">
                  <c:v>45765.682754629626</c:v>
                </c:pt>
                <c:pt idx="205">
                  <c:v>45765.682789351849</c:v>
                </c:pt>
                <c:pt idx="206">
                  <c:v>45765.682824074072</c:v>
                </c:pt>
                <c:pt idx="207">
                  <c:v>45765.682870370372</c:v>
                </c:pt>
                <c:pt idx="208">
                  <c:v>45765.682905092595</c:v>
                </c:pt>
                <c:pt idx="209">
                  <c:v>45765.682951388888</c:v>
                </c:pt>
                <c:pt idx="210">
                  <c:v>45765.682986111111</c:v>
                </c:pt>
                <c:pt idx="211">
                  <c:v>45765.683032407411</c:v>
                </c:pt>
                <c:pt idx="212">
                  <c:v>45765.683067129627</c:v>
                </c:pt>
                <c:pt idx="213">
                  <c:v>45765.68310185185</c:v>
                </c:pt>
                <c:pt idx="214">
                  <c:v>45765.683148148149</c:v>
                </c:pt>
                <c:pt idx="215">
                  <c:v>45765.683182870373</c:v>
                </c:pt>
                <c:pt idx="216">
                  <c:v>45765.683229166665</c:v>
                </c:pt>
                <c:pt idx="217">
                  <c:v>45765.683263888888</c:v>
                </c:pt>
                <c:pt idx="218">
                  <c:v>45765.683310185188</c:v>
                </c:pt>
                <c:pt idx="219">
                  <c:v>45765.683344907404</c:v>
                </c:pt>
                <c:pt idx="220">
                  <c:v>45765.683379629627</c:v>
                </c:pt>
                <c:pt idx="221">
                  <c:v>45765.683425925927</c:v>
                </c:pt>
                <c:pt idx="222">
                  <c:v>45765.68346064815</c:v>
                </c:pt>
                <c:pt idx="223">
                  <c:v>45765.683506944442</c:v>
                </c:pt>
                <c:pt idx="224">
                  <c:v>45765.683541666665</c:v>
                </c:pt>
                <c:pt idx="225">
                  <c:v>45765.683587962965</c:v>
                </c:pt>
                <c:pt idx="226">
                  <c:v>45765.683622685188</c:v>
                </c:pt>
                <c:pt idx="227">
                  <c:v>45765.683657407404</c:v>
                </c:pt>
                <c:pt idx="228">
                  <c:v>45765.683703703704</c:v>
                </c:pt>
                <c:pt idx="229">
                  <c:v>45765.683738425927</c:v>
                </c:pt>
                <c:pt idx="230">
                  <c:v>45765.68378472222</c:v>
                </c:pt>
                <c:pt idx="231">
                  <c:v>45765.683819444443</c:v>
                </c:pt>
                <c:pt idx="232">
                  <c:v>45765.683865740742</c:v>
                </c:pt>
                <c:pt idx="233">
                  <c:v>45765.683900462966</c:v>
                </c:pt>
                <c:pt idx="234">
                  <c:v>45765.683935185189</c:v>
                </c:pt>
                <c:pt idx="235">
                  <c:v>45765.683981481481</c:v>
                </c:pt>
                <c:pt idx="236">
                  <c:v>45765.684016203704</c:v>
                </c:pt>
                <c:pt idx="237">
                  <c:v>45765.684062499997</c:v>
                </c:pt>
                <c:pt idx="238">
                  <c:v>45765.68409722222</c:v>
                </c:pt>
                <c:pt idx="239">
                  <c:v>45765.68414351852</c:v>
                </c:pt>
                <c:pt idx="240">
                  <c:v>45765.684178240743</c:v>
                </c:pt>
                <c:pt idx="241">
                  <c:v>45765.684212962966</c:v>
                </c:pt>
                <c:pt idx="242">
                  <c:v>45765.684259259258</c:v>
                </c:pt>
                <c:pt idx="243">
                  <c:v>45765.684293981481</c:v>
                </c:pt>
                <c:pt idx="244">
                  <c:v>45765.684340277781</c:v>
                </c:pt>
                <c:pt idx="245">
                  <c:v>45765.684374999997</c:v>
                </c:pt>
                <c:pt idx="246">
                  <c:v>45765.684421296297</c:v>
                </c:pt>
                <c:pt idx="247">
                  <c:v>45765.68445601852</c:v>
                </c:pt>
                <c:pt idx="248">
                  <c:v>45765.684490740743</c:v>
                </c:pt>
                <c:pt idx="249">
                  <c:v>45765.684537037036</c:v>
                </c:pt>
                <c:pt idx="250">
                  <c:v>45765.684571759259</c:v>
                </c:pt>
                <c:pt idx="251">
                  <c:v>45765.684618055559</c:v>
                </c:pt>
                <c:pt idx="252">
                  <c:v>45765.684652777774</c:v>
                </c:pt>
                <c:pt idx="253">
                  <c:v>45765.684699074074</c:v>
                </c:pt>
                <c:pt idx="254">
                  <c:v>45765.684733796297</c:v>
                </c:pt>
                <c:pt idx="255">
                  <c:v>45765.68476851852</c:v>
                </c:pt>
                <c:pt idx="256">
                  <c:v>45765.684814814813</c:v>
                </c:pt>
                <c:pt idx="257">
                  <c:v>45765.684849537036</c:v>
                </c:pt>
                <c:pt idx="258">
                  <c:v>45765.684895833336</c:v>
                </c:pt>
                <c:pt idx="259">
                  <c:v>45765.684930555559</c:v>
                </c:pt>
                <c:pt idx="260">
                  <c:v>45765.684976851851</c:v>
                </c:pt>
                <c:pt idx="261">
                  <c:v>45765.685011574074</c:v>
                </c:pt>
                <c:pt idx="262">
                  <c:v>45765.685046296298</c:v>
                </c:pt>
                <c:pt idx="263">
                  <c:v>45765.68509259259</c:v>
                </c:pt>
                <c:pt idx="264">
                  <c:v>45765.685127314813</c:v>
                </c:pt>
                <c:pt idx="265">
                  <c:v>45765.685173611113</c:v>
                </c:pt>
                <c:pt idx="266">
                  <c:v>45765.685208333336</c:v>
                </c:pt>
                <c:pt idx="267">
                  <c:v>45765.685254629629</c:v>
                </c:pt>
                <c:pt idx="268">
                  <c:v>45765.685289351852</c:v>
                </c:pt>
                <c:pt idx="269">
                  <c:v>45765.685324074075</c:v>
                </c:pt>
                <c:pt idx="270">
                  <c:v>45765.685370370367</c:v>
                </c:pt>
                <c:pt idx="271">
                  <c:v>45765.68540509259</c:v>
                </c:pt>
                <c:pt idx="272">
                  <c:v>45765.68545138889</c:v>
                </c:pt>
                <c:pt idx="273">
                  <c:v>45765.685486111113</c:v>
                </c:pt>
                <c:pt idx="274">
                  <c:v>45765.685532407406</c:v>
                </c:pt>
                <c:pt idx="275">
                  <c:v>45765.685567129629</c:v>
                </c:pt>
                <c:pt idx="276">
                  <c:v>45765.685601851852</c:v>
                </c:pt>
                <c:pt idx="277">
                  <c:v>45765.685648148145</c:v>
                </c:pt>
                <c:pt idx="278">
                  <c:v>45765.685682870368</c:v>
                </c:pt>
                <c:pt idx="279">
                  <c:v>45765.685729166667</c:v>
                </c:pt>
                <c:pt idx="280">
                  <c:v>45765.685763888891</c:v>
                </c:pt>
                <c:pt idx="281">
                  <c:v>45765.685810185183</c:v>
                </c:pt>
                <c:pt idx="282">
                  <c:v>45765.685844907406</c:v>
                </c:pt>
                <c:pt idx="283">
                  <c:v>45765.685879629629</c:v>
                </c:pt>
                <c:pt idx="284">
                  <c:v>45765.685925925929</c:v>
                </c:pt>
                <c:pt idx="285">
                  <c:v>45765.685960648145</c:v>
                </c:pt>
                <c:pt idx="286">
                  <c:v>45765.686006944445</c:v>
                </c:pt>
                <c:pt idx="287">
                  <c:v>45765.686041666668</c:v>
                </c:pt>
                <c:pt idx="288">
                  <c:v>45765.68608796296</c:v>
                </c:pt>
                <c:pt idx="289">
                  <c:v>45765.686122685183</c:v>
                </c:pt>
                <c:pt idx="290">
                  <c:v>45765.686157407406</c:v>
                </c:pt>
                <c:pt idx="291">
                  <c:v>45765.686203703706</c:v>
                </c:pt>
                <c:pt idx="292">
                  <c:v>45765.686238425929</c:v>
                </c:pt>
                <c:pt idx="293">
                  <c:v>45765.686284722222</c:v>
                </c:pt>
                <c:pt idx="294">
                  <c:v>45765.686319444445</c:v>
                </c:pt>
                <c:pt idx="295">
                  <c:v>45765.686365740738</c:v>
                </c:pt>
                <c:pt idx="296">
                  <c:v>45765.686400462961</c:v>
                </c:pt>
                <c:pt idx="297">
                  <c:v>45765.686435185184</c:v>
                </c:pt>
                <c:pt idx="298">
                  <c:v>45765.686481481483</c:v>
                </c:pt>
                <c:pt idx="299">
                  <c:v>45765.686516203707</c:v>
                </c:pt>
                <c:pt idx="300">
                  <c:v>45765.686562499999</c:v>
                </c:pt>
                <c:pt idx="301">
                  <c:v>45765.686597222222</c:v>
                </c:pt>
                <c:pt idx="302">
                  <c:v>45765.686643518522</c:v>
                </c:pt>
                <c:pt idx="303">
                  <c:v>45765.686678240738</c:v>
                </c:pt>
                <c:pt idx="304">
                  <c:v>45765.686712962961</c:v>
                </c:pt>
                <c:pt idx="305">
                  <c:v>45765.686759259261</c:v>
                </c:pt>
                <c:pt idx="306">
                  <c:v>45765.686793981484</c:v>
                </c:pt>
                <c:pt idx="307">
                  <c:v>45765.686840277776</c:v>
                </c:pt>
                <c:pt idx="308">
                  <c:v>45765.686874999999</c:v>
                </c:pt>
                <c:pt idx="309">
                  <c:v>45765.686921296299</c:v>
                </c:pt>
                <c:pt idx="310">
                  <c:v>45765.686956018515</c:v>
                </c:pt>
                <c:pt idx="311">
                  <c:v>45765.686990740738</c:v>
                </c:pt>
                <c:pt idx="312">
                  <c:v>45765.687037037038</c:v>
                </c:pt>
                <c:pt idx="313">
                  <c:v>45765.687071759261</c:v>
                </c:pt>
                <c:pt idx="314">
                  <c:v>45765.687118055554</c:v>
                </c:pt>
                <c:pt idx="315">
                  <c:v>45765.687152777777</c:v>
                </c:pt>
                <c:pt idx="316">
                  <c:v>45765.687199074076</c:v>
                </c:pt>
                <c:pt idx="317">
                  <c:v>45765.6872337963</c:v>
                </c:pt>
                <c:pt idx="318">
                  <c:v>45765.687268518515</c:v>
                </c:pt>
                <c:pt idx="319">
                  <c:v>45765.687314814815</c:v>
                </c:pt>
                <c:pt idx="320">
                  <c:v>45765.687349537038</c:v>
                </c:pt>
                <c:pt idx="321">
                  <c:v>45765.687395833331</c:v>
                </c:pt>
                <c:pt idx="322">
                  <c:v>45765.687430555554</c:v>
                </c:pt>
                <c:pt idx="323">
                  <c:v>45765.687476851854</c:v>
                </c:pt>
                <c:pt idx="324">
                  <c:v>45765.687511574077</c:v>
                </c:pt>
                <c:pt idx="325">
                  <c:v>45765.6875462963</c:v>
                </c:pt>
                <c:pt idx="326">
                  <c:v>45765.687592592592</c:v>
                </c:pt>
                <c:pt idx="327">
                  <c:v>45765.687627314815</c:v>
                </c:pt>
                <c:pt idx="328">
                  <c:v>45765.687673611108</c:v>
                </c:pt>
                <c:pt idx="329">
                  <c:v>45765.687708333331</c:v>
                </c:pt>
                <c:pt idx="330">
                  <c:v>45765.687754629631</c:v>
                </c:pt>
                <c:pt idx="331">
                  <c:v>45765.687789351854</c:v>
                </c:pt>
                <c:pt idx="332">
                  <c:v>45765.687824074077</c:v>
                </c:pt>
                <c:pt idx="333">
                  <c:v>45765.68787037037</c:v>
                </c:pt>
                <c:pt idx="334">
                  <c:v>45765.687905092593</c:v>
                </c:pt>
                <c:pt idx="335">
                  <c:v>45765.687951388885</c:v>
                </c:pt>
                <c:pt idx="336">
                  <c:v>45765.687986111108</c:v>
                </c:pt>
                <c:pt idx="337">
                  <c:v>45765.688032407408</c:v>
                </c:pt>
                <c:pt idx="338">
                  <c:v>45765.688067129631</c:v>
                </c:pt>
                <c:pt idx="339">
                  <c:v>45765.688101851854</c:v>
                </c:pt>
                <c:pt idx="340">
                  <c:v>45765.688148148147</c:v>
                </c:pt>
                <c:pt idx="341">
                  <c:v>45765.68818287037</c:v>
                </c:pt>
                <c:pt idx="342">
                  <c:v>45765.68822916667</c:v>
                </c:pt>
                <c:pt idx="343">
                  <c:v>45765.688263888886</c:v>
                </c:pt>
                <c:pt idx="344">
                  <c:v>45765.688310185185</c:v>
                </c:pt>
                <c:pt idx="345">
                  <c:v>45765.688344907408</c:v>
                </c:pt>
                <c:pt idx="346">
                  <c:v>45765.688379629632</c:v>
                </c:pt>
                <c:pt idx="347">
                  <c:v>45765.688425925924</c:v>
                </c:pt>
                <c:pt idx="348">
                  <c:v>45765.688460648147</c:v>
                </c:pt>
                <c:pt idx="349">
                  <c:v>45765.688506944447</c:v>
                </c:pt>
                <c:pt idx="350">
                  <c:v>45765.68854166667</c:v>
                </c:pt>
                <c:pt idx="351">
                  <c:v>45765.688587962963</c:v>
                </c:pt>
                <c:pt idx="352">
                  <c:v>45765.688622685186</c:v>
                </c:pt>
                <c:pt idx="353">
                  <c:v>45765.688657407409</c:v>
                </c:pt>
                <c:pt idx="354">
                  <c:v>45765.688703703701</c:v>
                </c:pt>
                <c:pt idx="355">
                  <c:v>45765.688738425924</c:v>
                </c:pt>
                <c:pt idx="356">
                  <c:v>45765.688784722224</c:v>
                </c:pt>
                <c:pt idx="357">
                  <c:v>45765.688819444447</c:v>
                </c:pt>
                <c:pt idx="358">
                  <c:v>45765.68886574074</c:v>
                </c:pt>
                <c:pt idx="359">
                  <c:v>45765.688900462963</c:v>
                </c:pt>
                <c:pt idx="360">
                  <c:v>45765.688935185186</c:v>
                </c:pt>
                <c:pt idx="361">
                  <c:v>45765.688981481479</c:v>
                </c:pt>
                <c:pt idx="362">
                  <c:v>45765.689016203702</c:v>
                </c:pt>
                <c:pt idx="363">
                  <c:v>45765.689062500001</c:v>
                </c:pt>
                <c:pt idx="364">
                  <c:v>45765.689097222225</c:v>
                </c:pt>
                <c:pt idx="365">
                  <c:v>45765.689143518517</c:v>
                </c:pt>
                <c:pt idx="366">
                  <c:v>45765.68917824074</c:v>
                </c:pt>
                <c:pt idx="367">
                  <c:v>45765.689212962963</c:v>
                </c:pt>
                <c:pt idx="368">
                  <c:v>45765.689259259256</c:v>
                </c:pt>
                <c:pt idx="369">
                  <c:v>45765.689293981479</c:v>
                </c:pt>
                <c:pt idx="370">
                  <c:v>45765.689340277779</c:v>
                </c:pt>
                <c:pt idx="371">
                  <c:v>45765.689375000002</c:v>
                </c:pt>
                <c:pt idx="372">
                  <c:v>45765.689421296294</c:v>
                </c:pt>
                <c:pt idx="373">
                  <c:v>45765.689456018517</c:v>
                </c:pt>
                <c:pt idx="374">
                  <c:v>45765.68949074074</c:v>
                </c:pt>
                <c:pt idx="375">
                  <c:v>45765.68953703704</c:v>
                </c:pt>
                <c:pt idx="376">
                  <c:v>45765.689571759256</c:v>
                </c:pt>
                <c:pt idx="377">
                  <c:v>45765.689618055556</c:v>
                </c:pt>
                <c:pt idx="378">
                  <c:v>45765.689652777779</c:v>
                </c:pt>
                <c:pt idx="379">
                  <c:v>45765.689699074072</c:v>
                </c:pt>
                <c:pt idx="380">
                  <c:v>45765.689733796295</c:v>
                </c:pt>
                <c:pt idx="381">
                  <c:v>45765.689780092594</c:v>
                </c:pt>
                <c:pt idx="382">
                  <c:v>45765.689814814818</c:v>
                </c:pt>
                <c:pt idx="383">
                  <c:v>45765.689849537041</c:v>
                </c:pt>
                <c:pt idx="384">
                  <c:v>45765.689895833333</c:v>
                </c:pt>
                <c:pt idx="385">
                  <c:v>45765.689930555556</c:v>
                </c:pt>
                <c:pt idx="386">
                  <c:v>45765.689976851849</c:v>
                </c:pt>
                <c:pt idx="387">
                  <c:v>45765.690011574072</c:v>
                </c:pt>
                <c:pt idx="388">
                  <c:v>45765.690057870372</c:v>
                </c:pt>
                <c:pt idx="389">
                  <c:v>45765.690092592595</c:v>
                </c:pt>
                <c:pt idx="390">
                  <c:v>45765.690127314818</c:v>
                </c:pt>
                <c:pt idx="391">
                  <c:v>45765.69017361111</c:v>
                </c:pt>
                <c:pt idx="392">
                  <c:v>45765.690208333333</c:v>
                </c:pt>
                <c:pt idx="393">
                  <c:v>45765.690254629626</c:v>
                </c:pt>
                <c:pt idx="394">
                  <c:v>45765.690289351849</c:v>
                </c:pt>
                <c:pt idx="395">
                  <c:v>45765.690335648149</c:v>
                </c:pt>
                <c:pt idx="396">
                  <c:v>45765.690370370372</c:v>
                </c:pt>
                <c:pt idx="397">
                  <c:v>45765.690405092595</c:v>
                </c:pt>
                <c:pt idx="398">
                  <c:v>45765.690451388888</c:v>
                </c:pt>
                <c:pt idx="399">
                  <c:v>45765.690486111111</c:v>
                </c:pt>
                <c:pt idx="400">
                  <c:v>45765.690532407411</c:v>
                </c:pt>
                <c:pt idx="401">
                  <c:v>45765.690567129626</c:v>
                </c:pt>
                <c:pt idx="402">
                  <c:v>45765.690613425926</c:v>
                </c:pt>
                <c:pt idx="403">
                  <c:v>45765.690648148149</c:v>
                </c:pt>
                <c:pt idx="404">
                  <c:v>45765.690682870372</c:v>
                </c:pt>
                <c:pt idx="405">
                  <c:v>45765.690729166665</c:v>
                </c:pt>
                <c:pt idx="406">
                  <c:v>45765.690763888888</c:v>
                </c:pt>
                <c:pt idx="407">
                  <c:v>45765.690810185188</c:v>
                </c:pt>
                <c:pt idx="408">
                  <c:v>45765.690844907411</c:v>
                </c:pt>
                <c:pt idx="409">
                  <c:v>45765.690891203703</c:v>
                </c:pt>
                <c:pt idx="410">
                  <c:v>45765.690925925926</c:v>
                </c:pt>
                <c:pt idx="411">
                  <c:v>45765.690960648149</c:v>
                </c:pt>
                <c:pt idx="412">
                  <c:v>45765.691006944442</c:v>
                </c:pt>
                <c:pt idx="413">
                  <c:v>45765.691041666665</c:v>
                </c:pt>
                <c:pt idx="414">
                  <c:v>45765.691087962965</c:v>
                </c:pt>
                <c:pt idx="415">
                  <c:v>45765.691122685188</c:v>
                </c:pt>
                <c:pt idx="416">
                  <c:v>45765.691168981481</c:v>
                </c:pt>
                <c:pt idx="417">
                  <c:v>45765.691203703704</c:v>
                </c:pt>
                <c:pt idx="418">
                  <c:v>45765.691238425927</c:v>
                </c:pt>
                <c:pt idx="419">
                  <c:v>45765.691284722219</c:v>
                </c:pt>
                <c:pt idx="420">
                  <c:v>45765.691319444442</c:v>
                </c:pt>
                <c:pt idx="421">
                  <c:v>45765.691365740742</c:v>
                </c:pt>
                <c:pt idx="422">
                  <c:v>45765.691400462965</c:v>
                </c:pt>
                <c:pt idx="423">
                  <c:v>45765.691446759258</c:v>
                </c:pt>
                <c:pt idx="424">
                  <c:v>45765.691481481481</c:v>
                </c:pt>
                <c:pt idx="425">
                  <c:v>45765.691516203704</c:v>
                </c:pt>
                <c:pt idx="426">
                  <c:v>45765.691562499997</c:v>
                </c:pt>
                <c:pt idx="427">
                  <c:v>45765.69159722222</c:v>
                </c:pt>
                <c:pt idx="428">
                  <c:v>45765.691643518519</c:v>
                </c:pt>
                <c:pt idx="429">
                  <c:v>45765.691678240742</c:v>
                </c:pt>
                <c:pt idx="430">
                  <c:v>45765.691724537035</c:v>
                </c:pt>
                <c:pt idx="431">
                  <c:v>45765.691759259258</c:v>
                </c:pt>
                <c:pt idx="432">
                  <c:v>45765.691793981481</c:v>
                </c:pt>
                <c:pt idx="433">
                  <c:v>45765.691840277781</c:v>
                </c:pt>
                <c:pt idx="434">
                  <c:v>45765.691874999997</c:v>
                </c:pt>
                <c:pt idx="435">
                  <c:v>45765.691921296297</c:v>
                </c:pt>
                <c:pt idx="436">
                  <c:v>45765.69195601852</c:v>
                </c:pt>
                <c:pt idx="437">
                  <c:v>45765.692002314812</c:v>
                </c:pt>
                <c:pt idx="438">
                  <c:v>45765.692037037035</c:v>
                </c:pt>
                <c:pt idx="439">
                  <c:v>45765.692071759258</c:v>
                </c:pt>
                <c:pt idx="440">
                  <c:v>45765.692118055558</c:v>
                </c:pt>
                <c:pt idx="441">
                  <c:v>45765.692152777781</c:v>
                </c:pt>
                <c:pt idx="442">
                  <c:v>45765.692199074074</c:v>
                </c:pt>
                <c:pt idx="443">
                  <c:v>45765.692233796297</c:v>
                </c:pt>
                <c:pt idx="444">
                  <c:v>45765.692280092589</c:v>
                </c:pt>
                <c:pt idx="445">
                  <c:v>45765.692314814813</c:v>
                </c:pt>
                <c:pt idx="446">
                  <c:v>45765.692349537036</c:v>
                </c:pt>
                <c:pt idx="447">
                  <c:v>45765.692395833335</c:v>
                </c:pt>
                <c:pt idx="448">
                  <c:v>45765.692430555559</c:v>
                </c:pt>
                <c:pt idx="449">
                  <c:v>45765.692476851851</c:v>
                </c:pt>
                <c:pt idx="450">
                  <c:v>45765.692511574074</c:v>
                </c:pt>
                <c:pt idx="451">
                  <c:v>45765.692557870374</c:v>
                </c:pt>
                <c:pt idx="452">
                  <c:v>45765.69259259259</c:v>
                </c:pt>
                <c:pt idx="453">
                  <c:v>45765.692627314813</c:v>
                </c:pt>
                <c:pt idx="454">
                  <c:v>45765.692673611113</c:v>
                </c:pt>
                <c:pt idx="455">
                  <c:v>45765.692708333336</c:v>
                </c:pt>
                <c:pt idx="456">
                  <c:v>45765.692754629628</c:v>
                </c:pt>
                <c:pt idx="457">
                  <c:v>45765.692789351851</c:v>
                </c:pt>
                <c:pt idx="458">
                  <c:v>45765.692835648151</c:v>
                </c:pt>
                <c:pt idx="459">
                  <c:v>45765.692870370367</c:v>
                </c:pt>
                <c:pt idx="460">
                  <c:v>45765.69290509259</c:v>
                </c:pt>
                <c:pt idx="461">
                  <c:v>45765.69295138889</c:v>
                </c:pt>
                <c:pt idx="462">
                  <c:v>45765.692986111113</c:v>
                </c:pt>
                <c:pt idx="463">
                  <c:v>45765.693032407406</c:v>
                </c:pt>
                <c:pt idx="464">
                  <c:v>45765.693067129629</c:v>
                </c:pt>
                <c:pt idx="465">
                  <c:v>45765.693113425928</c:v>
                </c:pt>
                <c:pt idx="466">
                  <c:v>45765.693148148152</c:v>
                </c:pt>
                <c:pt idx="467">
                  <c:v>45765.693182870367</c:v>
                </c:pt>
                <c:pt idx="468">
                  <c:v>45765.693229166667</c:v>
                </c:pt>
                <c:pt idx="469">
                  <c:v>45765.69326388889</c:v>
                </c:pt>
                <c:pt idx="470">
                  <c:v>45765.693310185183</c:v>
                </c:pt>
                <c:pt idx="471">
                  <c:v>45765.693344907406</c:v>
                </c:pt>
                <c:pt idx="472">
                  <c:v>45765.693391203706</c:v>
                </c:pt>
                <c:pt idx="473">
                  <c:v>45765.693425925929</c:v>
                </c:pt>
                <c:pt idx="474">
                  <c:v>45765.693460648145</c:v>
                </c:pt>
                <c:pt idx="475">
                  <c:v>45765.693506944444</c:v>
                </c:pt>
                <c:pt idx="476">
                  <c:v>45765.693541666667</c:v>
                </c:pt>
                <c:pt idx="477">
                  <c:v>45765.69358796296</c:v>
                </c:pt>
                <c:pt idx="478">
                  <c:v>45765.693622685183</c:v>
                </c:pt>
                <c:pt idx="479">
                  <c:v>45765.693668981483</c:v>
                </c:pt>
                <c:pt idx="480">
                  <c:v>45765.693703703706</c:v>
                </c:pt>
                <c:pt idx="481">
                  <c:v>45765.693738425929</c:v>
                </c:pt>
                <c:pt idx="482">
                  <c:v>45765.693784722222</c:v>
                </c:pt>
                <c:pt idx="483">
                  <c:v>45765.693819444445</c:v>
                </c:pt>
                <c:pt idx="484">
                  <c:v>45765.693865740737</c:v>
                </c:pt>
                <c:pt idx="485">
                  <c:v>45765.69390046296</c:v>
                </c:pt>
                <c:pt idx="486">
                  <c:v>45765.69394675926</c:v>
                </c:pt>
                <c:pt idx="487">
                  <c:v>45765.693981481483</c:v>
                </c:pt>
                <c:pt idx="488">
                  <c:v>45765.694016203706</c:v>
                </c:pt>
                <c:pt idx="489">
                  <c:v>45765.694062499999</c:v>
                </c:pt>
                <c:pt idx="490">
                  <c:v>45765.694097222222</c:v>
                </c:pt>
                <c:pt idx="491">
                  <c:v>45765.694143518522</c:v>
                </c:pt>
                <c:pt idx="492">
                  <c:v>45765.694178240738</c:v>
                </c:pt>
                <c:pt idx="493">
                  <c:v>45765.694224537037</c:v>
                </c:pt>
                <c:pt idx="494">
                  <c:v>45765.69425925926</c:v>
                </c:pt>
                <c:pt idx="495">
                  <c:v>45765.694293981483</c:v>
                </c:pt>
                <c:pt idx="496">
                  <c:v>45765.694340277776</c:v>
                </c:pt>
                <c:pt idx="497">
                  <c:v>45765.694374999999</c:v>
                </c:pt>
                <c:pt idx="498">
                  <c:v>45765.694421296299</c:v>
                </c:pt>
                <c:pt idx="499">
                  <c:v>45765.694456018522</c:v>
                </c:pt>
                <c:pt idx="500">
                  <c:v>45765.694502314815</c:v>
                </c:pt>
                <c:pt idx="501">
                  <c:v>45765.694537037038</c:v>
                </c:pt>
                <c:pt idx="502">
                  <c:v>45765.694571759261</c:v>
                </c:pt>
                <c:pt idx="503">
                  <c:v>45765.694618055553</c:v>
                </c:pt>
                <c:pt idx="504">
                  <c:v>45765.694652777776</c:v>
                </c:pt>
                <c:pt idx="505">
                  <c:v>45765.694699074076</c:v>
                </c:pt>
                <c:pt idx="506">
                  <c:v>45765.694733796299</c:v>
                </c:pt>
                <c:pt idx="507">
                  <c:v>45765.694780092592</c:v>
                </c:pt>
                <c:pt idx="508">
                  <c:v>45765.694814814815</c:v>
                </c:pt>
                <c:pt idx="509">
                  <c:v>45765.694849537038</c:v>
                </c:pt>
                <c:pt idx="510">
                  <c:v>45765.694895833331</c:v>
                </c:pt>
                <c:pt idx="511">
                  <c:v>45765.694930555554</c:v>
                </c:pt>
                <c:pt idx="512">
                  <c:v>45765.694976851853</c:v>
                </c:pt>
                <c:pt idx="513">
                  <c:v>45765.695011574076</c:v>
                </c:pt>
                <c:pt idx="514">
                  <c:v>45765.695057870369</c:v>
                </c:pt>
                <c:pt idx="515">
                  <c:v>45765.695092592592</c:v>
                </c:pt>
                <c:pt idx="516">
                  <c:v>45765.695127314815</c:v>
                </c:pt>
                <c:pt idx="517">
                  <c:v>45765.695173611108</c:v>
                </c:pt>
                <c:pt idx="518">
                  <c:v>45765.695208333331</c:v>
                </c:pt>
                <c:pt idx="519">
                  <c:v>45765.695254629631</c:v>
                </c:pt>
                <c:pt idx="520">
                  <c:v>45765.695289351854</c:v>
                </c:pt>
                <c:pt idx="521">
                  <c:v>45765.695335648146</c:v>
                </c:pt>
                <c:pt idx="522">
                  <c:v>45765.695370370369</c:v>
                </c:pt>
                <c:pt idx="523">
                  <c:v>45765.695405092592</c:v>
                </c:pt>
                <c:pt idx="524">
                  <c:v>45765.695451388892</c:v>
                </c:pt>
                <c:pt idx="525">
                  <c:v>45765.695486111108</c:v>
                </c:pt>
                <c:pt idx="526">
                  <c:v>45765.695532407408</c:v>
                </c:pt>
                <c:pt idx="527">
                  <c:v>45765.695567129631</c:v>
                </c:pt>
                <c:pt idx="528">
                  <c:v>45765.695613425924</c:v>
                </c:pt>
                <c:pt idx="529">
                  <c:v>45765.695648148147</c:v>
                </c:pt>
                <c:pt idx="530">
                  <c:v>45765.69568287037</c:v>
                </c:pt>
                <c:pt idx="531">
                  <c:v>45765.695729166669</c:v>
                </c:pt>
                <c:pt idx="532">
                  <c:v>45765.695763888885</c:v>
                </c:pt>
                <c:pt idx="533">
                  <c:v>45765.695810185185</c:v>
                </c:pt>
                <c:pt idx="534">
                  <c:v>45765.695844907408</c:v>
                </c:pt>
                <c:pt idx="535">
                  <c:v>45765.695891203701</c:v>
                </c:pt>
                <c:pt idx="536">
                  <c:v>45765.695925925924</c:v>
                </c:pt>
                <c:pt idx="537">
                  <c:v>45765.695960648147</c:v>
                </c:pt>
                <c:pt idx="538">
                  <c:v>45765.696006944447</c:v>
                </c:pt>
                <c:pt idx="539">
                  <c:v>45765.69604166667</c:v>
                </c:pt>
                <c:pt idx="540">
                  <c:v>45765.696087962962</c:v>
                </c:pt>
                <c:pt idx="541">
                  <c:v>45765.696122685185</c:v>
                </c:pt>
                <c:pt idx="542">
                  <c:v>45765.696168981478</c:v>
                </c:pt>
                <c:pt idx="543">
                  <c:v>45765.696203703701</c:v>
                </c:pt>
                <c:pt idx="544">
                  <c:v>45765.696238425924</c:v>
                </c:pt>
                <c:pt idx="545">
                  <c:v>45765.696284722224</c:v>
                </c:pt>
                <c:pt idx="546">
                  <c:v>45765.696319444447</c:v>
                </c:pt>
                <c:pt idx="547">
                  <c:v>45765.69636574074</c:v>
                </c:pt>
                <c:pt idx="548">
                  <c:v>45765.696400462963</c:v>
                </c:pt>
                <c:pt idx="549">
                  <c:v>45765.696446759262</c:v>
                </c:pt>
                <c:pt idx="550">
                  <c:v>45765.696481481478</c:v>
                </c:pt>
                <c:pt idx="551">
                  <c:v>45765.696516203701</c:v>
                </c:pt>
                <c:pt idx="552">
                  <c:v>45765.696562500001</c:v>
                </c:pt>
                <c:pt idx="553">
                  <c:v>45765.696597222224</c:v>
                </c:pt>
                <c:pt idx="554">
                  <c:v>45765.696643518517</c:v>
                </c:pt>
                <c:pt idx="555">
                  <c:v>45765.69667824074</c:v>
                </c:pt>
                <c:pt idx="556">
                  <c:v>45765.69672453704</c:v>
                </c:pt>
                <c:pt idx="557">
                  <c:v>45765.696759259263</c:v>
                </c:pt>
                <c:pt idx="558">
                  <c:v>45765.696793981479</c:v>
                </c:pt>
                <c:pt idx="559">
                  <c:v>45765.696840277778</c:v>
                </c:pt>
                <c:pt idx="560">
                  <c:v>45765.696875000001</c:v>
                </c:pt>
                <c:pt idx="561">
                  <c:v>45765.696921296294</c:v>
                </c:pt>
                <c:pt idx="562">
                  <c:v>45765.696956018517</c:v>
                </c:pt>
                <c:pt idx="563">
                  <c:v>45765.697002314817</c:v>
                </c:pt>
                <c:pt idx="564">
                  <c:v>45765.69703703704</c:v>
                </c:pt>
                <c:pt idx="565">
                  <c:v>45765.697071759256</c:v>
                </c:pt>
                <c:pt idx="566">
                  <c:v>45765.697118055556</c:v>
                </c:pt>
                <c:pt idx="567">
                  <c:v>45765.697152777779</c:v>
                </c:pt>
                <c:pt idx="568">
                  <c:v>45765.697199074071</c:v>
                </c:pt>
                <c:pt idx="569">
                  <c:v>45765.697233796294</c:v>
                </c:pt>
                <c:pt idx="570">
                  <c:v>45765.697280092594</c:v>
                </c:pt>
                <c:pt idx="571">
                  <c:v>45765.697314814817</c:v>
                </c:pt>
                <c:pt idx="572">
                  <c:v>45765.69734953704</c:v>
                </c:pt>
                <c:pt idx="573">
                  <c:v>45765.697395833333</c:v>
                </c:pt>
                <c:pt idx="574">
                  <c:v>45765.697430555556</c:v>
                </c:pt>
                <c:pt idx="575">
                  <c:v>45765.697476851848</c:v>
                </c:pt>
                <c:pt idx="576">
                  <c:v>45765.697511574072</c:v>
                </c:pt>
                <c:pt idx="577">
                  <c:v>45765.697557870371</c:v>
                </c:pt>
                <c:pt idx="578">
                  <c:v>45765.697592592594</c:v>
                </c:pt>
                <c:pt idx="579">
                  <c:v>45765.697627314818</c:v>
                </c:pt>
                <c:pt idx="580">
                  <c:v>45765.69767361111</c:v>
                </c:pt>
                <c:pt idx="581">
                  <c:v>45765.697708333333</c:v>
                </c:pt>
                <c:pt idx="582">
                  <c:v>45765.697754629633</c:v>
                </c:pt>
                <c:pt idx="583">
                  <c:v>45765.697789351849</c:v>
                </c:pt>
                <c:pt idx="584">
                  <c:v>45765.697835648149</c:v>
                </c:pt>
                <c:pt idx="585">
                  <c:v>45765.697870370372</c:v>
                </c:pt>
                <c:pt idx="586">
                  <c:v>45765.697905092595</c:v>
                </c:pt>
                <c:pt idx="587">
                  <c:v>45765.697951388887</c:v>
                </c:pt>
                <c:pt idx="588">
                  <c:v>45765.69798611111</c:v>
                </c:pt>
                <c:pt idx="589">
                  <c:v>45765.69803240741</c:v>
                </c:pt>
                <c:pt idx="590">
                  <c:v>45765.698067129626</c:v>
                </c:pt>
                <c:pt idx="591">
                  <c:v>45765.698113425926</c:v>
                </c:pt>
                <c:pt idx="592">
                  <c:v>45765.698148148149</c:v>
                </c:pt>
                <c:pt idx="593">
                  <c:v>45765.698182870372</c:v>
                </c:pt>
                <c:pt idx="594">
                  <c:v>45765.698229166665</c:v>
                </c:pt>
                <c:pt idx="595">
                  <c:v>45765.698263888888</c:v>
                </c:pt>
                <c:pt idx="596">
                  <c:v>45765.698310185187</c:v>
                </c:pt>
                <c:pt idx="597">
                  <c:v>45765.698344907411</c:v>
                </c:pt>
                <c:pt idx="598">
                  <c:v>45765.698391203703</c:v>
                </c:pt>
                <c:pt idx="599">
                  <c:v>45765.698425925926</c:v>
                </c:pt>
                <c:pt idx="600">
                  <c:v>45765.698460648149</c:v>
                </c:pt>
                <c:pt idx="601">
                  <c:v>45765.698506944442</c:v>
                </c:pt>
                <c:pt idx="602">
                  <c:v>45765.698541666665</c:v>
                </c:pt>
                <c:pt idx="603">
                  <c:v>45765.698587962965</c:v>
                </c:pt>
                <c:pt idx="604">
                  <c:v>45765.698622685188</c:v>
                </c:pt>
                <c:pt idx="605">
                  <c:v>45765.69866898148</c:v>
                </c:pt>
                <c:pt idx="606">
                  <c:v>45765.698703703703</c:v>
                </c:pt>
                <c:pt idx="607">
                  <c:v>45765.698738425926</c:v>
                </c:pt>
                <c:pt idx="608">
                  <c:v>45765.698784722219</c:v>
                </c:pt>
                <c:pt idx="609">
                  <c:v>45765.698819444442</c:v>
                </c:pt>
                <c:pt idx="610">
                  <c:v>45765.698865740742</c:v>
                </c:pt>
                <c:pt idx="611">
                  <c:v>45765.698900462965</c:v>
                </c:pt>
                <c:pt idx="612">
                  <c:v>45765.698946759258</c:v>
                </c:pt>
                <c:pt idx="613">
                  <c:v>45765.698981481481</c:v>
                </c:pt>
                <c:pt idx="614">
                  <c:v>45765.699016203704</c:v>
                </c:pt>
                <c:pt idx="615">
                  <c:v>45765.699062500003</c:v>
                </c:pt>
                <c:pt idx="616">
                  <c:v>45765.699097222219</c:v>
                </c:pt>
                <c:pt idx="617">
                  <c:v>45765.699143518519</c:v>
                </c:pt>
                <c:pt idx="618">
                  <c:v>45765.699178240742</c:v>
                </c:pt>
                <c:pt idx="619">
                  <c:v>45765.699212962965</c:v>
                </c:pt>
                <c:pt idx="620">
                  <c:v>45765.699259259258</c:v>
                </c:pt>
                <c:pt idx="621">
                  <c:v>45765.699293981481</c:v>
                </c:pt>
                <c:pt idx="622">
                  <c:v>45765.699340277781</c:v>
                </c:pt>
                <c:pt idx="623">
                  <c:v>45765.699374999997</c:v>
                </c:pt>
                <c:pt idx="624">
                  <c:v>45765.699421296296</c:v>
                </c:pt>
                <c:pt idx="625">
                  <c:v>45765.699456018519</c:v>
                </c:pt>
                <c:pt idx="626">
                  <c:v>45765.699490740742</c:v>
                </c:pt>
                <c:pt idx="627">
                  <c:v>45765.699537037035</c:v>
                </c:pt>
                <c:pt idx="628">
                  <c:v>45765.699571759258</c:v>
                </c:pt>
                <c:pt idx="629">
                  <c:v>45765.699618055558</c:v>
                </c:pt>
                <c:pt idx="630">
                  <c:v>45765.699652777781</c:v>
                </c:pt>
                <c:pt idx="631">
                  <c:v>45765.699699074074</c:v>
                </c:pt>
                <c:pt idx="632">
                  <c:v>45765.699733796297</c:v>
                </c:pt>
                <c:pt idx="633">
                  <c:v>45765.699780092589</c:v>
                </c:pt>
                <c:pt idx="634">
                  <c:v>45765.699814814812</c:v>
                </c:pt>
                <c:pt idx="635">
                  <c:v>45765.699849537035</c:v>
                </c:pt>
                <c:pt idx="636">
                  <c:v>45765.699895833335</c:v>
                </c:pt>
                <c:pt idx="637">
                  <c:v>45765.699930555558</c:v>
                </c:pt>
                <c:pt idx="638">
                  <c:v>45765.699976851851</c:v>
                </c:pt>
                <c:pt idx="639">
                  <c:v>45765.700011574074</c:v>
                </c:pt>
                <c:pt idx="640">
                  <c:v>45765.700057870374</c:v>
                </c:pt>
                <c:pt idx="641">
                  <c:v>45765.700092592589</c:v>
                </c:pt>
                <c:pt idx="642">
                  <c:v>45765.700127314813</c:v>
                </c:pt>
                <c:pt idx="643">
                  <c:v>45765.700173611112</c:v>
                </c:pt>
                <c:pt idx="644">
                  <c:v>45765.700208333335</c:v>
                </c:pt>
                <c:pt idx="645">
                  <c:v>45765.700254629628</c:v>
                </c:pt>
                <c:pt idx="646">
                  <c:v>45765.700289351851</c:v>
                </c:pt>
                <c:pt idx="647">
                  <c:v>45765.700335648151</c:v>
                </c:pt>
                <c:pt idx="648">
                  <c:v>45765.700370370374</c:v>
                </c:pt>
                <c:pt idx="649">
                  <c:v>45765.70040509259</c:v>
                </c:pt>
                <c:pt idx="650">
                  <c:v>45765.70045138889</c:v>
                </c:pt>
                <c:pt idx="651">
                  <c:v>45765.700486111113</c:v>
                </c:pt>
                <c:pt idx="652">
                  <c:v>45765.700532407405</c:v>
                </c:pt>
                <c:pt idx="653">
                  <c:v>45765.700567129628</c:v>
                </c:pt>
                <c:pt idx="654">
                  <c:v>45765.700613425928</c:v>
                </c:pt>
                <c:pt idx="655">
                  <c:v>45765.700648148151</c:v>
                </c:pt>
                <c:pt idx="656">
                  <c:v>45765.700682870367</c:v>
                </c:pt>
                <c:pt idx="657">
                  <c:v>45765.700729166667</c:v>
                </c:pt>
                <c:pt idx="658">
                  <c:v>45765.70076388889</c:v>
                </c:pt>
                <c:pt idx="659">
                  <c:v>45765.700810185182</c:v>
                </c:pt>
                <c:pt idx="660">
                  <c:v>45765.700844907406</c:v>
                </c:pt>
                <c:pt idx="661">
                  <c:v>45765.700879629629</c:v>
                </c:pt>
                <c:pt idx="662">
                  <c:v>45765.700925925928</c:v>
                </c:pt>
                <c:pt idx="663">
                  <c:v>45765.700960648152</c:v>
                </c:pt>
                <c:pt idx="664">
                  <c:v>45765.701006944444</c:v>
                </c:pt>
                <c:pt idx="665">
                  <c:v>45765.701041666667</c:v>
                </c:pt>
                <c:pt idx="666">
                  <c:v>45765.70108796296</c:v>
                </c:pt>
                <c:pt idx="667">
                  <c:v>45765.701122685183</c:v>
                </c:pt>
                <c:pt idx="668">
                  <c:v>45765.701157407406</c:v>
                </c:pt>
                <c:pt idx="669">
                  <c:v>45765.701203703706</c:v>
                </c:pt>
                <c:pt idx="670">
                  <c:v>45765.701238425929</c:v>
                </c:pt>
                <c:pt idx="671">
                  <c:v>45765.701284722221</c:v>
                </c:pt>
                <c:pt idx="672">
                  <c:v>45765.701319444444</c:v>
                </c:pt>
                <c:pt idx="673">
                  <c:v>45765.701365740744</c:v>
                </c:pt>
                <c:pt idx="674">
                  <c:v>45765.70140046296</c:v>
                </c:pt>
                <c:pt idx="675">
                  <c:v>45765.701435185183</c:v>
                </c:pt>
                <c:pt idx="676">
                  <c:v>45765.701481481483</c:v>
                </c:pt>
                <c:pt idx="677">
                  <c:v>45765.701516203706</c:v>
                </c:pt>
                <c:pt idx="678">
                  <c:v>45765.701562499999</c:v>
                </c:pt>
                <c:pt idx="679">
                  <c:v>45765.701597222222</c:v>
                </c:pt>
                <c:pt idx="680">
                  <c:v>45765.701643518521</c:v>
                </c:pt>
                <c:pt idx="681">
                  <c:v>45765.701678240737</c:v>
                </c:pt>
                <c:pt idx="682">
                  <c:v>45765.70171296296</c:v>
                </c:pt>
                <c:pt idx="683">
                  <c:v>45765.70175925926</c:v>
                </c:pt>
                <c:pt idx="684">
                  <c:v>45765.701793981483</c:v>
                </c:pt>
                <c:pt idx="685">
                  <c:v>45765.701840277776</c:v>
                </c:pt>
                <c:pt idx="686">
                  <c:v>45765.701874999999</c:v>
                </c:pt>
                <c:pt idx="687">
                  <c:v>45765.701921296299</c:v>
                </c:pt>
                <c:pt idx="688">
                  <c:v>45765.701956018522</c:v>
                </c:pt>
                <c:pt idx="689">
                  <c:v>45765.701990740738</c:v>
                </c:pt>
                <c:pt idx="690">
                  <c:v>45765.702037037037</c:v>
                </c:pt>
                <c:pt idx="691">
                  <c:v>45765.70207175926</c:v>
                </c:pt>
                <c:pt idx="692">
                  <c:v>45765.702118055553</c:v>
                </c:pt>
                <c:pt idx="693">
                  <c:v>45765.702152777776</c:v>
                </c:pt>
                <c:pt idx="694">
                  <c:v>45765.702199074076</c:v>
                </c:pt>
                <c:pt idx="695">
                  <c:v>45765.702233796299</c:v>
                </c:pt>
                <c:pt idx="696">
                  <c:v>45765.702268518522</c:v>
                </c:pt>
                <c:pt idx="697">
                  <c:v>45765.702314814815</c:v>
                </c:pt>
                <c:pt idx="698">
                  <c:v>45765.702349537038</c:v>
                </c:pt>
                <c:pt idx="699">
                  <c:v>45765.70239583333</c:v>
                </c:pt>
                <c:pt idx="700">
                  <c:v>45765.702430555553</c:v>
                </c:pt>
                <c:pt idx="701">
                  <c:v>45765.702476851853</c:v>
                </c:pt>
                <c:pt idx="702">
                  <c:v>45765.702511574076</c:v>
                </c:pt>
                <c:pt idx="703">
                  <c:v>45765.702546296299</c:v>
                </c:pt>
                <c:pt idx="704">
                  <c:v>45765.702592592592</c:v>
                </c:pt>
                <c:pt idx="705">
                  <c:v>45765.702627314815</c:v>
                </c:pt>
                <c:pt idx="706">
                  <c:v>45765.702673611115</c:v>
                </c:pt>
                <c:pt idx="707">
                  <c:v>45765.702708333331</c:v>
                </c:pt>
                <c:pt idx="708">
                  <c:v>45765.70275462963</c:v>
                </c:pt>
                <c:pt idx="709">
                  <c:v>45765.702789351853</c:v>
                </c:pt>
                <c:pt idx="710">
                  <c:v>45765.702835648146</c:v>
                </c:pt>
                <c:pt idx="711">
                  <c:v>45765.702870370369</c:v>
                </c:pt>
                <c:pt idx="712">
                  <c:v>45765.702905092592</c:v>
                </c:pt>
                <c:pt idx="713">
                  <c:v>45765.702951388892</c:v>
                </c:pt>
                <c:pt idx="714">
                  <c:v>45765.702986111108</c:v>
                </c:pt>
                <c:pt idx="715">
                  <c:v>45765.703032407408</c:v>
                </c:pt>
                <c:pt idx="716">
                  <c:v>45765.703067129631</c:v>
                </c:pt>
                <c:pt idx="717">
                  <c:v>45765.703101851854</c:v>
                </c:pt>
                <c:pt idx="718">
                  <c:v>45765.703148148146</c:v>
                </c:pt>
                <c:pt idx="719">
                  <c:v>45765.703182870369</c:v>
                </c:pt>
                <c:pt idx="720">
                  <c:v>45765.703229166669</c:v>
                </c:pt>
                <c:pt idx="721">
                  <c:v>45765.703263888892</c:v>
                </c:pt>
                <c:pt idx="722">
                  <c:v>45765.703310185185</c:v>
                </c:pt>
                <c:pt idx="723">
                  <c:v>45765.703344907408</c:v>
                </c:pt>
                <c:pt idx="724">
                  <c:v>45765.703379629631</c:v>
                </c:pt>
                <c:pt idx="725">
                  <c:v>45765.703425925924</c:v>
                </c:pt>
                <c:pt idx="726">
                  <c:v>45765.703460648147</c:v>
                </c:pt>
                <c:pt idx="727">
                  <c:v>45765.703506944446</c:v>
                </c:pt>
                <c:pt idx="728">
                  <c:v>45765.703541666669</c:v>
                </c:pt>
                <c:pt idx="729">
                  <c:v>45765.703587962962</c:v>
                </c:pt>
                <c:pt idx="730">
                  <c:v>45765.703622685185</c:v>
                </c:pt>
                <c:pt idx="731">
                  <c:v>45765.703657407408</c:v>
                </c:pt>
                <c:pt idx="732">
                  <c:v>45765.703703703701</c:v>
                </c:pt>
                <c:pt idx="733">
                  <c:v>45765.703738425924</c:v>
                </c:pt>
                <c:pt idx="734">
                  <c:v>45765.703784722224</c:v>
                </c:pt>
                <c:pt idx="735">
                  <c:v>45765.703819444447</c:v>
                </c:pt>
                <c:pt idx="736">
                  <c:v>45765.703865740739</c:v>
                </c:pt>
                <c:pt idx="737">
                  <c:v>45765.703900462962</c:v>
                </c:pt>
                <c:pt idx="738">
                  <c:v>45765.703935185185</c:v>
                </c:pt>
                <c:pt idx="739">
                  <c:v>45765.703981481478</c:v>
                </c:pt>
                <c:pt idx="740">
                  <c:v>45765.704016203701</c:v>
                </c:pt>
                <c:pt idx="741">
                  <c:v>45765.704062500001</c:v>
                </c:pt>
                <c:pt idx="742">
                  <c:v>45765.704097222224</c:v>
                </c:pt>
                <c:pt idx="743">
                  <c:v>45765.704143518517</c:v>
                </c:pt>
                <c:pt idx="744">
                  <c:v>45765.70417824074</c:v>
                </c:pt>
                <c:pt idx="745">
                  <c:v>45765.704212962963</c:v>
                </c:pt>
                <c:pt idx="746">
                  <c:v>45765.704259259262</c:v>
                </c:pt>
                <c:pt idx="747">
                  <c:v>45765.704293981478</c:v>
                </c:pt>
                <c:pt idx="748">
                  <c:v>45765.704340277778</c:v>
                </c:pt>
                <c:pt idx="749">
                  <c:v>45765.704375000001</c:v>
                </c:pt>
                <c:pt idx="750">
                  <c:v>45765.704421296294</c:v>
                </c:pt>
                <c:pt idx="751">
                  <c:v>45765.704456018517</c:v>
                </c:pt>
                <c:pt idx="752">
                  <c:v>45765.70449074074</c:v>
                </c:pt>
                <c:pt idx="753">
                  <c:v>45765.70453703704</c:v>
                </c:pt>
                <c:pt idx="754">
                  <c:v>45765.704571759263</c:v>
                </c:pt>
                <c:pt idx="755">
                  <c:v>45765.704618055555</c:v>
                </c:pt>
                <c:pt idx="756">
                  <c:v>45765.704652777778</c:v>
                </c:pt>
                <c:pt idx="757">
                  <c:v>45765.704699074071</c:v>
                </c:pt>
                <c:pt idx="758">
                  <c:v>45765.704733796294</c:v>
                </c:pt>
                <c:pt idx="759">
                  <c:v>45765.704768518517</c:v>
                </c:pt>
                <c:pt idx="760">
                  <c:v>45765.704814814817</c:v>
                </c:pt>
                <c:pt idx="761">
                  <c:v>45765.70484953704</c:v>
                </c:pt>
                <c:pt idx="762">
                  <c:v>45765.704895833333</c:v>
                </c:pt>
                <c:pt idx="763">
                  <c:v>45765.704930555556</c:v>
                </c:pt>
                <c:pt idx="764">
                  <c:v>45765.704976851855</c:v>
                </c:pt>
                <c:pt idx="765">
                  <c:v>45765.705011574071</c:v>
                </c:pt>
                <c:pt idx="766">
                  <c:v>45765.705046296294</c:v>
                </c:pt>
                <c:pt idx="767">
                  <c:v>45765.705092592594</c:v>
                </c:pt>
                <c:pt idx="768">
                  <c:v>45765.705127314817</c:v>
                </c:pt>
                <c:pt idx="769">
                  <c:v>45765.70517361111</c:v>
                </c:pt>
                <c:pt idx="770">
                  <c:v>45765.705208333333</c:v>
                </c:pt>
                <c:pt idx="771">
                  <c:v>45765.705254629633</c:v>
                </c:pt>
                <c:pt idx="772">
                  <c:v>45765.705289351848</c:v>
                </c:pt>
                <c:pt idx="773">
                  <c:v>45765.705335648148</c:v>
                </c:pt>
                <c:pt idx="774">
                  <c:v>45765.705370370371</c:v>
                </c:pt>
                <c:pt idx="775">
                  <c:v>45765.705405092594</c:v>
                </c:pt>
                <c:pt idx="776">
                  <c:v>45765.705451388887</c:v>
                </c:pt>
                <c:pt idx="777">
                  <c:v>45765.70548611111</c:v>
                </c:pt>
                <c:pt idx="778">
                  <c:v>45765.70553240741</c:v>
                </c:pt>
                <c:pt idx="779">
                  <c:v>45765.705567129633</c:v>
                </c:pt>
                <c:pt idx="780">
                  <c:v>45765.705613425926</c:v>
                </c:pt>
                <c:pt idx="781">
                  <c:v>45765.705648148149</c:v>
                </c:pt>
                <c:pt idx="782">
                  <c:v>45765.705682870372</c:v>
                </c:pt>
                <c:pt idx="783">
                  <c:v>45765.705729166664</c:v>
                </c:pt>
                <c:pt idx="784">
                  <c:v>45765.705763888887</c:v>
                </c:pt>
                <c:pt idx="785">
                  <c:v>45765.705810185187</c:v>
                </c:pt>
                <c:pt idx="786">
                  <c:v>45765.70584490741</c:v>
                </c:pt>
                <c:pt idx="787">
                  <c:v>45765.705891203703</c:v>
                </c:pt>
                <c:pt idx="788">
                  <c:v>45765.705925925926</c:v>
                </c:pt>
                <c:pt idx="789">
                  <c:v>45765.705960648149</c:v>
                </c:pt>
                <c:pt idx="790">
                  <c:v>45765.706006944441</c:v>
                </c:pt>
                <c:pt idx="791">
                  <c:v>45765.706041666665</c:v>
                </c:pt>
                <c:pt idx="792">
                  <c:v>45765.706087962964</c:v>
                </c:pt>
                <c:pt idx="793">
                  <c:v>45765.706122685187</c:v>
                </c:pt>
                <c:pt idx="794">
                  <c:v>45765.70616898148</c:v>
                </c:pt>
                <c:pt idx="795">
                  <c:v>45765.706203703703</c:v>
                </c:pt>
                <c:pt idx="796">
                  <c:v>45765.706238425926</c:v>
                </c:pt>
                <c:pt idx="797">
                  <c:v>45765.706284722219</c:v>
                </c:pt>
                <c:pt idx="798">
                  <c:v>45765.706319444442</c:v>
                </c:pt>
                <c:pt idx="799">
                  <c:v>45765.706365740742</c:v>
                </c:pt>
                <c:pt idx="800">
                  <c:v>45765.706400462965</c:v>
                </c:pt>
                <c:pt idx="801">
                  <c:v>45765.706446759257</c:v>
                </c:pt>
                <c:pt idx="802">
                  <c:v>45765.70648148148</c:v>
                </c:pt>
                <c:pt idx="803">
                  <c:v>45765.706516203703</c:v>
                </c:pt>
                <c:pt idx="804">
                  <c:v>45765.706562500003</c:v>
                </c:pt>
                <c:pt idx="805">
                  <c:v>45765.706597222219</c:v>
                </c:pt>
                <c:pt idx="806">
                  <c:v>45765.706643518519</c:v>
                </c:pt>
                <c:pt idx="807">
                  <c:v>45765.706678240742</c:v>
                </c:pt>
                <c:pt idx="808">
                  <c:v>45765.706724537034</c:v>
                </c:pt>
                <c:pt idx="809">
                  <c:v>45765.706759259258</c:v>
                </c:pt>
                <c:pt idx="810">
                  <c:v>45765.706793981481</c:v>
                </c:pt>
                <c:pt idx="811">
                  <c:v>45765.70684027778</c:v>
                </c:pt>
                <c:pt idx="812">
                  <c:v>45765.706875000003</c:v>
                </c:pt>
                <c:pt idx="813">
                  <c:v>45765.706921296296</c:v>
                </c:pt>
                <c:pt idx="814">
                  <c:v>45765.706956018519</c:v>
                </c:pt>
                <c:pt idx="815">
                  <c:v>45765.707002314812</c:v>
                </c:pt>
                <c:pt idx="816">
                  <c:v>45765.707037037035</c:v>
                </c:pt>
                <c:pt idx="817">
                  <c:v>45765.707071759258</c:v>
                </c:pt>
                <c:pt idx="818">
                  <c:v>45765.707118055558</c:v>
                </c:pt>
                <c:pt idx="819">
                  <c:v>45765.707152777781</c:v>
                </c:pt>
                <c:pt idx="820">
                  <c:v>45765.707199074073</c:v>
                </c:pt>
                <c:pt idx="821">
                  <c:v>45765.707233796296</c:v>
                </c:pt>
                <c:pt idx="822">
                  <c:v>45765.707280092596</c:v>
                </c:pt>
                <c:pt idx="823">
                  <c:v>45765.707314814812</c:v>
                </c:pt>
                <c:pt idx="824">
                  <c:v>45765.707349537035</c:v>
                </c:pt>
                <c:pt idx="825">
                  <c:v>45765.707395833335</c:v>
                </c:pt>
                <c:pt idx="826">
                  <c:v>45765.707430555558</c:v>
                </c:pt>
                <c:pt idx="827">
                  <c:v>45765.707476851851</c:v>
                </c:pt>
                <c:pt idx="828">
                  <c:v>45765.707511574074</c:v>
                </c:pt>
                <c:pt idx="829">
                  <c:v>45765.707557870373</c:v>
                </c:pt>
                <c:pt idx="830">
                  <c:v>45765.707592592589</c:v>
                </c:pt>
                <c:pt idx="831">
                  <c:v>45765.707627314812</c:v>
                </c:pt>
                <c:pt idx="832">
                  <c:v>45765.707673611112</c:v>
                </c:pt>
                <c:pt idx="833">
                  <c:v>45765.707708333335</c:v>
                </c:pt>
                <c:pt idx="834">
                  <c:v>45765.707754629628</c:v>
                </c:pt>
              </c:numCache>
            </c:numRef>
          </c:cat>
          <c:val>
            <c:numRef>
              <c:f>'Box4@2025_04_18_1611'!$B$2:$B$836</c:f>
              <c:numCache>
                <c:formatCode>General</c:formatCode>
                <c:ptCount val="835"/>
                <c:pt idx="0">
                  <c:v>39</c:v>
                </c:pt>
                <c:pt idx="1">
                  <c:v>39.5</c:v>
                </c:pt>
                <c:pt idx="2">
                  <c:v>39.75</c:v>
                </c:pt>
                <c:pt idx="3">
                  <c:v>38.75</c:v>
                </c:pt>
                <c:pt idx="4">
                  <c:v>36.75</c:v>
                </c:pt>
                <c:pt idx="5">
                  <c:v>35.5</c:v>
                </c:pt>
                <c:pt idx="6">
                  <c:v>34.25</c:v>
                </c:pt>
                <c:pt idx="7">
                  <c:v>33.25</c:v>
                </c:pt>
                <c:pt idx="8">
                  <c:v>32</c:v>
                </c:pt>
                <c:pt idx="9">
                  <c:v>30.75</c:v>
                </c:pt>
                <c:pt idx="10">
                  <c:v>30</c:v>
                </c:pt>
                <c:pt idx="11">
                  <c:v>29.5</c:v>
                </c:pt>
                <c:pt idx="12">
                  <c:v>30</c:v>
                </c:pt>
                <c:pt idx="13">
                  <c:v>30.5</c:v>
                </c:pt>
                <c:pt idx="14">
                  <c:v>30.75</c:v>
                </c:pt>
                <c:pt idx="15">
                  <c:v>31</c:v>
                </c:pt>
                <c:pt idx="16">
                  <c:v>31.25</c:v>
                </c:pt>
                <c:pt idx="17">
                  <c:v>31.5</c:v>
                </c:pt>
                <c:pt idx="18">
                  <c:v>31.5</c:v>
                </c:pt>
                <c:pt idx="19">
                  <c:v>31</c:v>
                </c:pt>
                <c:pt idx="20">
                  <c:v>30.75</c:v>
                </c:pt>
                <c:pt idx="21">
                  <c:v>30.5</c:v>
                </c:pt>
                <c:pt idx="22">
                  <c:v>30.5</c:v>
                </c:pt>
                <c:pt idx="23">
                  <c:v>30.25</c:v>
                </c:pt>
                <c:pt idx="24">
                  <c:v>30.25</c:v>
                </c:pt>
                <c:pt idx="25">
                  <c:v>30.25</c:v>
                </c:pt>
                <c:pt idx="26">
                  <c:v>30.25</c:v>
                </c:pt>
                <c:pt idx="27">
                  <c:v>30.25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24.25</c:v>
                </c:pt>
                <c:pt idx="40">
                  <c:v>25.5</c:v>
                </c:pt>
                <c:pt idx="41">
                  <c:v>26.25</c:v>
                </c:pt>
                <c:pt idx="42">
                  <c:v>27</c:v>
                </c:pt>
                <c:pt idx="43">
                  <c:v>27.25</c:v>
                </c:pt>
                <c:pt idx="44">
                  <c:v>27.5</c:v>
                </c:pt>
                <c:pt idx="45">
                  <c:v>27.5</c:v>
                </c:pt>
                <c:pt idx="46">
                  <c:v>27.25</c:v>
                </c:pt>
                <c:pt idx="47">
                  <c:v>27</c:v>
                </c:pt>
                <c:pt idx="48">
                  <c:v>26.75</c:v>
                </c:pt>
                <c:pt idx="49">
                  <c:v>26.75</c:v>
                </c:pt>
                <c:pt idx="50">
                  <c:v>26.5</c:v>
                </c:pt>
                <c:pt idx="51">
                  <c:v>26.25</c:v>
                </c:pt>
                <c:pt idx="52">
                  <c:v>25.5</c:v>
                </c:pt>
                <c:pt idx="53">
                  <c:v>25.25</c:v>
                </c:pt>
                <c:pt idx="54">
                  <c:v>24.75</c:v>
                </c:pt>
                <c:pt idx="55">
                  <c:v>24.25</c:v>
                </c:pt>
                <c:pt idx="56">
                  <c:v>23.75</c:v>
                </c:pt>
                <c:pt idx="57">
                  <c:v>22.75</c:v>
                </c:pt>
                <c:pt idx="58">
                  <c:v>22</c:v>
                </c:pt>
                <c:pt idx="59">
                  <c:v>21.25</c:v>
                </c:pt>
                <c:pt idx="60">
                  <c:v>20</c:v>
                </c:pt>
                <c:pt idx="61">
                  <c:v>20</c:v>
                </c:pt>
                <c:pt idx="62">
                  <c:v>19.75</c:v>
                </c:pt>
                <c:pt idx="63">
                  <c:v>19.75</c:v>
                </c:pt>
                <c:pt idx="64">
                  <c:v>19.5</c:v>
                </c:pt>
                <c:pt idx="65">
                  <c:v>19.5</c:v>
                </c:pt>
                <c:pt idx="66">
                  <c:v>19.25</c:v>
                </c:pt>
                <c:pt idx="67">
                  <c:v>18.75</c:v>
                </c:pt>
                <c:pt idx="68">
                  <c:v>18.5</c:v>
                </c:pt>
                <c:pt idx="69">
                  <c:v>18.25</c:v>
                </c:pt>
                <c:pt idx="70">
                  <c:v>18</c:v>
                </c:pt>
                <c:pt idx="71">
                  <c:v>17.75</c:v>
                </c:pt>
                <c:pt idx="72">
                  <c:v>17.5</c:v>
                </c:pt>
                <c:pt idx="73">
                  <c:v>17.25</c:v>
                </c:pt>
                <c:pt idx="74">
                  <c:v>17</c:v>
                </c:pt>
                <c:pt idx="75">
                  <c:v>16.5</c:v>
                </c:pt>
                <c:pt idx="76">
                  <c:v>16.25</c:v>
                </c:pt>
                <c:pt idx="77">
                  <c:v>16</c:v>
                </c:pt>
                <c:pt idx="78">
                  <c:v>15.75</c:v>
                </c:pt>
                <c:pt idx="79">
                  <c:v>15.5</c:v>
                </c:pt>
                <c:pt idx="80">
                  <c:v>15</c:v>
                </c:pt>
                <c:pt idx="81">
                  <c:v>15</c:v>
                </c:pt>
                <c:pt idx="82">
                  <c:v>14.75</c:v>
                </c:pt>
                <c:pt idx="83">
                  <c:v>14.25</c:v>
                </c:pt>
                <c:pt idx="84">
                  <c:v>14</c:v>
                </c:pt>
                <c:pt idx="85">
                  <c:v>13.75</c:v>
                </c:pt>
                <c:pt idx="86">
                  <c:v>13.25</c:v>
                </c:pt>
                <c:pt idx="87">
                  <c:v>13</c:v>
                </c:pt>
                <c:pt idx="88">
                  <c:v>12.5</c:v>
                </c:pt>
                <c:pt idx="89">
                  <c:v>12</c:v>
                </c:pt>
                <c:pt idx="90">
                  <c:v>11.5</c:v>
                </c:pt>
                <c:pt idx="91">
                  <c:v>10.5</c:v>
                </c:pt>
                <c:pt idx="92">
                  <c:v>10.25</c:v>
                </c:pt>
                <c:pt idx="93">
                  <c:v>9.75</c:v>
                </c:pt>
                <c:pt idx="94">
                  <c:v>9.5</c:v>
                </c:pt>
                <c:pt idx="95">
                  <c:v>9.25</c:v>
                </c:pt>
                <c:pt idx="96">
                  <c:v>9</c:v>
                </c:pt>
                <c:pt idx="97">
                  <c:v>8.75</c:v>
                </c:pt>
                <c:pt idx="98">
                  <c:v>8.75</c:v>
                </c:pt>
                <c:pt idx="99">
                  <c:v>9.25</c:v>
                </c:pt>
                <c:pt idx="100">
                  <c:v>9.5</c:v>
                </c:pt>
                <c:pt idx="101">
                  <c:v>9.5</c:v>
                </c:pt>
                <c:pt idx="102">
                  <c:v>9.75</c:v>
                </c:pt>
                <c:pt idx="103">
                  <c:v>9.75</c:v>
                </c:pt>
                <c:pt idx="104">
                  <c:v>9.75</c:v>
                </c:pt>
                <c:pt idx="105">
                  <c:v>9.75</c:v>
                </c:pt>
                <c:pt idx="106">
                  <c:v>9.75</c:v>
                </c:pt>
                <c:pt idx="107">
                  <c:v>9.5</c:v>
                </c:pt>
                <c:pt idx="108">
                  <c:v>9.5</c:v>
                </c:pt>
                <c:pt idx="109">
                  <c:v>9.5</c:v>
                </c:pt>
                <c:pt idx="110">
                  <c:v>9.25</c:v>
                </c:pt>
                <c:pt idx="111">
                  <c:v>9.25</c:v>
                </c:pt>
                <c:pt idx="112">
                  <c:v>9</c:v>
                </c:pt>
                <c:pt idx="113">
                  <c:v>9</c:v>
                </c:pt>
                <c:pt idx="114">
                  <c:v>8.75</c:v>
                </c:pt>
                <c:pt idx="115">
                  <c:v>8.75</c:v>
                </c:pt>
                <c:pt idx="116">
                  <c:v>8.5</c:v>
                </c:pt>
                <c:pt idx="117">
                  <c:v>8.5</c:v>
                </c:pt>
                <c:pt idx="118">
                  <c:v>8.25</c:v>
                </c:pt>
                <c:pt idx="119">
                  <c:v>8.25</c:v>
                </c:pt>
                <c:pt idx="120">
                  <c:v>8</c:v>
                </c:pt>
                <c:pt idx="121">
                  <c:v>8</c:v>
                </c:pt>
                <c:pt idx="122">
                  <c:v>7.75</c:v>
                </c:pt>
                <c:pt idx="123">
                  <c:v>7.25</c:v>
                </c:pt>
                <c:pt idx="124">
                  <c:v>7</c:v>
                </c:pt>
                <c:pt idx="125">
                  <c:v>6.75</c:v>
                </c:pt>
                <c:pt idx="126">
                  <c:v>6.25</c:v>
                </c:pt>
                <c:pt idx="127">
                  <c:v>5.75</c:v>
                </c:pt>
                <c:pt idx="128">
                  <c:v>5.5</c:v>
                </c:pt>
                <c:pt idx="129">
                  <c:v>5.25</c:v>
                </c:pt>
                <c:pt idx="130">
                  <c:v>5</c:v>
                </c:pt>
                <c:pt idx="131">
                  <c:v>4.5</c:v>
                </c:pt>
                <c:pt idx="132">
                  <c:v>4.25</c:v>
                </c:pt>
                <c:pt idx="133">
                  <c:v>4</c:v>
                </c:pt>
                <c:pt idx="134">
                  <c:v>4</c:v>
                </c:pt>
                <c:pt idx="135">
                  <c:v>4</c:v>
                </c:pt>
                <c:pt idx="136">
                  <c:v>4.25</c:v>
                </c:pt>
                <c:pt idx="137">
                  <c:v>4.75</c:v>
                </c:pt>
                <c:pt idx="138">
                  <c:v>5</c:v>
                </c:pt>
                <c:pt idx="139">
                  <c:v>5.25</c:v>
                </c:pt>
                <c:pt idx="140">
                  <c:v>5.5</c:v>
                </c:pt>
                <c:pt idx="141">
                  <c:v>5.5</c:v>
                </c:pt>
                <c:pt idx="142">
                  <c:v>5.5</c:v>
                </c:pt>
                <c:pt idx="143">
                  <c:v>5.5</c:v>
                </c:pt>
                <c:pt idx="144">
                  <c:v>5.5</c:v>
                </c:pt>
                <c:pt idx="145">
                  <c:v>5.5</c:v>
                </c:pt>
                <c:pt idx="146">
                  <c:v>5.75</c:v>
                </c:pt>
                <c:pt idx="147">
                  <c:v>5.5</c:v>
                </c:pt>
                <c:pt idx="148">
                  <c:v>5.5</c:v>
                </c:pt>
                <c:pt idx="149">
                  <c:v>5.5</c:v>
                </c:pt>
                <c:pt idx="150">
                  <c:v>5.25</c:v>
                </c:pt>
                <c:pt idx="151">
                  <c:v>5.25</c:v>
                </c:pt>
                <c:pt idx="152">
                  <c:v>5.25</c:v>
                </c:pt>
                <c:pt idx="153">
                  <c:v>5.25</c:v>
                </c:pt>
                <c:pt idx="154">
                  <c:v>5</c:v>
                </c:pt>
                <c:pt idx="155">
                  <c:v>5</c:v>
                </c:pt>
                <c:pt idx="156">
                  <c:v>4.75</c:v>
                </c:pt>
                <c:pt idx="157">
                  <c:v>4.75</c:v>
                </c:pt>
                <c:pt idx="158">
                  <c:v>4.75</c:v>
                </c:pt>
                <c:pt idx="159">
                  <c:v>4.75</c:v>
                </c:pt>
                <c:pt idx="160">
                  <c:v>4.5</c:v>
                </c:pt>
                <c:pt idx="161">
                  <c:v>4.5</c:v>
                </c:pt>
                <c:pt idx="162">
                  <c:v>4.25</c:v>
                </c:pt>
                <c:pt idx="163">
                  <c:v>4</c:v>
                </c:pt>
                <c:pt idx="164">
                  <c:v>3.75</c:v>
                </c:pt>
                <c:pt idx="165">
                  <c:v>3.25</c:v>
                </c:pt>
                <c:pt idx="166">
                  <c:v>3</c:v>
                </c:pt>
                <c:pt idx="167">
                  <c:v>2.75</c:v>
                </c:pt>
                <c:pt idx="168">
                  <c:v>2.75</c:v>
                </c:pt>
                <c:pt idx="169">
                  <c:v>2.5</c:v>
                </c:pt>
                <c:pt idx="170">
                  <c:v>2</c:v>
                </c:pt>
                <c:pt idx="171">
                  <c:v>2</c:v>
                </c:pt>
                <c:pt idx="172">
                  <c:v>1.75</c:v>
                </c:pt>
                <c:pt idx="173">
                  <c:v>2.25</c:v>
                </c:pt>
                <c:pt idx="174">
                  <c:v>2.5</c:v>
                </c:pt>
                <c:pt idx="175">
                  <c:v>3</c:v>
                </c:pt>
                <c:pt idx="176">
                  <c:v>3.25</c:v>
                </c:pt>
                <c:pt idx="177">
                  <c:v>3.25</c:v>
                </c:pt>
                <c:pt idx="178">
                  <c:v>3.75</c:v>
                </c:pt>
                <c:pt idx="179">
                  <c:v>3.75</c:v>
                </c:pt>
                <c:pt idx="180">
                  <c:v>3.75</c:v>
                </c:pt>
                <c:pt idx="181">
                  <c:v>3.75</c:v>
                </c:pt>
                <c:pt idx="182">
                  <c:v>3.75</c:v>
                </c:pt>
                <c:pt idx="183">
                  <c:v>3.75</c:v>
                </c:pt>
                <c:pt idx="184">
                  <c:v>3.75</c:v>
                </c:pt>
                <c:pt idx="185">
                  <c:v>3.75</c:v>
                </c:pt>
                <c:pt idx="186">
                  <c:v>3.75</c:v>
                </c:pt>
                <c:pt idx="187">
                  <c:v>3.75</c:v>
                </c:pt>
                <c:pt idx="188">
                  <c:v>3.75</c:v>
                </c:pt>
                <c:pt idx="189">
                  <c:v>3.5</c:v>
                </c:pt>
                <c:pt idx="190">
                  <c:v>3.5</c:v>
                </c:pt>
                <c:pt idx="191">
                  <c:v>3.5</c:v>
                </c:pt>
                <c:pt idx="192">
                  <c:v>3.5</c:v>
                </c:pt>
                <c:pt idx="193">
                  <c:v>3.5</c:v>
                </c:pt>
                <c:pt idx="194">
                  <c:v>3.25</c:v>
                </c:pt>
                <c:pt idx="195">
                  <c:v>3.25</c:v>
                </c:pt>
                <c:pt idx="196">
                  <c:v>3.25</c:v>
                </c:pt>
                <c:pt idx="197">
                  <c:v>3</c:v>
                </c:pt>
                <c:pt idx="198">
                  <c:v>3</c:v>
                </c:pt>
                <c:pt idx="199">
                  <c:v>2.75</c:v>
                </c:pt>
                <c:pt idx="200">
                  <c:v>2.5</c:v>
                </c:pt>
                <c:pt idx="201">
                  <c:v>2</c:v>
                </c:pt>
                <c:pt idx="202">
                  <c:v>1.25</c:v>
                </c:pt>
                <c:pt idx="203">
                  <c:v>1</c:v>
                </c:pt>
                <c:pt idx="204">
                  <c:v>0.75</c:v>
                </c:pt>
                <c:pt idx="205">
                  <c:v>0.5</c:v>
                </c:pt>
                <c:pt idx="206">
                  <c:v>0.5</c:v>
                </c:pt>
                <c:pt idx="207">
                  <c:v>0.25</c:v>
                </c:pt>
                <c:pt idx="208">
                  <c:v>0</c:v>
                </c:pt>
                <c:pt idx="209">
                  <c:v>0</c:v>
                </c:pt>
                <c:pt idx="210">
                  <c:v>0.25</c:v>
                </c:pt>
                <c:pt idx="211">
                  <c:v>0.75</c:v>
                </c:pt>
                <c:pt idx="212">
                  <c:v>1</c:v>
                </c:pt>
                <c:pt idx="213">
                  <c:v>1.25</c:v>
                </c:pt>
                <c:pt idx="214">
                  <c:v>1.5</c:v>
                </c:pt>
                <c:pt idx="215">
                  <c:v>1.75</c:v>
                </c:pt>
                <c:pt idx="216">
                  <c:v>1.75</c:v>
                </c:pt>
                <c:pt idx="217">
                  <c:v>2</c:v>
                </c:pt>
                <c:pt idx="218">
                  <c:v>2</c:v>
                </c:pt>
                <c:pt idx="219">
                  <c:v>2.25</c:v>
                </c:pt>
                <c:pt idx="220">
                  <c:v>2.25</c:v>
                </c:pt>
                <c:pt idx="221">
                  <c:v>2.25</c:v>
                </c:pt>
                <c:pt idx="222">
                  <c:v>2.25</c:v>
                </c:pt>
                <c:pt idx="223">
                  <c:v>2.25</c:v>
                </c:pt>
                <c:pt idx="224">
                  <c:v>2.25</c:v>
                </c:pt>
                <c:pt idx="225">
                  <c:v>2</c:v>
                </c:pt>
                <c:pt idx="226">
                  <c:v>2</c:v>
                </c:pt>
                <c:pt idx="227">
                  <c:v>2</c:v>
                </c:pt>
                <c:pt idx="228">
                  <c:v>2</c:v>
                </c:pt>
                <c:pt idx="229">
                  <c:v>2</c:v>
                </c:pt>
                <c:pt idx="230">
                  <c:v>2</c:v>
                </c:pt>
                <c:pt idx="231">
                  <c:v>2</c:v>
                </c:pt>
                <c:pt idx="232">
                  <c:v>2</c:v>
                </c:pt>
                <c:pt idx="233">
                  <c:v>1.75</c:v>
                </c:pt>
                <c:pt idx="234">
                  <c:v>1.75</c:v>
                </c:pt>
                <c:pt idx="235">
                  <c:v>1.75</c:v>
                </c:pt>
                <c:pt idx="236">
                  <c:v>1.5</c:v>
                </c:pt>
                <c:pt idx="237">
                  <c:v>1.25</c:v>
                </c:pt>
                <c:pt idx="238">
                  <c:v>1</c:v>
                </c:pt>
                <c:pt idx="239">
                  <c:v>0.5</c:v>
                </c:pt>
                <c:pt idx="240">
                  <c:v>0.25</c:v>
                </c:pt>
                <c:pt idx="241">
                  <c:v>0</c:v>
                </c:pt>
                <c:pt idx="242">
                  <c:v>-0.5</c:v>
                </c:pt>
                <c:pt idx="243">
                  <c:v>-0.75</c:v>
                </c:pt>
                <c:pt idx="244">
                  <c:v>-0.75</c:v>
                </c:pt>
                <c:pt idx="245">
                  <c:v>-1</c:v>
                </c:pt>
                <c:pt idx="246">
                  <c:v>-1</c:v>
                </c:pt>
                <c:pt idx="247">
                  <c:v>-1.25</c:v>
                </c:pt>
                <c:pt idx="248">
                  <c:v>-1</c:v>
                </c:pt>
                <c:pt idx="249">
                  <c:v>0</c:v>
                </c:pt>
                <c:pt idx="250">
                  <c:v>0.25</c:v>
                </c:pt>
                <c:pt idx="251">
                  <c:v>0.5</c:v>
                </c:pt>
                <c:pt idx="252">
                  <c:v>0.75</c:v>
                </c:pt>
                <c:pt idx="253">
                  <c:v>0.75</c:v>
                </c:pt>
                <c:pt idx="254">
                  <c:v>1</c:v>
                </c:pt>
                <c:pt idx="255">
                  <c:v>1</c:v>
                </c:pt>
                <c:pt idx="256">
                  <c:v>1.25</c:v>
                </c:pt>
                <c:pt idx="257">
                  <c:v>1.25</c:v>
                </c:pt>
                <c:pt idx="258">
                  <c:v>1.25</c:v>
                </c:pt>
                <c:pt idx="259">
                  <c:v>1.25</c:v>
                </c:pt>
                <c:pt idx="260">
                  <c:v>1.25</c:v>
                </c:pt>
                <c:pt idx="261">
                  <c:v>1.25</c:v>
                </c:pt>
                <c:pt idx="262">
                  <c:v>1.25</c:v>
                </c:pt>
                <c:pt idx="263">
                  <c:v>1.25</c:v>
                </c:pt>
                <c:pt idx="264">
                  <c:v>1.25</c:v>
                </c:pt>
                <c:pt idx="265">
                  <c:v>1.25</c:v>
                </c:pt>
                <c:pt idx="266">
                  <c:v>1.25</c:v>
                </c:pt>
                <c:pt idx="267">
                  <c:v>1.25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0.75</c:v>
                </c:pt>
                <c:pt idx="274">
                  <c:v>0.5</c:v>
                </c:pt>
                <c:pt idx="275">
                  <c:v>0.25</c:v>
                </c:pt>
                <c:pt idx="276">
                  <c:v>0</c:v>
                </c:pt>
                <c:pt idx="277">
                  <c:v>-0.5</c:v>
                </c:pt>
                <c:pt idx="278">
                  <c:v>-0.75</c:v>
                </c:pt>
                <c:pt idx="279">
                  <c:v>-1</c:v>
                </c:pt>
                <c:pt idx="280">
                  <c:v>-1.25</c:v>
                </c:pt>
                <c:pt idx="281">
                  <c:v>-1.5</c:v>
                </c:pt>
                <c:pt idx="282">
                  <c:v>-1.5</c:v>
                </c:pt>
                <c:pt idx="283">
                  <c:v>-1.75</c:v>
                </c:pt>
                <c:pt idx="284">
                  <c:v>-1.75</c:v>
                </c:pt>
                <c:pt idx="285">
                  <c:v>-1.75</c:v>
                </c:pt>
                <c:pt idx="286">
                  <c:v>-1.5</c:v>
                </c:pt>
                <c:pt idx="287">
                  <c:v>-1</c:v>
                </c:pt>
                <c:pt idx="288">
                  <c:v>-0.75</c:v>
                </c:pt>
                <c:pt idx="289">
                  <c:v>0</c:v>
                </c:pt>
                <c:pt idx="290">
                  <c:v>0</c:v>
                </c:pt>
                <c:pt idx="291">
                  <c:v>0.25</c:v>
                </c:pt>
                <c:pt idx="292">
                  <c:v>0.5</c:v>
                </c:pt>
                <c:pt idx="293">
                  <c:v>0.5</c:v>
                </c:pt>
                <c:pt idx="294">
                  <c:v>0.75</c:v>
                </c:pt>
                <c:pt idx="295">
                  <c:v>0.75</c:v>
                </c:pt>
                <c:pt idx="296">
                  <c:v>0.75</c:v>
                </c:pt>
                <c:pt idx="297">
                  <c:v>0.75</c:v>
                </c:pt>
                <c:pt idx="298">
                  <c:v>0.75</c:v>
                </c:pt>
                <c:pt idx="299">
                  <c:v>0.75</c:v>
                </c:pt>
                <c:pt idx="300">
                  <c:v>0.75</c:v>
                </c:pt>
                <c:pt idx="301">
                  <c:v>0.75</c:v>
                </c:pt>
                <c:pt idx="302">
                  <c:v>0.75</c:v>
                </c:pt>
                <c:pt idx="303">
                  <c:v>0.75</c:v>
                </c:pt>
                <c:pt idx="304">
                  <c:v>0.75</c:v>
                </c:pt>
                <c:pt idx="305">
                  <c:v>0.75</c:v>
                </c:pt>
                <c:pt idx="306">
                  <c:v>0.75</c:v>
                </c:pt>
                <c:pt idx="307">
                  <c:v>0.75</c:v>
                </c:pt>
                <c:pt idx="308">
                  <c:v>0.75</c:v>
                </c:pt>
                <c:pt idx="309">
                  <c:v>0.75</c:v>
                </c:pt>
                <c:pt idx="310">
                  <c:v>0.75</c:v>
                </c:pt>
                <c:pt idx="311">
                  <c:v>0.5</c:v>
                </c:pt>
                <c:pt idx="312">
                  <c:v>0.25</c:v>
                </c:pt>
                <c:pt idx="313">
                  <c:v>0</c:v>
                </c:pt>
                <c:pt idx="314">
                  <c:v>-0.5</c:v>
                </c:pt>
                <c:pt idx="315">
                  <c:v>-0.75</c:v>
                </c:pt>
                <c:pt idx="316">
                  <c:v>-1</c:v>
                </c:pt>
                <c:pt idx="317">
                  <c:v>-1.25</c:v>
                </c:pt>
                <c:pt idx="318">
                  <c:v>-1.5</c:v>
                </c:pt>
                <c:pt idx="319">
                  <c:v>-1.5</c:v>
                </c:pt>
                <c:pt idx="320">
                  <c:v>-1.75</c:v>
                </c:pt>
                <c:pt idx="321">
                  <c:v>-1.75</c:v>
                </c:pt>
                <c:pt idx="322">
                  <c:v>-2</c:v>
                </c:pt>
                <c:pt idx="323">
                  <c:v>-1.5</c:v>
                </c:pt>
                <c:pt idx="324">
                  <c:v>-1</c:v>
                </c:pt>
                <c:pt idx="325">
                  <c:v>-0.75</c:v>
                </c:pt>
                <c:pt idx="326">
                  <c:v>-0.5</c:v>
                </c:pt>
                <c:pt idx="327">
                  <c:v>-0.25</c:v>
                </c:pt>
                <c:pt idx="328">
                  <c:v>0.25</c:v>
                </c:pt>
                <c:pt idx="329">
                  <c:v>0.5</c:v>
                </c:pt>
                <c:pt idx="330">
                  <c:v>0.5</c:v>
                </c:pt>
                <c:pt idx="331">
                  <c:v>0.5</c:v>
                </c:pt>
                <c:pt idx="332">
                  <c:v>0.5</c:v>
                </c:pt>
                <c:pt idx="333">
                  <c:v>0.75</c:v>
                </c:pt>
                <c:pt idx="334">
                  <c:v>0.75</c:v>
                </c:pt>
                <c:pt idx="335">
                  <c:v>0.75</c:v>
                </c:pt>
                <c:pt idx="336">
                  <c:v>0.75</c:v>
                </c:pt>
                <c:pt idx="337">
                  <c:v>0.75</c:v>
                </c:pt>
                <c:pt idx="338">
                  <c:v>0.75</c:v>
                </c:pt>
                <c:pt idx="339">
                  <c:v>0.75</c:v>
                </c:pt>
                <c:pt idx="340">
                  <c:v>0.75</c:v>
                </c:pt>
                <c:pt idx="341">
                  <c:v>0.75</c:v>
                </c:pt>
                <c:pt idx="342">
                  <c:v>0.75</c:v>
                </c:pt>
                <c:pt idx="343">
                  <c:v>0.5</c:v>
                </c:pt>
                <c:pt idx="344">
                  <c:v>0.5</c:v>
                </c:pt>
                <c:pt idx="345">
                  <c:v>0.5</c:v>
                </c:pt>
                <c:pt idx="346">
                  <c:v>0.5</c:v>
                </c:pt>
                <c:pt idx="347">
                  <c:v>0.5</c:v>
                </c:pt>
                <c:pt idx="348">
                  <c:v>0.5</c:v>
                </c:pt>
                <c:pt idx="349">
                  <c:v>0.25</c:v>
                </c:pt>
                <c:pt idx="350">
                  <c:v>0</c:v>
                </c:pt>
                <c:pt idx="351">
                  <c:v>-0.25</c:v>
                </c:pt>
                <c:pt idx="352">
                  <c:v>-1</c:v>
                </c:pt>
                <c:pt idx="353">
                  <c:v>-1.25</c:v>
                </c:pt>
                <c:pt idx="354">
                  <c:v>-1.5</c:v>
                </c:pt>
                <c:pt idx="355">
                  <c:v>-1.5</c:v>
                </c:pt>
                <c:pt idx="356">
                  <c:v>-1.75</c:v>
                </c:pt>
                <c:pt idx="357">
                  <c:v>-2</c:v>
                </c:pt>
                <c:pt idx="358">
                  <c:v>-2</c:v>
                </c:pt>
                <c:pt idx="359">
                  <c:v>-2</c:v>
                </c:pt>
                <c:pt idx="360">
                  <c:v>-2.25</c:v>
                </c:pt>
                <c:pt idx="361">
                  <c:v>-1.75</c:v>
                </c:pt>
                <c:pt idx="362">
                  <c:v>-1.25</c:v>
                </c:pt>
                <c:pt idx="363">
                  <c:v>-1</c:v>
                </c:pt>
                <c:pt idx="364">
                  <c:v>-0.5</c:v>
                </c:pt>
                <c:pt idx="365">
                  <c:v>-0.25</c:v>
                </c:pt>
                <c:pt idx="366">
                  <c:v>0</c:v>
                </c:pt>
                <c:pt idx="367">
                  <c:v>0</c:v>
                </c:pt>
                <c:pt idx="368">
                  <c:v>0.25</c:v>
                </c:pt>
                <c:pt idx="369">
                  <c:v>0.25</c:v>
                </c:pt>
                <c:pt idx="370">
                  <c:v>0.5</c:v>
                </c:pt>
                <c:pt idx="371">
                  <c:v>0.5</c:v>
                </c:pt>
                <c:pt idx="372">
                  <c:v>0.5</c:v>
                </c:pt>
                <c:pt idx="373">
                  <c:v>0.5</c:v>
                </c:pt>
                <c:pt idx="374">
                  <c:v>0.5</c:v>
                </c:pt>
                <c:pt idx="375">
                  <c:v>0.5</c:v>
                </c:pt>
                <c:pt idx="376">
                  <c:v>0.5</c:v>
                </c:pt>
                <c:pt idx="377">
                  <c:v>0.5</c:v>
                </c:pt>
                <c:pt idx="378">
                  <c:v>0.5</c:v>
                </c:pt>
                <c:pt idx="379">
                  <c:v>0.5</c:v>
                </c:pt>
                <c:pt idx="380">
                  <c:v>0.5</c:v>
                </c:pt>
                <c:pt idx="381">
                  <c:v>0.5</c:v>
                </c:pt>
                <c:pt idx="382">
                  <c:v>0.5</c:v>
                </c:pt>
                <c:pt idx="383">
                  <c:v>0.5</c:v>
                </c:pt>
                <c:pt idx="384">
                  <c:v>0.25</c:v>
                </c:pt>
                <c:pt idx="385">
                  <c:v>0.25</c:v>
                </c:pt>
                <c:pt idx="386">
                  <c:v>0.25</c:v>
                </c:pt>
                <c:pt idx="387">
                  <c:v>0</c:v>
                </c:pt>
                <c:pt idx="388">
                  <c:v>-0.25</c:v>
                </c:pt>
                <c:pt idx="389">
                  <c:v>-0.5</c:v>
                </c:pt>
                <c:pt idx="390">
                  <c:v>-1</c:v>
                </c:pt>
                <c:pt idx="391">
                  <c:v>-1.25</c:v>
                </c:pt>
                <c:pt idx="392">
                  <c:v>-1.75</c:v>
                </c:pt>
                <c:pt idx="393">
                  <c:v>-1.75</c:v>
                </c:pt>
                <c:pt idx="394">
                  <c:v>-2</c:v>
                </c:pt>
                <c:pt idx="395">
                  <c:v>-2</c:v>
                </c:pt>
                <c:pt idx="396">
                  <c:v>-2.25</c:v>
                </c:pt>
                <c:pt idx="397">
                  <c:v>-2.25</c:v>
                </c:pt>
                <c:pt idx="398">
                  <c:v>-2.25</c:v>
                </c:pt>
                <c:pt idx="399">
                  <c:v>-1.5</c:v>
                </c:pt>
                <c:pt idx="400">
                  <c:v>-1</c:v>
                </c:pt>
                <c:pt idx="401">
                  <c:v>-0.75</c:v>
                </c:pt>
                <c:pt idx="402">
                  <c:v>-0.5</c:v>
                </c:pt>
                <c:pt idx="403">
                  <c:v>-0.25</c:v>
                </c:pt>
                <c:pt idx="404">
                  <c:v>-0.25</c:v>
                </c:pt>
                <c:pt idx="405">
                  <c:v>0</c:v>
                </c:pt>
                <c:pt idx="406">
                  <c:v>0</c:v>
                </c:pt>
                <c:pt idx="407">
                  <c:v>0.25</c:v>
                </c:pt>
                <c:pt idx="408">
                  <c:v>0.25</c:v>
                </c:pt>
                <c:pt idx="409">
                  <c:v>0.5</c:v>
                </c:pt>
                <c:pt idx="410">
                  <c:v>0.5</c:v>
                </c:pt>
                <c:pt idx="411">
                  <c:v>0.5</c:v>
                </c:pt>
                <c:pt idx="412">
                  <c:v>0.5</c:v>
                </c:pt>
                <c:pt idx="413">
                  <c:v>0.25</c:v>
                </c:pt>
                <c:pt idx="414">
                  <c:v>0.5</c:v>
                </c:pt>
                <c:pt idx="415">
                  <c:v>0.25</c:v>
                </c:pt>
                <c:pt idx="416">
                  <c:v>0.25</c:v>
                </c:pt>
                <c:pt idx="417">
                  <c:v>0.25</c:v>
                </c:pt>
                <c:pt idx="418">
                  <c:v>0.25</c:v>
                </c:pt>
                <c:pt idx="419">
                  <c:v>0.25</c:v>
                </c:pt>
                <c:pt idx="420">
                  <c:v>0.25</c:v>
                </c:pt>
                <c:pt idx="421">
                  <c:v>0.25</c:v>
                </c:pt>
                <c:pt idx="422">
                  <c:v>0.25</c:v>
                </c:pt>
                <c:pt idx="423">
                  <c:v>0</c:v>
                </c:pt>
                <c:pt idx="424">
                  <c:v>0</c:v>
                </c:pt>
                <c:pt idx="425">
                  <c:v>-0.25</c:v>
                </c:pt>
                <c:pt idx="426">
                  <c:v>-0.5</c:v>
                </c:pt>
                <c:pt idx="427">
                  <c:v>-1</c:v>
                </c:pt>
                <c:pt idx="428">
                  <c:v>-1.25</c:v>
                </c:pt>
                <c:pt idx="429">
                  <c:v>-1.5</c:v>
                </c:pt>
                <c:pt idx="430">
                  <c:v>-1.75</c:v>
                </c:pt>
                <c:pt idx="431">
                  <c:v>-2</c:v>
                </c:pt>
                <c:pt idx="432">
                  <c:v>-2.25</c:v>
                </c:pt>
                <c:pt idx="433">
                  <c:v>-2.25</c:v>
                </c:pt>
                <c:pt idx="434">
                  <c:v>-2.25</c:v>
                </c:pt>
                <c:pt idx="435">
                  <c:v>-2.5</c:v>
                </c:pt>
                <c:pt idx="436">
                  <c:v>-2.5</c:v>
                </c:pt>
                <c:pt idx="437">
                  <c:v>-2</c:v>
                </c:pt>
                <c:pt idx="438">
                  <c:v>-1.5</c:v>
                </c:pt>
                <c:pt idx="439">
                  <c:v>-1</c:v>
                </c:pt>
                <c:pt idx="440">
                  <c:v>-0.5</c:v>
                </c:pt>
                <c:pt idx="441">
                  <c:v>-0.5</c:v>
                </c:pt>
                <c:pt idx="442">
                  <c:v>-0.25</c:v>
                </c:pt>
                <c:pt idx="443">
                  <c:v>-0.25</c:v>
                </c:pt>
                <c:pt idx="444">
                  <c:v>0</c:v>
                </c:pt>
                <c:pt idx="445">
                  <c:v>0</c:v>
                </c:pt>
                <c:pt idx="446">
                  <c:v>0.25</c:v>
                </c:pt>
                <c:pt idx="447">
                  <c:v>0.25</c:v>
                </c:pt>
                <c:pt idx="448">
                  <c:v>0.25</c:v>
                </c:pt>
                <c:pt idx="449">
                  <c:v>0.25</c:v>
                </c:pt>
                <c:pt idx="450">
                  <c:v>0.25</c:v>
                </c:pt>
                <c:pt idx="451">
                  <c:v>0.25</c:v>
                </c:pt>
                <c:pt idx="452">
                  <c:v>0.25</c:v>
                </c:pt>
                <c:pt idx="453">
                  <c:v>0.25</c:v>
                </c:pt>
                <c:pt idx="454">
                  <c:v>0.25</c:v>
                </c:pt>
                <c:pt idx="455">
                  <c:v>0.25</c:v>
                </c:pt>
                <c:pt idx="456">
                  <c:v>0.25</c:v>
                </c:pt>
                <c:pt idx="457">
                  <c:v>0.25</c:v>
                </c:pt>
                <c:pt idx="458">
                  <c:v>0.25</c:v>
                </c:pt>
                <c:pt idx="459">
                  <c:v>0.25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-0.5</c:v>
                </c:pt>
                <c:pt idx="464">
                  <c:v>-0.75</c:v>
                </c:pt>
                <c:pt idx="465">
                  <c:v>-1.25</c:v>
                </c:pt>
                <c:pt idx="466">
                  <c:v>-1.5</c:v>
                </c:pt>
                <c:pt idx="467">
                  <c:v>-1.75</c:v>
                </c:pt>
                <c:pt idx="468">
                  <c:v>-2</c:v>
                </c:pt>
                <c:pt idx="469">
                  <c:v>-2</c:v>
                </c:pt>
                <c:pt idx="470">
                  <c:v>-2.5</c:v>
                </c:pt>
                <c:pt idx="471">
                  <c:v>-2.5</c:v>
                </c:pt>
                <c:pt idx="472">
                  <c:v>-2.5</c:v>
                </c:pt>
                <c:pt idx="473">
                  <c:v>-2.5</c:v>
                </c:pt>
                <c:pt idx="474">
                  <c:v>-2.25</c:v>
                </c:pt>
                <c:pt idx="475">
                  <c:v>-1.75</c:v>
                </c:pt>
                <c:pt idx="476">
                  <c:v>-1.25</c:v>
                </c:pt>
                <c:pt idx="477">
                  <c:v>-1</c:v>
                </c:pt>
                <c:pt idx="478">
                  <c:v>-0.5</c:v>
                </c:pt>
                <c:pt idx="479">
                  <c:v>-0.5</c:v>
                </c:pt>
                <c:pt idx="480">
                  <c:v>-0.25</c:v>
                </c:pt>
                <c:pt idx="481">
                  <c:v>-0.25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0.25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0.25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-0.25</c:v>
                </c:pt>
                <c:pt idx="500">
                  <c:v>-0.5</c:v>
                </c:pt>
                <c:pt idx="501">
                  <c:v>-0.5</c:v>
                </c:pt>
                <c:pt idx="502">
                  <c:v>-1.25</c:v>
                </c:pt>
                <c:pt idx="503">
                  <c:v>-1.5</c:v>
                </c:pt>
                <c:pt idx="504">
                  <c:v>-1.75</c:v>
                </c:pt>
                <c:pt idx="505">
                  <c:v>-2</c:v>
                </c:pt>
                <c:pt idx="506">
                  <c:v>-2.25</c:v>
                </c:pt>
                <c:pt idx="507">
                  <c:v>-2.25</c:v>
                </c:pt>
                <c:pt idx="508">
                  <c:v>-2.5</c:v>
                </c:pt>
                <c:pt idx="509">
                  <c:v>-2.5</c:v>
                </c:pt>
                <c:pt idx="510">
                  <c:v>-2.75</c:v>
                </c:pt>
                <c:pt idx="511">
                  <c:v>-2.25</c:v>
                </c:pt>
                <c:pt idx="512">
                  <c:v>-1.75</c:v>
                </c:pt>
                <c:pt idx="513">
                  <c:v>-1.25</c:v>
                </c:pt>
                <c:pt idx="514">
                  <c:v>-1</c:v>
                </c:pt>
                <c:pt idx="515">
                  <c:v>-0.75</c:v>
                </c:pt>
                <c:pt idx="516">
                  <c:v>-0.5</c:v>
                </c:pt>
                <c:pt idx="517">
                  <c:v>-0.5</c:v>
                </c:pt>
                <c:pt idx="518">
                  <c:v>-0.25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0.25</c:v>
                </c:pt>
                <c:pt idx="523">
                  <c:v>0.25</c:v>
                </c:pt>
                <c:pt idx="524">
                  <c:v>0.25</c:v>
                </c:pt>
                <c:pt idx="525">
                  <c:v>0.25</c:v>
                </c:pt>
                <c:pt idx="526">
                  <c:v>0.25</c:v>
                </c:pt>
                <c:pt idx="527">
                  <c:v>0.25</c:v>
                </c:pt>
                <c:pt idx="528">
                  <c:v>0.25</c:v>
                </c:pt>
                <c:pt idx="529">
                  <c:v>0.25</c:v>
                </c:pt>
                <c:pt idx="530">
                  <c:v>0.25</c:v>
                </c:pt>
                <c:pt idx="531">
                  <c:v>0.25</c:v>
                </c:pt>
                <c:pt idx="532">
                  <c:v>0.25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-0.25</c:v>
                </c:pt>
                <c:pt idx="538">
                  <c:v>-0.5</c:v>
                </c:pt>
                <c:pt idx="539">
                  <c:v>-0.75</c:v>
                </c:pt>
                <c:pt idx="540">
                  <c:v>-1</c:v>
                </c:pt>
                <c:pt idx="541">
                  <c:v>-1.5</c:v>
                </c:pt>
                <c:pt idx="542">
                  <c:v>-2</c:v>
                </c:pt>
                <c:pt idx="543">
                  <c:v>-2</c:v>
                </c:pt>
                <c:pt idx="544">
                  <c:v>-2.25</c:v>
                </c:pt>
                <c:pt idx="545">
                  <c:v>-2.5</c:v>
                </c:pt>
                <c:pt idx="546">
                  <c:v>-2.5</c:v>
                </c:pt>
                <c:pt idx="547">
                  <c:v>-2.5</c:v>
                </c:pt>
                <c:pt idx="548">
                  <c:v>-2.5</c:v>
                </c:pt>
                <c:pt idx="549">
                  <c:v>-2.25</c:v>
                </c:pt>
                <c:pt idx="550">
                  <c:v>-1.25</c:v>
                </c:pt>
                <c:pt idx="551">
                  <c:v>-1</c:v>
                </c:pt>
                <c:pt idx="552">
                  <c:v>-0.75</c:v>
                </c:pt>
                <c:pt idx="553">
                  <c:v>-0.5</c:v>
                </c:pt>
                <c:pt idx="554">
                  <c:v>-0.25</c:v>
                </c:pt>
                <c:pt idx="555">
                  <c:v>-0.25</c:v>
                </c:pt>
                <c:pt idx="556">
                  <c:v>0</c:v>
                </c:pt>
                <c:pt idx="557">
                  <c:v>0</c:v>
                </c:pt>
                <c:pt idx="558">
                  <c:v>0.25</c:v>
                </c:pt>
                <c:pt idx="559">
                  <c:v>0.25</c:v>
                </c:pt>
                <c:pt idx="560">
                  <c:v>0.25</c:v>
                </c:pt>
                <c:pt idx="561">
                  <c:v>0.25</c:v>
                </c:pt>
                <c:pt idx="562">
                  <c:v>0.25</c:v>
                </c:pt>
                <c:pt idx="563">
                  <c:v>0.25</c:v>
                </c:pt>
                <c:pt idx="564">
                  <c:v>0.25</c:v>
                </c:pt>
                <c:pt idx="565">
                  <c:v>0.25</c:v>
                </c:pt>
                <c:pt idx="566">
                  <c:v>0.25</c:v>
                </c:pt>
                <c:pt idx="567">
                  <c:v>0.25</c:v>
                </c:pt>
                <c:pt idx="568">
                  <c:v>0.25</c:v>
                </c:pt>
                <c:pt idx="569">
                  <c:v>0.25</c:v>
                </c:pt>
                <c:pt idx="570">
                  <c:v>0.25</c:v>
                </c:pt>
                <c:pt idx="571">
                  <c:v>0.25</c:v>
                </c:pt>
                <c:pt idx="572">
                  <c:v>0.25</c:v>
                </c:pt>
                <c:pt idx="573">
                  <c:v>0</c:v>
                </c:pt>
                <c:pt idx="574">
                  <c:v>-0.25</c:v>
                </c:pt>
                <c:pt idx="575">
                  <c:v>-0.25</c:v>
                </c:pt>
                <c:pt idx="576">
                  <c:v>-0.5</c:v>
                </c:pt>
                <c:pt idx="577">
                  <c:v>-1</c:v>
                </c:pt>
                <c:pt idx="578">
                  <c:v>-1.25</c:v>
                </c:pt>
                <c:pt idx="579">
                  <c:v>-1.5</c:v>
                </c:pt>
                <c:pt idx="580">
                  <c:v>-1.75</c:v>
                </c:pt>
                <c:pt idx="581">
                  <c:v>-2</c:v>
                </c:pt>
                <c:pt idx="582">
                  <c:v>-2</c:v>
                </c:pt>
                <c:pt idx="583">
                  <c:v>-2.25</c:v>
                </c:pt>
                <c:pt idx="584">
                  <c:v>-2.25</c:v>
                </c:pt>
                <c:pt idx="585">
                  <c:v>-2.25</c:v>
                </c:pt>
                <c:pt idx="586">
                  <c:v>-2.5</c:v>
                </c:pt>
                <c:pt idx="587">
                  <c:v>-2</c:v>
                </c:pt>
                <c:pt idx="588">
                  <c:v>-1.5</c:v>
                </c:pt>
                <c:pt idx="589">
                  <c:v>-1</c:v>
                </c:pt>
                <c:pt idx="590">
                  <c:v>-0.5</c:v>
                </c:pt>
                <c:pt idx="591">
                  <c:v>-0.5</c:v>
                </c:pt>
                <c:pt idx="592">
                  <c:v>-0.25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0.25</c:v>
                </c:pt>
                <c:pt idx="597">
                  <c:v>0.25</c:v>
                </c:pt>
                <c:pt idx="598">
                  <c:v>0.25</c:v>
                </c:pt>
                <c:pt idx="599">
                  <c:v>0.25</c:v>
                </c:pt>
                <c:pt idx="600">
                  <c:v>0.25</c:v>
                </c:pt>
                <c:pt idx="601">
                  <c:v>0.25</c:v>
                </c:pt>
                <c:pt idx="602">
                  <c:v>0.25</c:v>
                </c:pt>
                <c:pt idx="603">
                  <c:v>0.25</c:v>
                </c:pt>
                <c:pt idx="604">
                  <c:v>0.25</c:v>
                </c:pt>
                <c:pt idx="605">
                  <c:v>0.25</c:v>
                </c:pt>
                <c:pt idx="606">
                  <c:v>0.25</c:v>
                </c:pt>
                <c:pt idx="607">
                  <c:v>0.25</c:v>
                </c:pt>
                <c:pt idx="608">
                  <c:v>0.25</c:v>
                </c:pt>
                <c:pt idx="609">
                  <c:v>0.25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-0.25</c:v>
                </c:pt>
                <c:pt idx="614">
                  <c:v>-0.75</c:v>
                </c:pt>
                <c:pt idx="615">
                  <c:v>-1</c:v>
                </c:pt>
                <c:pt idx="616">
                  <c:v>-1.25</c:v>
                </c:pt>
                <c:pt idx="617">
                  <c:v>-1.5</c:v>
                </c:pt>
                <c:pt idx="618">
                  <c:v>-1.75</c:v>
                </c:pt>
                <c:pt idx="619">
                  <c:v>-2</c:v>
                </c:pt>
                <c:pt idx="620">
                  <c:v>-2</c:v>
                </c:pt>
                <c:pt idx="621">
                  <c:v>-2.25</c:v>
                </c:pt>
                <c:pt idx="622">
                  <c:v>-2.5</c:v>
                </c:pt>
                <c:pt idx="623">
                  <c:v>-2.5</c:v>
                </c:pt>
                <c:pt idx="624">
                  <c:v>-2</c:v>
                </c:pt>
                <c:pt idx="625">
                  <c:v>-1.5</c:v>
                </c:pt>
                <c:pt idx="626">
                  <c:v>-1.25</c:v>
                </c:pt>
                <c:pt idx="627">
                  <c:v>-0.75</c:v>
                </c:pt>
                <c:pt idx="628">
                  <c:v>-0.5</c:v>
                </c:pt>
                <c:pt idx="629">
                  <c:v>-0.25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-0.25</c:v>
                </c:pt>
                <c:pt idx="637">
                  <c:v>-1</c:v>
                </c:pt>
                <c:pt idx="638">
                  <c:v>-1.25</c:v>
                </c:pt>
                <c:pt idx="639">
                  <c:v>-1.5</c:v>
                </c:pt>
                <c:pt idx="640">
                  <c:v>-1.75</c:v>
                </c:pt>
                <c:pt idx="641">
                  <c:v>-2</c:v>
                </c:pt>
                <c:pt idx="642">
                  <c:v>-2.25</c:v>
                </c:pt>
                <c:pt idx="643">
                  <c:v>-2.5</c:v>
                </c:pt>
                <c:pt idx="644">
                  <c:v>-2.75</c:v>
                </c:pt>
                <c:pt idx="645">
                  <c:v>-3</c:v>
                </c:pt>
                <c:pt idx="646">
                  <c:v>-3</c:v>
                </c:pt>
                <c:pt idx="647">
                  <c:v>-3</c:v>
                </c:pt>
                <c:pt idx="648">
                  <c:v>-3.25</c:v>
                </c:pt>
                <c:pt idx="649">
                  <c:v>-3.25</c:v>
                </c:pt>
                <c:pt idx="650">
                  <c:v>-3.25</c:v>
                </c:pt>
                <c:pt idx="651">
                  <c:v>-3.25</c:v>
                </c:pt>
                <c:pt idx="652">
                  <c:v>-3.5</c:v>
                </c:pt>
                <c:pt idx="653">
                  <c:v>-3.5</c:v>
                </c:pt>
                <c:pt idx="654">
                  <c:v>-3.5</c:v>
                </c:pt>
                <c:pt idx="655">
                  <c:v>-3.5</c:v>
                </c:pt>
                <c:pt idx="656">
                  <c:v>-3.5</c:v>
                </c:pt>
                <c:pt idx="657">
                  <c:v>-3.5</c:v>
                </c:pt>
                <c:pt idx="658">
                  <c:v>-3.5</c:v>
                </c:pt>
                <c:pt idx="659">
                  <c:v>-3.5</c:v>
                </c:pt>
                <c:pt idx="660">
                  <c:v>-3.5</c:v>
                </c:pt>
                <c:pt idx="661">
                  <c:v>-3.75</c:v>
                </c:pt>
                <c:pt idx="662">
                  <c:v>-3.75</c:v>
                </c:pt>
                <c:pt idx="663">
                  <c:v>-3.75</c:v>
                </c:pt>
                <c:pt idx="664">
                  <c:v>-3.75</c:v>
                </c:pt>
                <c:pt idx="665">
                  <c:v>-3.75</c:v>
                </c:pt>
                <c:pt idx="666">
                  <c:v>-3.75</c:v>
                </c:pt>
                <c:pt idx="667">
                  <c:v>-3.75</c:v>
                </c:pt>
                <c:pt idx="668">
                  <c:v>-3.75</c:v>
                </c:pt>
                <c:pt idx="669">
                  <c:v>-3.75</c:v>
                </c:pt>
                <c:pt idx="670">
                  <c:v>-3.75</c:v>
                </c:pt>
                <c:pt idx="671">
                  <c:v>-3.75</c:v>
                </c:pt>
                <c:pt idx="672">
                  <c:v>-3.75</c:v>
                </c:pt>
                <c:pt idx="673">
                  <c:v>-3.75</c:v>
                </c:pt>
                <c:pt idx="674">
                  <c:v>-3.75</c:v>
                </c:pt>
                <c:pt idx="675">
                  <c:v>-3.75</c:v>
                </c:pt>
                <c:pt idx="676">
                  <c:v>-3.75</c:v>
                </c:pt>
                <c:pt idx="677">
                  <c:v>-4</c:v>
                </c:pt>
                <c:pt idx="678">
                  <c:v>-4</c:v>
                </c:pt>
                <c:pt idx="679">
                  <c:v>-4</c:v>
                </c:pt>
                <c:pt idx="680">
                  <c:v>-4</c:v>
                </c:pt>
                <c:pt idx="681">
                  <c:v>-4</c:v>
                </c:pt>
                <c:pt idx="682">
                  <c:v>-4</c:v>
                </c:pt>
                <c:pt idx="683">
                  <c:v>-4</c:v>
                </c:pt>
                <c:pt idx="684">
                  <c:v>-4</c:v>
                </c:pt>
                <c:pt idx="685">
                  <c:v>-4</c:v>
                </c:pt>
                <c:pt idx="686">
                  <c:v>-4.25</c:v>
                </c:pt>
                <c:pt idx="687">
                  <c:v>-4</c:v>
                </c:pt>
                <c:pt idx="688">
                  <c:v>-4</c:v>
                </c:pt>
                <c:pt idx="689">
                  <c:v>-3.75</c:v>
                </c:pt>
                <c:pt idx="690">
                  <c:v>-3.25</c:v>
                </c:pt>
                <c:pt idx="691">
                  <c:v>-3</c:v>
                </c:pt>
                <c:pt idx="692">
                  <c:v>-3</c:v>
                </c:pt>
                <c:pt idx="693">
                  <c:v>-2.5</c:v>
                </c:pt>
                <c:pt idx="694">
                  <c:v>-2.75</c:v>
                </c:pt>
                <c:pt idx="695">
                  <c:v>-2.5</c:v>
                </c:pt>
                <c:pt idx="696">
                  <c:v>-2.25</c:v>
                </c:pt>
                <c:pt idx="697">
                  <c:v>-2.5</c:v>
                </c:pt>
                <c:pt idx="698">
                  <c:v>-2.25</c:v>
                </c:pt>
                <c:pt idx="699">
                  <c:v>-2.25</c:v>
                </c:pt>
                <c:pt idx="700">
                  <c:v>-2.25</c:v>
                </c:pt>
                <c:pt idx="701">
                  <c:v>-2</c:v>
                </c:pt>
                <c:pt idx="702">
                  <c:v>-2.25</c:v>
                </c:pt>
                <c:pt idx="703">
                  <c:v>-2.25</c:v>
                </c:pt>
                <c:pt idx="704">
                  <c:v>-2</c:v>
                </c:pt>
                <c:pt idx="705">
                  <c:v>-2.25</c:v>
                </c:pt>
                <c:pt idx="706">
                  <c:v>-2</c:v>
                </c:pt>
                <c:pt idx="707">
                  <c:v>-2</c:v>
                </c:pt>
                <c:pt idx="708">
                  <c:v>-2</c:v>
                </c:pt>
                <c:pt idx="709">
                  <c:v>-1.75</c:v>
                </c:pt>
                <c:pt idx="710">
                  <c:v>-2</c:v>
                </c:pt>
                <c:pt idx="711">
                  <c:v>-2</c:v>
                </c:pt>
                <c:pt idx="712">
                  <c:v>-1.75</c:v>
                </c:pt>
                <c:pt idx="713">
                  <c:v>-2</c:v>
                </c:pt>
                <c:pt idx="714">
                  <c:v>-2</c:v>
                </c:pt>
                <c:pt idx="715">
                  <c:v>-1.75</c:v>
                </c:pt>
                <c:pt idx="716">
                  <c:v>-2</c:v>
                </c:pt>
                <c:pt idx="717">
                  <c:v>-1.75</c:v>
                </c:pt>
                <c:pt idx="718">
                  <c:v>-2</c:v>
                </c:pt>
                <c:pt idx="719">
                  <c:v>-1.75</c:v>
                </c:pt>
                <c:pt idx="720">
                  <c:v>-1.75</c:v>
                </c:pt>
                <c:pt idx="721">
                  <c:v>-1.75</c:v>
                </c:pt>
                <c:pt idx="722">
                  <c:v>-1.75</c:v>
                </c:pt>
                <c:pt idx="723">
                  <c:v>-1.75</c:v>
                </c:pt>
                <c:pt idx="724">
                  <c:v>-1.75</c:v>
                </c:pt>
                <c:pt idx="725">
                  <c:v>-1.75</c:v>
                </c:pt>
                <c:pt idx="726">
                  <c:v>-1.75</c:v>
                </c:pt>
                <c:pt idx="727">
                  <c:v>-1.75</c:v>
                </c:pt>
                <c:pt idx="728">
                  <c:v>-1.75</c:v>
                </c:pt>
                <c:pt idx="729">
                  <c:v>-1.75</c:v>
                </c:pt>
                <c:pt idx="730">
                  <c:v>-1.75</c:v>
                </c:pt>
                <c:pt idx="731">
                  <c:v>-1.75</c:v>
                </c:pt>
                <c:pt idx="732">
                  <c:v>-1.75</c:v>
                </c:pt>
                <c:pt idx="733">
                  <c:v>-1.5</c:v>
                </c:pt>
                <c:pt idx="734">
                  <c:v>-1.75</c:v>
                </c:pt>
                <c:pt idx="735">
                  <c:v>-1.75</c:v>
                </c:pt>
                <c:pt idx="736">
                  <c:v>-1.75</c:v>
                </c:pt>
                <c:pt idx="737">
                  <c:v>-1.5</c:v>
                </c:pt>
                <c:pt idx="738">
                  <c:v>-1.75</c:v>
                </c:pt>
                <c:pt idx="739">
                  <c:v>-1.75</c:v>
                </c:pt>
                <c:pt idx="740">
                  <c:v>-1.75</c:v>
                </c:pt>
                <c:pt idx="741">
                  <c:v>-1.75</c:v>
                </c:pt>
                <c:pt idx="742">
                  <c:v>-1.5</c:v>
                </c:pt>
                <c:pt idx="743">
                  <c:v>-1.5</c:v>
                </c:pt>
                <c:pt idx="744">
                  <c:v>-1.75</c:v>
                </c:pt>
                <c:pt idx="745">
                  <c:v>-1.75</c:v>
                </c:pt>
                <c:pt idx="746">
                  <c:v>-1.5</c:v>
                </c:pt>
                <c:pt idx="747">
                  <c:v>-1.75</c:v>
                </c:pt>
                <c:pt idx="748">
                  <c:v>-1.5</c:v>
                </c:pt>
                <c:pt idx="749">
                  <c:v>-1.5</c:v>
                </c:pt>
                <c:pt idx="750">
                  <c:v>-1.75</c:v>
                </c:pt>
                <c:pt idx="751">
                  <c:v>-1.5</c:v>
                </c:pt>
                <c:pt idx="752">
                  <c:v>-1.5</c:v>
                </c:pt>
                <c:pt idx="753">
                  <c:v>-1.75</c:v>
                </c:pt>
                <c:pt idx="754">
                  <c:v>-1.75</c:v>
                </c:pt>
                <c:pt idx="755">
                  <c:v>-1.5</c:v>
                </c:pt>
                <c:pt idx="756">
                  <c:v>-1.75</c:v>
                </c:pt>
                <c:pt idx="757">
                  <c:v>-1.5</c:v>
                </c:pt>
                <c:pt idx="758">
                  <c:v>-1.5</c:v>
                </c:pt>
                <c:pt idx="759">
                  <c:v>-1.75</c:v>
                </c:pt>
                <c:pt idx="760">
                  <c:v>-1.75</c:v>
                </c:pt>
                <c:pt idx="761">
                  <c:v>-1.5</c:v>
                </c:pt>
                <c:pt idx="762">
                  <c:v>-1.5</c:v>
                </c:pt>
                <c:pt idx="763">
                  <c:v>-1.75</c:v>
                </c:pt>
                <c:pt idx="764">
                  <c:v>-1.5</c:v>
                </c:pt>
                <c:pt idx="765">
                  <c:v>-1.75</c:v>
                </c:pt>
                <c:pt idx="766">
                  <c:v>-1.75</c:v>
                </c:pt>
                <c:pt idx="767">
                  <c:v>-1.5</c:v>
                </c:pt>
                <c:pt idx="768">
                  <c:v>-1.5</c:v>
                </c:pt>
                <c:pt idx="769">
                  <c:v>-1.75</c:v>
                </c:pt>
                <c:pt idx="770">
                  <c:v>-1.5</c:v>
                </c:pt>
                <c:pt idx="771">
                  <c:v>-1.75</c:v>
                </c:pt>
                <c:pt idx="772">
                  <c:v>-1.75</c:v>
                </c:pt>
                <c:pt idx="773">
                  <c:v>-1.5</c:v>
                </c:pt>
                <c:pt idx="774">
                  <c:v>-1.5</c:v>
                </c:pt>
                <c:pt idx="775">
                  <c:v>-1.75</c:v>
                </c:pt>
                <c:pt idx="776">
                  <c:v>-1.5</c:v>
                </c:pt>
                <c:pt idx="777">
                  <c:v>-1.5</c:v>
                </c:pt>
                <c:pt idx="778">
                  <c:v>-1.75</c:v>
                </c:pt>
                <c:pt idx="779">
                  <c:v>-1.75</c:v>
                </c:pt>
                <c:pt idx="780">
                  <c:v>-1.25</c:v>
                </c:pt>
                <c:pt idx="781">
                  <c:v>-1.25</c:v>
                </c:pt>
                <c:pt idx="782">
                  <c:v>-1</c:v>
                </c:pt>
                <c:pt idx="783">
                  <c:v>-0.75</c:v>
                </c:pt>
                <c:pt idx="784">
                  <c:v>-0.75</c:v>
                </c:pt>
                <c:pt idx="785">
                  <c:v>-0.75</c:v>
                </c:pt>
                <c:pt idx="786">
                  <c:v>-0.5</c:v>
                </c:pt>
                <c:pt idx="787">
                  <c:v>-0.5</c:v>
                </c:pt>
                <c:pt idx="788">
                  <c:v>-0.5</c:v>
                </c:pt>
                <c:pt idx="789">
                  <c:v>-0.5</c:v>
                </c:pt>
                <c:pt idx="790">
                  <c:v>-0.5</c:v>
                </c:pt>
                <c:pt idx="791">
                  <c:v>-0.5</c:v>
                </c:pt>
                <c:pt idx="792">
                  <c:v>-0.25</c:v>
                </c:pt>
                <c:pt idx="793">
                  <c:v>-0.25</c:v>
                </c:pt>
                <c:pt idx="794">
                  <c:v>-0.25</c:v>
                </c:pt>
                <c:pt idx="795">
                  <c:v>-0.25</c:v>
                </c:pt>
                <c:pt idx="796">
                  <c:v>-0.25</c:v>
                </c:pt>
                <c:pt idx="797">
                  <c:v>-0.25</c:v>
                </c:pt>
                <c:pt idx="798">
                  <c:v>-0.25</c:v>
                </c:pt>
                <c:pt idx="799">
                  <c:v>-0.25</c:v>
                </c:pt>
                <c:pt idx="800">
                  <c:v>-0.25</c:v>
                </c:pt>
                <c:pt idx="801">
                  <c:v>-0.25</c:v>
                </c:pt>
                <c:pt idx="802">
                  <c:v>-0.25</c:v>
                </c:pt>
                <c:pt idx="803">
                  <c:v>-0.25</c:v>
                </c:pt>
                <c:pt idx="804">
                  <c:v>-0.25</c:v>
                </c:pt>
                <c:pt idx="805">
                  <c:v>-0.5</c:v>
                </c:pt>
                <c:pt idx="806">
                  <c:v>-0.5</c:v>
                </c:pt>
                <c:pt idx="807">
                  <c:v>-0.25</c:v>
                </c:pt>
                <c:pt idx="808">
                  <c:v>-0.25</c:v>
                </c:pt>
                <c:pt idx="809">
                  <c:v>-0.25</c:v>
                </c:pt>
                <c:pt idx="810">
                  <c:v>-0.25</c:v>
                </c:pt>
                <c:pt idx="811">
                  <c:v>-0.5</c:v>
                </c:pt>
                <c:pt idx="812">
                  <c:v>-0.25</c:v>
                </c:pt>
                <c:pt idx="813">
                  <c:v>-0.25</c:v>
                </c:pt>
                <c:pt idx="814">
                  <c:v>-0.25</c:v>
                </c:pt>
                <c:pt idx="815">
                  <c:v>-0.5</c:v>
                </c:pt>
                <c:pt idx="816">
                  <c:v>-0.5</c:v>
                </c:pt>
                <c:pt idx="817">
                  <c:v>-0.5</c:v>
                </c:pt>
                <c:pt idx="818">
                  <c:v>-0.5</c:v>
                </c:pt>
                <c:pt idx="819">
                  <c:v>-0.25</c:v>
                </c:pt>
                <c:pt idx="820">
                  <c:v>-0.5</c:v>
                </c:pt>
                <c:pt idx="821">
                  <c:v>-0.5</c:v>
                </c:pt>
                <c:pt idx="822">
                  <c:v>-0.5</c:v>
                </c:pt>
                <c:pt idx="823">
                  <c:v>-0.25</c:v>
                </c:pt>
                <c:pt idx="824">
                  <c:v>-0.25</c:v>
                </c:pt>
                <c:pt idx="825">
                  <c:v>-0.5</c:v>
                </c:pt>
                <c:pt idx="826">
                  <c:v>-0.5</c:v>
                </c:pt>
                <c:pt idx="827">
                  <c:v>-0.25</c:v>
                </c:pt>
                <c:pt idx="828">
                  <c:v>-0.25</c:v>
                </c:pt>
                <c:pt idx="829">
                  <c:v>-0.5</c:v>
                </c:pt>
                <c:pt idx="830">
                  <c:v>-0.5</c:v>
                </c:pt>
                <c:pt idx="831">
                  <c:v>-0.5</c:v>
                </c:pt>
                <c:pt idx="832">
                  <c:v>-0.5</c:v>
                </c:pt>
                <c:pt idx="833">
                  <c:v>-0.5</c:v>
                </c:pt>
                <c:pt idx="834">
                  <c:v>-0.25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315-46B1-BAF9-B9D2BBD6EB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9638784"/>
        <c:axId val="245307008"/>
      </c:lineChart>
      <c:catAx>
        <c:axId val="259638784"/>
        <c:scaling>
          <c:orientation val="minMax"/>
        </c:scaling>
        <c:delete val="0"/>
        <c:axPos val="b"/>
        <c:numFmt formatCode="h:mm:ss;@" sourceLinked="1"/>
        <c:majorTickMark val="out"/>
        <c:minorTickMark val="none"/>
        <c:tickLblPos val="low"/>
        <c:crossAx val="245307008"/>
        <c:crosses val="autoZero"/>
        <c:auto val="1"/>
        <c:lblAlgn val="ctr"/>
        <c:lblOffset val="100"/>
        <c:noMultiLvlLbl val="0"/>
      </c:catAx>
      <c:valAx>
        <c:axId val="2453070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ko-KR"/>
          </a:p>
        </c:txPr>
        <c:crossAx val="259638784"/>
        <c:crosses val="autoZero"/>
        <c:crossBetween val="between"/>
        <c:majorUnit val="1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7F333-8E58-4D48-BD2F-8ABAC4D26D0B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7E0284-FA57-49E1-9EF7-972E15F46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526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51B1AB-84D4-4BC4-9376-845D36F0432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035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908489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874649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53"/>
          <p:cNvSpPr txBox="1"/>
          <p:nvPr userDrawn="1"/>
        </p:nvSpPr>
        <p:spPr>
          <a:xfrm>
            <a:off x="2438400" y="6501969"/>
            <a:ext cx="401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0" i="1" spc="200" dirty="0">
                <a:solidFill>
                  <a:srgbClr val="E1DFE5"/>
                </a:solidFill>
                <a:latin typeface="Arial Black" panose="020B0A040201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Global Semiconductor Interface</a:t>
            </a:r>
            <a:endParaRPr lang="ko-KR" altLang="en-US" sz="1200" b="0" i="1" spc="200" dirty="0">
              <a:solidFill>
                <a:srgbClr val="E1DFE5"/>
              </a:solidFill>
              <a:latin typeface="Arial Black" panose="020B0A040201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61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523" y="186961"/>
            <a:ext cx="1674495" cy="603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53"/>
          <p:cNvSpPr txBox="1"/>
          <p:nvPr userDrawn="1"/>
        </p:nvSpPr>
        <p:spPr>
          <a:xfrm>
            <a:off x="2438400" y="6501969"/>
            <a:ext cx="401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0" i="1" spc="200" dirty="0">
                <a:solidFill>
                  <a:srgbClr val="E1DFE5"/>
                </a:solidFill>
                <a:latin typeface="Arial Black" panose="020B0A040201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Global Semiconductor Interface</a:t>
            </a:r>
            <a:endParaRPr lang="ko-KR" altLang="en-US" sz="1200" b="0" i="1" spc="200" dirty="0">
              <a:solidFill>
                <a:srgbClr val="E1DFE5"/>
              </a:solidFill>
              <a:latin typeface="Arial Black" panose="020B0A040201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257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088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086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91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3128"/>
            <a:ext cx="7543800" cy="1450757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853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574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448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 cstate="print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748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59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013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972" y="162138"/>
            <a:ext cx="7543800" cy="7506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390" y="1266070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699" y="6451622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2025-04-29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66018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209347" y="986730"/>
            <a:ext cx="87120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71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/>
        </p:nvCxnSpPr>
        <p:spPr>
          <a:xfrm>
            <a:off x="-8128" y="1736812"/>
            <a:ext cx="6984776" cy="0"/>
          </a:xfrm>
          <a:prstGeom prst="line">
            <a:avLst/>
          </a:prstGeom>
          <a:ln w="15875">
            <a:gradFill>
              <a:gsLst>
                <a:gs pos="0">
                  <a:srgbClr val="7030A0"/>
                </a:gs>
                <a:gs pos="50000">
                  <a:schemeClr val="tx2">
                    <a:lumMod val="40000"/>
                    <a:lumOff val="60000"/>
                  </a:schemeClr>
                </a:gs>
                <a:gs pos="100000">
                  <a:srgbClr val="CCCC0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제목 1"/>
          <p:cNvSpPr txBox="1">
            <a:spLocks/>
          </p:cNvSpPr>
          <p:nvPr/>
        </p:nvSpPr>
        <p:spPr>
          <a:xfrm>
            <a:off x="708259" y="2248113"/>
            <a:ext cx="7543800" cy="9424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altLang="ko-KR" sz="2800" b="1" dirty="0">
                <a:latin typeface="+mj-ea"/>
                <a:cs typeface="Arial" panose="020B0604020202020204" pitchFamily="34" charset="0"/>
              </a:rPr>
              <a:t>        GSI MMTC UI </a:t>
            </a:r>
            <a:r>
              <a:rPr lang="ko-KR" altLang="en-US" sz="2800" b="1" dirty="0">
                <a:latin typeface="+mj-ea"/>
                <a:cs typeface="Arial" panose="020B0604020202020204" pitchFamily="34" charset="0"/>
              </a:rPr>
              <a:t>업데이트 내용</a:t>
            </a:r>
            <a:endParaRPr lang="en-US" altLang="ko-KR" sz="2800" b="1" dirty="0">
              <a:latin typeface="+mj-ea"/>
              <a:cs typeface="Arial" panose="020B0604020202020204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107" y="3702431"/>
            <a:ext cx="2944729" cy="1061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295900" y="5343525"/>
            <a:ext cx="1901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2025.04.21 Rev.02</a:t>
            </a:r>
          </a:p>
        </p:txBody>
      </p:sp>
    </p:spTree>
    <p:extLst>
      <p:ext uri="{BB962C8B-B14F-4D97-AF65-F5344CB8AC3E}">
        <p14:creationId xmlns:p14="http://schemas.microsoft.com/office/powerpoint/2010/main" val="331277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3855" y="1221104"/>
            <a:ext cx="81387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b="1" u="sng" dirty="0">
                <a:latin typeface="+mn-ea"/>
              </a:rPr>
              <a:t>개선목적 </a:t>
            </a:r>
            <a:r>
              <a:rPr lang="en-US" altLang="ko-KR" b="1" u="sng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일부 </a:t>
            </a:r>
            <a:r>
              <a:rPr lang="en-US" altLang="ko-KR" dirty="0">
                <a:latin typeface="+mn-ea"/>
              </a:rPr>
              <a:t>Slot cold </a:t>
            </a:r>
            <a:r>
              <a:rPr lang="ko-KR" altLang="en-US" dirty="0">
                <a:latin typeface="+mn-ea"/>
              </a:rPr>
              <a:t>대응 </a:t>
            </a:r>
            <a:r>
              <a:rPr lang="en-US" altLang="ko-KR" dirty="0">
                <a:latin typeface="+mn-ea"/>
              </a:rPr>
              <a:t>Margin</a:t>
            </a:r>
            <a:r>
              <a:rPr lang="ko-KR" altLang="en-US" dirty="0">
                <a:latin typeface="+mn-ea"/>
              </a:rPr>
              <a:t> 값 부족으로 </a:t>
            </a:r>
            <a:r>
              <a:rPr lang="en-US" altLang="ko-KR" dirty="0">
                <a:latin typeface="+mn-ea"/>
              </a:rPr>
              <a:t>Cooling </a:t>
            </a:r>
            <a:r>
              <a:rPr lang="ko-KR" altLang="en-US" dirty="0">
                <a:latin typeface="+mn-ea"/>
              </a:rPr>
              <a:t>성능 향상 및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                      Margin </a:t>
            </a:r>
            <a:r>
              <a:rPr lang="ko-KR" altLang="en-US" dirty="0">
                <a:latin typeface="+mn-ea"/>
              </a:rPr>
              <a:t>값 확보 기대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3855" y="2068829"/>
            <a:ext cx="785067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b="1" u="sng" dirty="0">
                <a:latin typeface="+mn-ea"/>
              </a:rPr>
              <a:t>개선</a:t>
            </a:r>
            <a:r>
              <a:rPr lang="en-US" altLang="ko-KR" b="1" u="sng" dirty="0">
                <a:latin typeface="+mn-ea"/>
              </a:rPr>
              <a:t>Item</a:t>
            </a:r>
            <a:r>
              <a:rPr lang="ko-KR" altLang="en-US" b="1" u="sng" dirty="0">
                <a:latin typeface="+mn-ea"/>
              </a:rPr>
              <a:t> </a:t>
            </a:r>
            <a:r>
              <a:rPr lang="en-US" altLang="ko-KR" b="1" u="sng" dirty="0">
                <a:latin typeface="+mn-ea"/>
              </a:rPr>
              <a:t>:</a:t>
            </a:r>
          </a:p>
          <a:p>
            <a:r>
              <a:rPr lang="en-US" altLang="ko-KR" dirty="0">
                <a:latin typeface="+mn-ea"/>
              </a:rPr>
              <a:t>     1. Water Block IN/OUT fitting </a:t>
            </a:r>
            <a:r>
              <a:rPr lang="ko-KR" altLang="en-US" dirty="0">
                <a:latin typeface="+mn-ea"/>
              </a:rPr>
              <a:t>위치변경 </a:t>
            </a:r>
            <a:r>
              <a:rPr lang="en-US" altLang="ko-KR" dirty="0">
                <a:latin typeface="+mn-ea"/>
              </a:rPr>
              <a:t>: </a:t>
            </a:r>
          </a:p>
          <a:p>
            <a:r>
              <a:rPr lang="en-US" altLang="ko-KR" dirty="0">
                <a:latin typeface="+mn-ea"/>
              </a:rPr>
              <a:t>        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 </a:t>
            </a:r>
            <a:r>
              <a:rPr lang="en-US" altLang="ko-KR" dirty="0">
                <a:latin typeface="+mn-ea"/>
              </a:rPr>
              <a:t>Water flow </a:t>
            </a:r>
            <a:r>
              <a:rPr lang="ko-KR" altLang="en-US" dirty="0">
                <a:latin typeface="+mn-ea"/>
              </a:rPr>
              <a:t>개선 </a:t>
            </a:r>
            <a:endParaRPr lang="en-US" altLang="ko-KR" dirty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     2. Water Block </a:t>
            </a:r>
            <a:r>
              <a:rPr lang="ko-KR" altLang="en-US" dirty="0">
                <a:latin typeface="+mn-ea"/>
              </a:rPr>
              <a:t>내부 </a:t>
            </a:r>
            <a:r>
              <a:rPr lang="en-US" altLang="ko-KR" dirty="0">
                <a:latin typeface="+mn-ea"/>
              </a:rPr>
              <a:t>Water Line Size </a:t>
            </a:r>
            <a:r>
              <a:rPr lang="ko-KR" altLang="en-US" dirty="0">
                <a:latin typeface="+mn-ea"/>
              </a:rPr>
              <a:t>변경 </a:t>
            </a:r>
            <a:r>
              <a:rPr lang="en-US" altLang="ko-KR" dirty="0">
                <a:latin typeface="+mn-ea"/>
              </a:rPr>
              <a:t>: </a:t>
            </a:r>
          </a:p>
          <a:p>
            <a:r>
              <a:rPr lang="en-US" altLang="ko-KR" dirty="0">
                <a:latin typeface="+mn-ea"/>
              </a:rPr>
              <a:t>        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 </a:t>
            </a:r>
            <a:r>
              <a:rPr lang="en-US" altLang="ko-KR" dirty="0">
                <a:latin typeface="+mn-ea"/>
              </a:rPr>
              <a:t>PCW </a:t>
            </a:r>
            <a:r>
              <a:rPr lang="ko-KR" altLang="en-US" dirty="0">
                <a:latin typeface="+mn-ea"/>
              </a:rPr>
              <a:t>통과 시 접촉면적 확대</a:t>
            </a:r>
            <a:endParaRPr lang="en-US" altLang="ko-KR" dirty="0">
              <a:latin typeface="+mn-ea"/>
            </a:endParaRPr>
          </a:p>
          <a:p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     3. Water Block &amp; Heatsink </a:t>
            </a:r>
            <a:r>
              <a:rPr lang="ko-KR" altLang="en-US" dirty="0">
                <a:latin typeface="+mn-ea"/>
              </a:rPr>
              <a:t>조립 시 </a:t>
            </a:r>
            <a:r>
              <a:rPr lang="en-US" altLang="ko-KR" dirty="0">
                <a:latin typeface="+mn-ea"/>
              </a:rPr>
              <a:t>Peltier </a:t>
            </a:r>
            <a:r>
              <a:rPr lang="ko-KR" altLang="en-US" dirty="0">
                <a:latin typeface="+mn-ea"/>
              </a:rPr>
              <a:t>가운데 고정 </a:t>
            </a:r>
            <a:r>
              <a:rPr lang="en-US" altLang="ko-KR" dirty="0">
                <a:latin typeface="+mn-ea"/>
              </a:rPr>
              <a:t>Bolt Hole </a:t>
            </a:r>
            <a:r>
              <a:rPr lang="ko-KR" altLang="en-US" dirty="0">
                <a:latin typeface="+mn-ea"/>
              </a:rPr>
              <a:t>추가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       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 Water Block, Peltier, Heatsink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조립 시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Peltier Contact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량 증가</a:t>
            </a:r>
            <a:r>
              <a:rPr lang="ko-KR" altLang="en-US" dirty="0">
                <a:latin typeface="+mn-ea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3855" y="5008244"/>
            <a:ext cx="86886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b="1" u="sng" dirty="0">
                <a:latin typeface="+mn-ea"/>
              </a:rPr>
              <a:t>개선일정 </a:t>
            </a:r>
            <a:r>
              <a:rPr lang="en-US" altLang="ko-KR" b="1" u="sng" dirty="0">
                <a:latin typeface="+mn-ea"/>
              </a:rPr>
              <a:t>:</a:t>
            </a:r>
            <a:r>
              <a:rPr lang="en-US" altLang="ko-KR" b="1" dirty="0">
                <a:latin typeface="+mn-ea"/>
              </a:rPr>
              <a:t> ~</a:t>
            </a:r>
            <a:r>
              <a:rPr lang="en-US" altLang="ko-KR" dirty="0">
                <a:latin typeface="+mn-ea"/>
              </a:rPr>
              <a:t>4</a:t>
            </a:r>
            <a:r>
              <a:rPr lang="ko-KR" altLang="en-US" dirty="0">
                <a:latin typeface="+mn-ea"/>
              </a:rPr>
              <a:t>월</a:t>
            </a:r>
            <a:r>
              <a:rPr lang="en-US" altLang="ko-KR" dirty="0">
                <a:latin typeface="+mn-ea"/>
              </a:rPr>
              <a:t>16</a:t>
            </a:r>
            <a:r>
              <a:rPr lang="ko-KR" altLang="en-US" dirty="0">
                <a:latin typeface="+mn-ea"/>
              </a:rPr>
              <a:t>일 </a:t>
            </a:r>
            <a:r>
              <a:rPr lang="en-US" altLang="ko-KR" dirty="0">
                <a:latin typeface="+mn-ea"/>
              </a:rPr>
              <a:t>Water Block </a:t>
            </a:r>
            <a:r>
              <a:rPr lang="ko-KR" altLang="en-US" dirty="0">
                <a:latin typeface="+mn-ea"/>
              </a:rPr>
              <a:t>및 </a:t>
            </a:r>
            <a:r>
              <a:rPr lang="en-US" altLang="ko-KR" dirty="0">
                <a:latin typeface="+mn-ea"/>
              </a:rPr>
              <a:t>Heatsink </a:t>
            </a:r>
            <a:r>
              <a:rPr lang="ko-KR" altLang="en-US" dirty="0">
                <a:latin typeface="+mn-ea"/>
              </a:rPr>
              <a:t>신규제작 및 조립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실장기 </a:t>
            </a:r>
            <a:r>
              <a:rPr lang="en-US" altLang="ko-KR" dirty="0">
                <a:latin typeface="+mn-ea"/>
              </a:rPr>
              <a:t>2set</a:t>
            </a:r>
            <a:r>
              <a:rPr lang="ko-KR" altLang="en-US" dirty="0">
                <a:latin typeface="+mn-ea"/>
              </a:rPr>
              <a:t>분</a:t>
            </a:r>
            <a:r>
              <a:rPr lang="en-US" altLang="ko-KR" dirty="0">
                <a:latin typeface="+mn-ea"/>
              </a:rPr>
              <a:t>)</a:t>
            </a:r>
          </a:p>
          <a:p>
            <a:r>
              <a:rPr lang="en-US" altLang="ko-KR" dirty="0">
                <a:latin typeface="+mn-ea"/>
              </a:rPr>
              <a:t>                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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개선효과 내부검증 후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1Slot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입고예정</a:t>
            </a:r>
            <a:endParaRPr lang="en-US" altLang="ko-KR" dirty="0">
              <a:latin typeface="+mn-ea"/>
            </a:endParaRPr>
          </a:p>
          <a:p>
            <a:r>
              <a:rPr lang="en-US" altLang="ko-KR" b="1" dirty="0">
                <a:latin typeface="+mn-ea"/>
              </a:rPr>
              <a:t>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90190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 descr="C:\Users\윤희나\Desktop\250414_MeteorLake Peltier Box(수정-01)\REV1.0\MeteorLake WaterBlock_Rev1.0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8" y="2833904"/>
            <a:ext cx="4027941" cy="282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495300"/>
            <a:ext cx="50729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+mn-ea"/>
              </a:rPr>
              <a:t>1. Water Block IN/OUT  Fitting </a:t>
            </a:r>
            <a:r>
              <a:rPr lang="ko-KR" altLang="en-US" sz="2000" b="1" dirty="0">
                <a:latin typeface="+mn-ea"/>
              </a:rPr>
              <a:t>위치변경</a:t>
            </a:r>
          </a:p>
        </p:txBody>
      </p:sp>
      <p:pic>
        <p:nvPicPr>
          <p:cNvPr id="1028" name="Picture 4" descr="C:\Users\윤희나\Desktop\KakaoTalk_20250414_16433535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741" y="2650108"/>
            <a:ext cx="4583220" cy="3186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모서리가 둥근 직사각형 3"/>
          <p:cNvSpPr/>
          <p:nvPr/>
        </p:nvSpPr>
        <p:spPr>
          <a:xfrm>
            <a:off x="835533" y="2932176"/>
            <a:ext cx="1009650" cy="64008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2176344" y="2932176"/>
            <a:ext cx="1009650" cy="640080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94215" y="1244084"/>
            <a:ext cx="71561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+mn-ea"/>
              </a:rPr>
              <a:t>개선 전 </a:t>
            </a:r>
            <a:r>
              <a:rPr lang="en-US" altLang="ko-KR" sz="1600" dirty="0">
                <a:latin typeface="+mn-ea"/>
              </a:rPr>
              <a:t>: IN/OUT fitting</a:t>
            </a:r>
            <a:r>
              <a:rPr lang="ko-KR" altLang="en-US" sz="1600" dirty="0">
                <a:latin typeface="+mn-ea"/>
              </a:rPr>
              <a:t>이 동일 방향에 있어 물이 한번 돌고 나가는 형태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215" y="1815584"/>
            <a:ext cx="6601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+mn-ea"/>
              </a:rPr>
              <a:t>개선 후 </a:t>
            </a:r>
            <a:r>
              <a:rPr lang="en-US" altLang="ko-KR" sz="1600" dirty="0">
                <a:latin typeface="+mn-ea"/>
              </a:rPr>
              <a:t>: IN/OUT fitting</a:t>
            </a:r>
            <a:r>
              <a:rPr lang="ko-KR" altLang="en-US" sz="1600" dirty="0">
                <a:latin typeface="+mn-ea"/>
              </a:rPr>
              <a:t>이 대칭으로 있어 한 방향으로 나가는 형태</a:t>
            </a:r>
            <a:endParaRPr lang="en-US" altLang="ko-KR" sz="16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                 (</a:t>
            </a:r>
            <a:r>
              <a:rPr lang="ko-KR" altLang="en-US" sz="1600" dirty="0">
                <a:latin typeface="+mn-ea"/>
              </a:rPr>
              <a:t>온도 상승된</a:t>
            </a:r>
            <a:r>
              <a:rPr lang="en-US" altLang="ko-KR" sz="1600" dirty="0">
                <a:latin typeface="+mn-ea"/>
              </a:rPr>
              <a:t> PCW Return </a:t>
            </a:r>
            <a:r>
              <a:rPr lang="ko-KR" altLang="en-US" sz="1600" dirty="0">
                <a:latin typeface="+mn-ea"/>
              </a:rPr>
              <a:t>없이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배출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 </a:t>
            </a:r>
          </a:p>
        </p:txBody>
      </p:sp>
      <p:sp>
        <p:nvSpPr>
          <p:cNvPr id="10" name="모서리가 둥근 직사각형 9"/>
          <p:cNvSpPr/>
          <p:nvPr/>
        </p:nvSpPr>
        <p:spPr>
          <a:xfrm>
            <a:off x="5753100" y="2859432"/>
            <a:ext cx="457200" cy="2694024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6896100" y="2859432"/>
            <a:ext cx="457200" cy="2694024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 flipV="1">
            <a:off x="5981700" y="3386040"/>
            <a:ext cx="0" cy="1714500"/>
          </a:xfrm>
          <a:prstGeom prst="straightConnector1">
            <a:avLst/>
          </a:prstGeom>
          <a:ln w="38100">
            <a:solidFill>
              <a:srgbClr val="004FE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flipV="1">
            <a:off x="7124700" y="3386040"/>
            <a:ext cx="0" cy="1714500"/>
          </a:xfrm>
          <a:prstGeom prst="straightConnector1">
            <a:avLst/>
          </a:prstGeom>
          <a:ln w="38100">
            <a:solidFill>
              <a:srgbClr val="004FE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아래로 구부러진 화살표 13"/>
          <p:cNvSpPr/>
          <p:nvPr/>
        </p:nvSpPr>
        <p:spPr>
          <a:xfrm rot="10800000">
            <a:off x="1140714" y="3781806"/>
            <a:ext cx="506730" cy="1280634"/>
          </a:xfrm>
          <a:prstGeom prst="curvedDownArrow">
            <a:avLst/>
          </a:prstGeom>
          <a:solidFill>
            <a:srgbClr val="004FEE"/>
          </a:solidFill>
          <a:ln>
            <a:solidFill>
              <a:srgbClr val="004F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아래로 구부러진 화살표 17"/>
          <p:cNvSpPr/>
          <p:nvPr/>
        </p:nvSpPr>
        <p:spPr>
          <a:xfrm rot="10800000">
            <a:off x="2482668" y="3781806"/>
            <a:ext cx="506730" cy="1280634"/>
          </a:xfrm>
          <a:prstGeom prst="curvedDownArrow">
            <a:avLst/>
          </a:prstGeom>
          <a:solidFill>
            <a:srgbClr val="004FEE"/>
          </a:solidFill>
          <a:ln>
            <a:solidFill>
              <a:srgbClr val="004F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78554" y="5736336"/>
            <a:ext cx="970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[Before]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24690" y="5736336"/>
            <a:ext cx="8276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[After]</a:t>
            </a:r>
            <a:endParaRPr lang="ko-KR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5582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윤희나\Desktop\250414_MeteorLake Peltier Box(수정-01)\REV1.0\MeteorLake WaterBlock_Rev1.0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8" y="2833904"/>
            <a:ext cx="4027941" cy="282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495300"/>
            <a:ext cx="50602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+mn-ea"/>
              </a:rPr>
              <a:t>2. </a:t>
            </a:r>
            <a:r>
              <a:rPr lang="en-US" altLang="ko-KR" sz="2000" dirty="0">
                <a:latin typeface="+mn-ea"/>
              </a:rPr>
              <a:t>Water Block </a:t>
            </a:r>
            <a:r>
              <a:rPr lang="ko-KR" altLang="en-US" sz="2000" dirty="0">
                <a:latin typeface="+mn-ea"/>
              </a:rPr>
              <a:t>내부 </a:t>
            </a:r>
            <a:r>
              <a:rPr lang="en-US" altLang="ko-KR" sz="2000" dirty="0">
                <a:latin typeface="+mn-ea"/>
              </a:rPr>
              <a:t>Water Line Size </a:t>
            </a:r>
            <a:r>
              <a:rPr lang="ko-KR" altLang="en-US" sz="2000" dirty="0">
                <a:latin typeface="+mn-ea"/>
              </a:rPr>
              <a:t>변경 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1028" name="Picture 4" descr="C:\Users\윤희나\Desktop\KakaoTalk_20250414_16433535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741" y="2650108"/>
            <a:ext cx="4583220" cy="3186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94215" y="1244084"/>
            <a:ext cx="4017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+mn-ea"/>
              </a:rPr>
              <a:t>개선 전 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빗살무늬 </a:t>
            </a:r>
            <a:r>
              <a:rPr lang="en-US" altLang="ko-KR" sz="1600" dirty="0">
                <a:latin typeface="+mn-ea"/>
              </a:rPr>
              <a:t>Water Line </a:t>
            </a:r>
            <a:r>
              <a:rPr lang="ko-KR" altLang="en-US" sz="1600" dirty="0">
                <a:latin typeface="+mn-ea"/>
              </a:rPr>
              <a:t>깊이 </a:t>
            </a:r>
            <a:r>
              <a:rPr lang="en-US" altLang="ko-KR" sz="1600" dirty="0">
                <a:latin typeface="+mn-ea"/>
              </a:rPr>
              <a:t>1T</a:t>
            </a:r>
            <a:endParaRPr lang="ko-KR" altLang="en-US" sz="1600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4215" y="1815584"/>
            <a:ext cx="44852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+mn-ea"/>
              </a:rPr>
              <a:t>개선 후 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빗살무늬 </a:t>
            </a:r>
            <a:r>
              <a:rPr lang="en-US" altLang="ko-KR" sz="1600" dirty="0">
                <a:latin typeface="+mn-ea"/>
              </a:rPr>
              <a:t>Water Line </a:t>
            </a:r>
            <a:r>
              <a:rPr lang="ko-KR" altLang="en-US" sz="1600" dirty="0">
                <a:latin typeface="+mn-ea"/>
              </a:rPr>
              <a:t>깊이 </a:t>
            </a:r>
            <a:r>
              <a:rPr lang="en-US" altLang="ko-KR" sz="1600" dirty="0">
                <a:latin typeface="+mn-ea"/>
              </a:rPr>
              <a:t>2T</a:t>
            </a:r>
            <a:r>
              <a:rPr lang="ko-KR" altLang="en-US" sz="1600" dirty="0">
                <a:latin typeface="+mn-ea"/>
              </a:rPr>
              <a:t>변경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883920" y="3675888"/>
            <a:ext cx="1304544" cy="1444752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2262831" y="3675888"/>
            <a:ext cx="1285041" cy="1444752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5377792" y="3249168"/>
            <a:ext cx="1169312" cy="193852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6624351" y="3249168"/>
            <a:ext cx="1169312" cy="1938528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1778554" y="5736336"/>
            <a:ext cx="970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[Before]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24690" y="5736336"/>
            <a:ext cx="8276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[After]</a:t>
            </a:r>
            <a:endParaRPr lang="ko-KR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46229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2" descr="C:\Users\윤희나\Desktop\250414_MeteorLake Peltier Box(수정-01)\REV1.0\MeteorLake WaterBlock_Rev1.0-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8" y="2833904"/>
            <a:ext cx="4027941" cy="282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495300"/>
            <a:ext cx="8260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+mn-ea"/>
              </a:rPr>
              <a:t>3. </a:t>
            </a:r>
            <a:r>
              <a:rPr lang="en-US" altLang="ko-KR" sz="2000" dirty="0">
                <a:latin typeface="+mn-ea"/>
              </a:rPr>
              <a:t>Water Block &amp; Heatsink </a:t>
            </a:r>
            <a:r>
              <a:rPr lang="ko-KR" altLang="en-US" sz="2000" dirty="0">
                <a:latin typeface="+mn-ea"/>
              </a:rPr>
              <a:t>조립 시 </a:t>
            </a:r>
            <a:r>
              <a:rPr lang="en-US" altLang="ko-KR" sz="2000" dirty="0">
                <a:latin typeface="+mn-ea"/>
              </a:rPr>
              <a:t>Peltier </a:t>
            </a:r>
            <a:r>
              <a:rPr lang="ko-KR" altLang="en-US" sz="2000" dirty="0">
                <a:latin typeface="+mn-ea"/>
              </a:rPr>
              <a:t>가운데 고정 </a:t>
            </a:r>
            <a:r>
              <a:rPr lang="en-US" altLang="ko-KR" sz="2000" dirty="0">
                <a:latin typeface="+mn-ea"/>
              </a:rPr>
              <a:t>Bolt Hole </a:t>
            </a:r>
            <a:r>
              <a:rPr lang="ko-KR" altLang="en-US" sz="2000" dirty="0">
                <a:latin typeface="+mn-ea"/>
              </a:rPr>
              <a:t>추가</a:t>
            </a:r>
            <a:endParaRPr lang="en-US" altLang="ko-KR" sz="2000" dirty="0">
              <a:latin typeface="+mn-ea"/>
            </a:endParaRPr>
          </a:p>
        </p:txBody>
      </p:sp>
      <p:pic>
        <p:nvPicPr>
          <p:cNvPr id="1028" name="Picture 4" descr="C:\Users\윤희나\Desktop\KakaoTalk_20250414_16433535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741" y="2650108"/>
            <a:ext cx="4583220" cy="3186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94215" y="1244084"/>
            <a:ext cx="41181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+mn-ea"/>
              </a:rPr>
              <a:t>개선 전 </a:t>
            </a:r>
            <a:r>
              <a:rPr lang="en-US" altLang="ko-KR" sz="1600" dirty="0">
                <a:latin typeface="+mn-ea"/>
              </a:rPr>
              <a:t>: Water Block </a:t>
            </a:r>
            <a:r>
              <a:rPr lang="ko-KR" altLang="en-US" sz="1600" dirty="0">
                <a:latin typeface="+mn-ea"/>
              </a:rPr>
              <a:t>양쪽 외곽만 고정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4215" y="1815584"/>
            <a:ext cx="41902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+mn-ea"/>
              </a:rPr>
              <a:t>개선 후 </a:t>
            </a:r>
            <a:r>
              <a:rPr lang="en-US" altLang="ko-KR" sz="1600" dirty="0">
                <a:latin typeface="+mn-ea"/>
              </a:rPr>
              <a:t>: Water Block </a:t>
            </a:r>
            <a:r>
              <a:rPr lang="ko-KR" altLang="en-US" sz="1600" dirty="0">
                <a:latin typeface="+mn-ea"/>
              </a:rPr>
              <a:t>중간 고정 홀 추가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78554" y="5736336"/>
            <a:ext cx="970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[Before]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24690" y="5736336"/>
            <a:ext cx="8276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+mn-ea"/>
              </a:rPr>
              <a:t>[After]</a:t>
            </a:r>
            <a:endParaRPr lang="ko-KR" altLang="en-US" sz="1600" b="1" dirty="0">
              <a:latin typeface="+mn-ea"/>
            </a:endParaRPr>
          </a:p>
        </p:txBody>
      </p:sp>
      <p:sp>
        <p:nvSpPr>
          <p:cNvPr id="4" name="타원 3"/>
          <p:cNvSpPr/>
          <p:nvPr/>
        </p:nvSpPr>
        <p:spPr>
          <a:xfrm>
            <a:off x="707136" y="3816096"/>
            <a:ext cx="134112" cy="128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707136" y="5072346"/>
            <a:ext cx="134112" cy="128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5266944" y="3907536"/>
            <a:ext cx="134112" cy="128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3596640" y="3813522"/>
            <a:ext cx="134112" cy="128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/>
          <p:cNvSpPr/>
          <p:nvPr/>
        </p:nvSpPr>
        <p:spPr>
          <a:xfrm>
            <a:off x="3596640" y="5078442"/>
            <a:ext cx="134112" cy="128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/>
          <p:cNvSpPr/>
          <p:nvPr/>
        </p:nvSpPr>
        <p:spPr>
          <a:xfrm>
            <a:off x="5266944" y="4987002"/>
            <a:ext cx="134112" cy="128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/>
        </p:nvSpPr>
        <p:spPr>
          <a:xfrm>
            <a:off x="7735824" y="3907536"/>
            <a:ext cx="134112" cy="128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/>
          <p:cNvSpPr/>
          <p:nvPr/>
        </p:nvSpPr>
        <p:spPr>
          <a:xfrm>
            <a:off x="7735824" y="4987002"/>
            <a:ext cx="134112" cy="128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6504409" y="3843528"/>
            <a:ext cx="134112" cy="128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6504409" y="4267674"/>
            <a:ext cx="134112" cy="128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/>
          <p:cNvSpPr/>
          <p:nvPr/>
        </p:nvSpPr>
        <p:spPr>
          <a:xfrm>
            <a:off x="6484120" y="4734018"/>
            <a:ext cx="134112" cy="128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931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63854" y="1221104"/>
            <a:ext cx="687399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b="1" u="sng" dirty="0">
                <a:latin typeface="+mn-ea"/>
              </a:rPr>
              <a:t>Test Condition</a:t>
            </a:r>
            <a:r>
              <a:rPr lang="ko-KR" altLang="en-US" b="1" u="sng" dirty="0">
                <a:latin typeface="+mn-ea"/>
              </a:rPr>
              <a:t> </a:t>
            </a:r>
            <a:r>
              <a:rPr lang="en-US" altLang="ko-KR" b="1" u="sng" dirty="0">
                <a:latin typeface="+mn-ea"/>
              </a:rPr>
              <a:t>:</a:t>
            </a:r>
          </a:p>
          <a:p>
            <a:r>
              <a:rPr lang="en-US" altLang="ko-KR" dirty="0">
                <a:latin typeface="+mn-ea"/>
              </a:rPr>
              <a:t>     -. </a:t>
            </a:r>
            <a:r>
              <a:rPr lang="ko-KR" altLang="en-US" dirty="0">
                <a:latin typeface="+mn-ea"/>
              </a:rPr>
              <a:t>검증일 </a:t>
            </a:r>
            <a:r>
              <a:rPr lang="en-US" altLang="ko-KR" dirty="0">
                <a:latin typeface="+mn-ea"/>
              </a:rPr>
              <a:t>: 2024.04.18</a:t>
            </a:r>
          </a:p>
          <a:p>
            <a:r>
              <a:rPr lang="en-US" altLang="ko-KR" dirty="0">
                <a:latin typeface="+mn-ea"/>
              </a:rPr>
              <a:t>     -. </a:t>
            </a:r>
            <a:r>
              <a:rPr lang="ko-KR" altLang="en-US" dirty="0">
                <a:latin typeface="+mn-ea"/>
              </a:rPr>
              <a:t>대상장비 및 수량 </a:t>
            </a:r>
            <a:r>
              <a:rPr lang="en-US" altLang="ko-KR" dirty="0">
                <a:latin typeface="+mn-ea"/>
              </a:rPr>
              <a:t>: MTL-H LPCAMM </a:t>
            </a:r>
            <a:r>
              <a:rPr lang="ko-KR" altLang="en-US" dirty="0">
                <a:latin typeface="+mn-ea"/>
              </a:rPr>
              <a:t>실장기 </a:t>
            </a:r>
            <a:r>
              <a:rPr lang="en-US" altLang="ko-KR" dirty="0">
                <a:latin typeface="+mn-ea"/>
              </a:rPr>
              <a:t>/ Sample 2set</a:t>
            </a:r>
          </a:p>
          <a:p>
            <a:r>
              <a:rPr lang="en-US" altLang="ko-KR" dirty="0">
                <a:latin typeface="+mn-ea"/>
              </a:rPr>
              <a:t>     -. SET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Temp : -5</a:t>
            </a:r>
            <a:r>
              <a:rPr lang="ko-KR" altLang="en-US" dirty="0">
                <a:latin typeface="+mn-ea"/>
              </a:rPr>
              <a:t>도 제어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     -. Memory Density : 64GB</a:t>
            </a:r>
          </a:p>
          <a:p>
            <a:r>
              <a:rPr lang="en-US" altLang="ko-KR" dirty="0">
                <a:latin typeface="+mn-ea"/>
              </a:rPr>
              <a:t>     -. Test PGM : Memtest86</a:t>
            </a:r>
          </a:p>
          <a:p>
            <a:endParaRPr lang="ko-KR" altLang="en-US" dirty="0"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3854" y="3308984"/>
            <a:ext cx="60724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b="1" u="sng" dirty="0">
                <a:latin typeface="+mn-ea"/>
              </a:rPr>
              <a:t>개선결과 </a:t>
            </a:r>
            <a:r>
              <a:rPr lang="en-US" altLang="ko-KR" b="1" u="sng" dirty="0">
                <a:latin typeface="+mn-ea"/>
              </a:rPr>
              <a:t>: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시료 </a:t>
            </a:r>
            <a:r>
              <a:rPr lang="en-US" altLang="ko-KR" dirty="0">
                <a:latin typeface="+mn-ea"/>
              </a:rPr>
              <a:t>2SET</a:t>
            </a:r>
            <a:r>
              <a:rPr lang="ko-KR" altLang="en-US" dirty="0">
                <a:latin typeface="+mn-ea"/>
              </a:rPr>
              <a:t>분 </a:t>
            </a:r>
            <a:r>
              <a:rPr lang="en-US" altLang="ko-KR" dirty="0">
                <a:latin typeface="+mn-ea"/>
              </a:rPr>
              <a:t>Temp profile Data </a:t>
            </a:r>
            <a:r>
              <a:rPr lang="ko-KR" altLang="en-US" dirty="0">
                <a:latin typeface="+mn-ea"/>
              </a:rPr>
              <a:t>참고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     -. Sample 2set -5 </a:t>
            </a:r>
            <a:r>
              <a:rPr lang="ko-KR" altLang="en-US" dirty="0">
                <a:latin typeface="+mn-ea"/>
              </a:rPr>
              <a:t>제어기준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약 </a:t>
            </a:r>
            <a:r>
              <a:rPr lang="en-US" altLang="ko-KR" dirty="0">
                <a:latin typeface="+mn-ea"/>
              </a:rPr>
              <a:t>Min -4</a:t>
            </a:r>
            <a:r>
              <a:rPr lang="ko-KR" altLang="en-US" dirty="0">
                <a:latin typeface="+mn-ea"/>
              </a:rPr>
              <a:t>도 </a:t>
            </a:r>
            <a:r>
              <a:rPr lang="en-US" altLang="ko-KR" dirty="0">
                <a:latin typeface="+mn-ea"/>
              </a:rPr>
              <a:t>~ Max 1</a:t>
            </a:r>
            <a:r>
              <a:rPr lang="ko-KR" altLang="en-US" dirty="0">
                <a:latin typeface="+mn-ea"/>
              </a:rPr>
              <a:t>도</a:t>
            </a:r>
            <a:endParaRPr lang="en-US" altLang="ko-KR" dirty="0">
              <a:latin typeface="+mn-ea"/>
            </a:endParaRPr>
          </a:p>
          <a:p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41911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graphicFrame>
        <p:nvGraphicFramePr>
          <p:cNvPr id="5" name="차트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1635519"/>
              </p:ext>
            </p:extLst>
          </p:nvPr>
        </p:nvGraphicFramePr>
        <p:xfrm>
          <a:off x="201381" y="1037844"/>
          <a:ext cx="8717067" cy="52105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60252" y="604911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+mn-ea"/>
              </a:rPr>
              <a:t>실장기 </a:t>
            </a:r>
            <a:r>
              <a:rPr lang="en-US" altLang="ko-KR" b="1" dirty="0">
                <a:latin typeface="+mn-ea"/>
              </a:rPr>
              <a:t>#1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66120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graphicFrame>
        <p:nvGraphicFramePr>
          <p:cNvPr id="4" name="차트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1808677"/>
              </p:ext>
            </p:extLst>
          </p:nvPr>
        </p:nvGraphicFramePr>
        <p:xfrm>
          <a:off x="228918" y="1056640"/>
          <a:ext cx="8711882" cy="520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60252" y="604911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+mn-ea"/>
              </a:rPr>
              <a:t>실장기 </a:t>
            </a:r>
            <a:r>
              <a:rPr lang="en-US" altLang="ko-KR" b="1" dirty="0">
                <a:latin typeface="+mn-ea"/>
              </a:rPr>
              <a:t>#2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39884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974731" y="2996418"/>
            <a:ext cx="32382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latin typeface="+mn-ea"/>
              </a:rPr>
              <a:t>Thank You!!!</a:t>
            </a:r>
            <a:endParaRPr lang="ko-KR" altLang="en-US" sz="4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34163393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35520</TotalTime>
  <Words>332</Words>
  <Application>Microsoft Office PowerPoint</Application>
  <PresentationFormat>화면 슬라이드 쇼(4:3)</PresentationFormat>
  <Paragraphs>53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맑은 고딕</vt:lpstr>
      <vt:lpstr>Arial Black</vt:lpstr>
      <vt:lpstr>Calibri</vt:lpstr>
      <vt:lpstr>Calibri Light</vt:lpstr>
      <vt:lpstr>Wingdings</vt:lpstr>
      <vt:lpstr>추억</vt:lpstr>
      <vt:lpstr>PowerPoint 프레젠테이션</vt:lpstr>
      <vt:lpstr> </vt:lpstr>
      <vt:lpstr> </vt:lpstr>
      <vt:lpstr> </vt:lpstr>
      <vt:lpstr> </vt:lpstr>
      <vt:lpstr> </vt:lpstr>
      <vt:lpstr> </vt:lpstr>
      <vt:lpstr> 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Speed Burn-in Test System Proposal</dc:title>
  <dc:creator>Kyutae</dc:creator>
  <cp:lastModifiedBy>유 효상</cp:lastModifiedBy>
  <cp:revision>1362</cp:revision>
  <dcterms:created xsi:type="dcterms:W3CDTF">2016-08-24T05:21:44Z</dcterms:created>
  <dcterms:modified xsi:type="dcterms:W3CDTF">2025-04-29T07:11:51Z</dcterms:modified>
</cp:coreProperties>
</file>