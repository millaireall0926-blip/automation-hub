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</p:sldMasterIdLst>
  <p:notesMasterIdLst>
    <p:notesMasterId r:id="rId11"/>
  </p:notesMasterIdLst>
  <p:sldIdLst>
    <p:sldId id="389" r:id="rId5"/>
    <p:sldId id="618" r:id="rId6"/>
    <p:sldId id="600" r:id="rId7"/>
    <p:sldId id="628" r:id="rId8"/>
    <p:sldId id="629" r:id="rId9"/>
    <p:sldId id="48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2CC"/>
    <a:srgbClr val="004FEE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6242" autoAdjust="0"/>
  </p:normalViewPr>
  <p:slideViewPr>
    <p:cSldViewPr snapToGrid="0">
      <p:cViewPr varScale="1">
        <p:scale>
          <a:sx n="108" d="100"/>
          <a:sy n="108" d="100"/>
        </p:scale>
        <p:origin x="14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2024-05-07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2024-05-07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613009" y="1826145"/>
            <a:ext cx="7543800" cy="15209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ko-KR" sz="3200" b="1" dirty="0">
                <a:latin typeface="+mj-ea"/>
                <a:cs typeface="Arial" panose="020B0604020202020204" pitchFamily="34" charset="0"/>
              </a:rPr>
              <a:t>LPCAMM RACK</a:t>
            </a:r>
            <a:r>
              <a:rPr lang="ko-KR" altLang="en-US" sz="3200" b="1" dirty="0">
                <a:latin typeface="+mj-ea"/>
                <a:cs typeface="Arial" panose="020B0604020202020204" pitchFamily="34" charset="0"/>
              </a:rPr>
              <a:t> </a:t>
            </a:r>
            <a:endParaRPr lang="en-US" altLang="ko-KR" sz="3200" b="1" dirty="0">
              <a:latin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2000" b="1" dirty="0">
                <a:latin typeface="+mj-ea"/>
                <a:cs typeface="Arial" panose="020B0604020202020204" pitchFamily="34" charset="0"/>
              </a:rPr>
              <a:t>UI CONCEPT</a:t>
            </a:r>
            <a:br>
              <a:rPr lang="en-US" altLang="ko-KR" sz="3200" b="1" dirty="0">
                <a:latin typeface="+mj-ea"/>
                <a:cs typeface="Arial" panose="020B0604020202020204" pitchFamily="34" charset="0"/>
              </a:rPr>
            </a:br>
            <a:endParaRPr lang="en-US" altLang="ko-KR" sz="32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Main UI</a:t>
            </a:r>
            <a:endParaRPr lang="ko-KR" alt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9541B-E262-AA7B-DDEE-29F0C4714447}"/>
              </a:ext>
            </a:extLst>
          </p:cNvPr>
          <p:cNvSpPr txBox="1"/>
          <p:nvPr/>
        </p:nvSpPr>
        <p:spPr>
          <a:xfrm>
            <a:off x="3804370" y="5906028"/>
            <a:ext cx="1982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MAIN UI </a:t>
            </a:r>
            <a:r>
              <a:rPr lang="ko-KR" altLang="en-US" dirty="0">
                <a:latin typeface="+mn-ea"/>
              </a:rPr>
              <a:t>화면</a:t>
            </a:r>
            <a:endParaRPr lang="en-US" altLang="ko-KR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26E223-1AD3-BBD8-94FC-DEE36FD6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89" y="1155668"/>
            <a:ext cx="8407021" cy="46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9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A8D7B7-A562-F9A6-F17E-D05A8F4658A8}"/>
              </a:ext>
            </a:extLst>
          </p:cNvPr>
          <p:cNvSpPr txBox="1"/>
          <p:nvPr/>
        </p:nvSpPr>
        <p:spPr>
          <a:xfrm>
            <a:off x="2940223" y="1318245"/>
            <a:ext cx="59231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All Selection</a:t>
            </a:r>
          </a:p>
          <a:p>
            <a:r>
              <a:rPr lang="en-US" altLang="ko-KR" dirty="0">
                <a:latin typeface="+mn-ea"/>
              </a:rPr>
              <a:t>     TAMS ALL : Server Temp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Value</a:t>
            </a:r>
            <a:r>
              <a:rPr lang="ko-KR" altLang="en-US" dirty="0">
                <a:latin typeface="+mn-ea"/>
              </a:rPr>
              <a:t> 사용 유무 </a:t>
            </a:r>
            <a:r>
              <a:rPr lang="en-US" altLang="ko-KR" dirty="0">
                <a:latin typeface="+mn-ea"/>
              </a:rPr>
              <a:t>Select</a:t>
            </a:r>
          </a:p>
          <a:p>
            <a:r>
              <a:rPr lang="en-US" altLang="ko-KR" dirty="0">
                <a:latin typeface="+mn-ea"/>
              </a:rPr>
              <a:t>     All SV : Manual Temp Value Input &amp; Setting</a:t>
            </a:r>
          </a:p>
          <a:p>
            <a:r>
              <a:rPr lang="en-US" altLang="ko-KR" dirty="0">
                <a:latin typeface="+mn-ea"/>
              </a:rPr>
              <a:t>     All Start  :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Rack Test Start</a:t>
            </a:r>
          </a:p>
          <a:p>
            <a:r>
              <a:rPr lang="en-US" altLang="ko-KR" dirty="0">
                <a:latin typeface="+mn-ea"/>
              </a:rPr>
              <a:t>     All Stop  :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Rack Test Stop</a:t>
            </a:r>
          </a:p>
          <a:p>
            <a:r>
              <a:rPr lang="en-US" altLang="ko-KR" dirty="0">
                <a:latin typeface="+mn-ea"/>
              </a:rPr>
              <a:t>     All Select :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Rack TC Unit </a:t>
            </a:r>
            <a:r>
              <a:rPr lang="ko-KR" altLang="en-US" dirty="0">
                <a:latin typeface="+mn-ea"/>
              </a:rPr>
              <a:t>선택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All None : 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Rack TC Unit </a:t>
            </a:r>
            <a:r>
              <a:rPr lang="ko-KR" altLang="en-US" dirty="0">
                <a:latin typeface="+mn-ea"/>
              </a:rPr>
              <a:t>선택 해제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Clear Popup  : Rack Error </a:t>
            </a:r>
            <a:r>
              <a:rPr lang="ko-KR" altLang="en-US" dirty="0">
                <a:latin typeface="+mn-ea"/>
              </a:rPr>
              <a:t>팝업 </a:t>
            </a:r>
            <a:r>
              <a:rPr lang="en-US" altLang="ko-KR" dirty="0">
                <a:latin typeface="+mn-ea"/>
              </a:rPr>
              <a:t>Clear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sz="2000" b="1" dirty="0">
                <a:latin typeface="+mn-ea"/>
              </a:rPr>
              <a:t>Log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Clear : Log Message Clear</a:t>
            </a:r>
          </a:p>
          <a:p>
            <a:r>
              <a:rPr lang="en-US" altLang="ko-KR" dirty="0">
                <a:latin typeface="+mn-ea"/>
              </a:rPr>
              <a:t>     </a:t>
            </a:r>
            <a:r>
              <a:rPr lang="ko-KR" altLang="en-US" dirty="0">
                <a:latin typeface="+mn-ea"/>
              </a:rPr>
              <a:t>전체 </a:t>
            </a:r>
            <a:r>
              <a:rPr lang="en-US" altLang="ko-KR" dirty="0">
                <a:latin typeface="+mn-ea"/>
              </a:rPr>
              <a:t>Rack Status Message Display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Main Section </a:t>
            </a:r>
            <a:r>
              <a:rPr lang="ko-KR" altLang="en-US" sz="4000" dirty="0"/>
              <a:t>구조</a:t>
            </a:r>
            <a:r>
              <a:rPr lang="en-US" altLang="ko-KR" sz="4000" dirty="0"/>
              <a:t>_1</a:t>
            </a:r>
            <a:endParaRPr lang="ko-KR" altLang="en-US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BFE377-A503-6C26-4796-C2EE192C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9" y="1117051"/>
            <a:ext cx="2374710" cy="509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3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11A5-57DA-35F0-0395-D32F5CF4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73BE59-10B6-43D4-7C72-574C14132456}"/>
              </a:ext>
            </a:extLst>
          </p:cNvPr>
          <p:cNvSpPr txBox="1"/>
          <p:nvPr/>
        </p:nvSpPr>
        <p:spPr>
          <a:xfrm>
            <a:off x="5105402" y="1915140"/>
            <a:ext cx="45556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FIX</a:t>
            </a:r>
            <a:r>
              <a:rPr lang="en-US" altLang="ko-KR" dirty="0">
                <a:latin typeface="+mn-ea"/>
              </a:rPr>
              <a:t> </a:t>
            </a: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TC Unit : Rack </a:t>
            </a:r>
            <a:r>
              <a:rPr lang="ko-KR" altLang="en-US" dirty="0">
                <a:latin typeface="+mn-ea"/>
              </a:rPr>
              <a:t>사용 유무 선택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TAMS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TAMS</a:t>
            </a:r>
            <a:r>
              <a:rPr lang="ko-KR" altLang="en-US" dirty="0">
                <a:latin typeface="+mn-ea"/>
              </a:rPr>
              <a:t> 사용 유무 선택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AS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Rack</a:t>
            </a:r>
            <a:r>
              <a:rPr lang="ko-KR" altLang="en-US" dirty="0">
                <a:latin typeface="+mn-ea"/>
              </a:rPr>
              <a:t> 문제 발생 시 체크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Run : Rack Temp Start</a:t>
            </a:r>
          </a:p>
          <a:p>
            <a:r>
              <a:rPr lang="en-US" altLang="ko-KR" dirty="0">
                <a:latin typeface="+mn-ea"/>
              </a:rPr>
              <a:t>Stop : Rack Temp Stop</a:t>
            </a:r>
          </a:p>
          <a:p>
            <a:endParaRPr lang="en-US" altLang="ko-KR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+mn-ea"/>
              </a:rPr>
              <a:t>Motor Status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유량계 </a:t>
            </a:r>
            <a:r>
              <a:rPr lang="en-US" altLang="ko-KR" dirty="0">
                <a:latin typeface="+mn-ea"/>
              </a:rPr>
              <a:t>Status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유량계 </a:t>
            </a:r>
            <a:r>
              <a:rPr lang="en-US" altLang="ko-KR" dirty="0">
                <a:latin typeface="+mn-ea"/>
              </a:rPr>
              <a:t>Value</a:t>
            </a:r>
          </a:p>
          <a:p>
            <a:endParaRPr lang="en-US" altLang="ko-KR" dirty="0">
              <a:latin typeface="+mn-ea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6899A9-E979-6A4C-7DF8-5A4E2893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Main Section </a:t>
            </a:r>
            <a:r>
              <a:rPr lang="ko-KR" altLang="en-US" sz="4000" dirty="0"/>
              <a:t>구조</a:t>
            </a:r>
            <a:r>
              <a:rPr lang="en-US" altLang="ko-KR" sz="4000" dirty="0"/>
              <a:t>_2</a:t>
            </a:r>
            <a:endParaRPr lang="ko-KR" altLang="en-US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29BAB4-0F24-6A56-2942-DFF15B4D6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29" y="2190651"/>
            <a:ext cx="4007571" cy="2476697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A961951B-5CC9-969D-3210-D79ED8E6F8A2}"/>
              </a:ext>
            </a:extLst>
          </p:cNvPr>
          <p:cNvSpPr/>
          <p:nvPr/>
        </p:nvSpPr>
        <p:spPr>
          <a:xfrm>
            <a:off x="1991814" y="4253546"/>
            <a:ext cx="244443" cy="1901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ko-KR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D84A471-77F9-3ED6-BF5E-28F684C6DD2A}"/>
              </a:ext>
            </a:extLst>
          </p:cNvPr>
          <p:cNvSpPr/>
          <p:nvPr/>
        </p:nvSpPr>
        <p:spPr>
          <a:xfrm>
            <a:off x="3037464" y="4253545"/>
            <a:ext cx="244443" cy="1901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ko-KR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59422C-3A1C-6215-C48A-14E634F897B7}"/>
              </a:ext>
            </a:extLst>
          </p:cNvPr>
          <p:cNvSpPr/>
          <p:nvPr/>
        </p:nvSpPr>
        <p:spPr>
          <a:xfrm>
            <a:off x="4220843" y="4253544"/>
            <a:ext cx="244443" cy="1901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ko-KR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936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8A51DA1C-898B-2FF7-8B83-E55FE3783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99" y="2470508"/>
            <a:ext cx="1381318" cy="1686160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Main Section </a:t>
            </a:r>
            <a:r>
              <a:rPr lang="ko-KR" altLang="en-US" sz="4000" dirty="0"/>
              <a:t>구조</a:t>
            </a:r>
            <a:r>
              <a:rPr lang="en-US" altLang="ko-KR" sz="4000" dirty="0"/>
              <a:t>_3</a:t>
            </a:r>
            <a:endParaRPr lang="ko-KR" altLang="en-US" sz="40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832C9CE-3601-8F72-8AC5-3A58449A9BE3}"/>
              </a:ext>
            </a:extLst>
          </p:cNvPr>
          <p:cNvSpPr/>
          <p:nvPr/>
        </p:nvSpPr>
        <p:spPr>
          <a:xfrm>
            <a:off x="1751677" y="3884052"/>
            <a:ext cx="244443" cy="1901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ko-KR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8FF3ECA-CA4B-0B0F-0B5C-0C0393B747A6}"/>
              </a:ext>
            </a:extLst>
          </p:cNvPr>
          <p:cNvSpPr/>
          <p:nvPr/>
        </p:nvSpPr>
        <p:spPr>
          <a:xfrm>
            <a:off x="2475778" y="2976074"/>
            <a:ext cx="244443" cy="190123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ko-KR" alt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80D61-4294-DF16-D3EC-BE2F9E47F5D2}"/>
              </a:ext>
            </a:extLst>
          </p:cNvPr>
          <p:cNvSpPr txBox="1"/>
          <p:nvPr/>
        </p:nvSpPr>
        <p:spPr>
          <a:xfrm>
            <a:off x="3857096" y="1743927"/>
            <a:ext cx="328814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BOX</a:t>
            </a: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TC Unit : Box </a:t>
            </a:r>
            <a:r>
              <a:rPr lang="ko-KR" altLang="en-US" dirty="0">
                <a:latin typeface="+mn-ea"/>
              </a:rPr>
              <a:t>사용 유무 선택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TAMS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TAMS</a:t>
            </a:r>
            <a:r>
              <a:rPr lang="ko-KR" altLang="en-US" dirty="0">
                <a:latin typeface="+mn-ea"/>
              </a:rPr>
              <a:t> 사용 유무 선택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AS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>
                <a:latin typeface="+mn-ea"/>
              </a:rPr>
              <a:t>Box</a:t>
            </a:r>
            <a:r>
              <a:rPr lang="ko-KR" altLang="en-US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문제 발생 시 체크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SV : Manual Temp Setting</a:t>
            </a:r>
          </a:p>
          <a:p>
            <a:r>
              <a:rPr lang="en-US" altLang="ko-KR" dirty="0">
                <a:latin typeface="+mn-ea"/>
              </a:rPr>
              <a:t>PV : LPCAMM Temp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Display</a:t>
            </a:r>
          </a:p>
          <a:p>
            <a:endParaRPr lang="en-US" altLang="ko-KR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latin typeface="+mn-ea"/>
              </a:rPr>
              <a:t>Box Status</a:t>
            </a:r>
          </a:p>
          <a:p>
            <a:pPr marL="342900" indent="-342900">
              <a:buAutoNum type="arabicPeriod"/>
            </a:pPr>
            <a:r>
              <a:rPr lang="ko-KR" altLang="en-US" dirty="0">
                <a:latin typeface="+mn-ea"/>
              </a:rPr>
              <a:t>습도 </a:t>
            </a:r>
            <a:r>
              <a:rPr lang="en-US" altLang="ko-KR" dirty="0">
                <a:latin typeface="+mn-ea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2314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7932" y="2702138"/>
            <a:ext cx="7543800" cy="750631"/>
          </a:xfrm>
        </p:spPr>
        <p:txBody>
          <a:bodyPr/>
          <a:lstStyle/>
          <a:p>
            <a:r>
              <a:rPr lang="en-US" altLang="ko-KR" dirty="0"/>
              <a:t>Thank you.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5740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B7AF2AA9D3A64FA7D16C6052C7FCE3" ma:contentTypeVersion="3" ma:contentTypeDescription="새 문서를 만듭니다." ma:contentTypeScope="" ma:versionID="51b81344d034e98b248e0459ce3b9678">
  <xsd:schema xmlns:xsd="http://www.w3.org/2001/XMLSchema" xmlns:xs="http://www.w3.org/2001/XMLSchema" xmlns:p="http://schemas.microsoft.com/office/2006/metadata/properties" xmlns:ns3="4723f992-6fd6-405f-8995-c6d275279b73" targetNamespace="http://schemas.microsoft.com/office/2006/metadata/properties" ma:root="true" ma:fieldsID="362a61d8c3e7229b5c8c3c96df459d02" ns3:_="">
    <xsd:import namespace="4723f992-6fd6-405f-8995-c6d275279b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3f992-6fd6-405f-8995-c6d275279b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4508BA-541C-4A7A-AD56-4B6AF0E58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0F1745-30B5-4379-B841-CE4A47A5A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23f992-6fd6-405f-8995-c6d275279b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BDBB2-D7E0-4B90-93B7-B8C415169C26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4723f992-6fd6-405f-8995-c6d275279b73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42723</TotalTime>
  <Words>185</Words>
  <Application>Microsoft Office PowerPoint</Application>
  <PresentationFormat>화면 슬라이드 쇼(4:3)</PresentationFormat>
  <Paragraphs>49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 Black</vt:lpstr>
      <vt:lpstr>Calibri</vt:lpstr>
      <vt:lpstr>Calibri Light</vt:lpstr>
      <vt:lpstr>추억</vt:lpstr>
      <vt:lpstr>PowerPoint 프레젠테이션</vt:lpstr>
      <vt:lpstr>Main UI</vt:lpstr>
      <vt:lpstr>Main Section 구조_1</vt:lpstr>
      <vt:lpstr>Main Section 구조_2</vt:lpstr>
      <vt:lpstr>Main Section 구조_3</vt:lpstr>
      <vt:lpstr>Thank you.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효상 유</cp:lastModifiedBy>
  <cp:revision>1478</cp:revision>
  <dcterms:created xsi:type="dcterms:W3CDTF">2016-08-24T05:21:44Z</dcterms:created>
  <dcterms:modified xsi:type="dcterms:W3CDTF">2024-05-07T10:16:51Z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0x010100D2B7AF2AA9D3A64FA7D16C6052C7FCE3</vt:lpwstr>
  </property>
</Properties>
</file>