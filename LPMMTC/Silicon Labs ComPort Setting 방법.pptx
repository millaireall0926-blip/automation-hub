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</p:sldMasterIdLst>
  <p:notesMasterIdLst>
    <p:notesMasterId r:id="rId12"/>
  </p:notesMasterIdLst>
  <p:sldIdLst>
    <p:sldId id="389" r:id="rId5"/>
    <p:sldId id="618" r:id="rId6"/>
    <p:sldId id="619" r:id="rId7"/>
    <p:sldId id="620" r:id="rId8"/>
    <p:sldId id="622" r:id="rId9"/>
    <p:sldId id="621" r:id="rId10"/>
    <p:sldId id="488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현충" initials="신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2CC"/>
    <a:srgbClr val="004FEE"/>
    <a:srgbClr val="004620"/>
    <a:srgbClr val="EEE354"/>
    <a:srgbClr val="00602B"/>
    <a:srgbClr val="007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6242" autoAdjust="0"/>
  </p:normalViewPr>
  <p:slideViewPr>
    <p:cSldViewPr snapToGrid="0">
      <p:cViewPr varScale="1">
        <p:scale>
          <a:sx n="109" d="100"/>
          <a:sy n="109" d="100"/>
        </p:scale>
        <p:origin x="171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F333-8E58-4D48-BD2F-8ABAC4D26D0B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0284-FA57-49E1-9EF7-972E15F46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1B1AB-84D4-4BC4-9376-845D36F043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874649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1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23" y="186961"/>
            <a:ext cx="1674495" cy="60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8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5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4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2025-01-10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09347" y="986730"/>
            <a:ext cx="87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namu.wiki/w/%E2%80%B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-8128" y="1736812"/>
            <a:ext cx="6984776" cy="0"/>
          </a:xfrm>
          <a:prstGeom prst="line">
            <a:avLst/>
          </a:prstGeom>
          <a:ln w="15875">
            <a:gradFill>
              <a:gsLst>
                <a:gs pos="0">
                  <a:srgbClr val="7030A0"/>
                </a:gs>
                <a:gs pos="50000">
                  <a:schemeClr val="tx2">
                    <a:lumMod val="40000"/>
                    <a:lumOff val="60000"/>
                  </a:schemeClr>
                </a:gs>
                <a:gs pos="100000">
                  <a:srgbClr val="CCCC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>
            <a:spLocks/>
          </p:cNvSpPr>
          <p:nvPr/>
        </p:nvSpPr>
        <p:spPr>
          <a:xfrm>
            <a:off x="613009" y="1826145"/>
            <a:ext cx="7543800" cy="15209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ko-KR" sz="3200" b="1" dirty="0">
                <a:latin typeface="+mj-ea"/>
                <a:cs typeface="Arial" panose="020B0604020202020204" pitchFamily="34" charset="0"/>
              </a:rPr>
              <a:t>Silicon Labs Com Port Setting </a:t>
            </a:r>
            <a:r>
              <a:rPr lang="ko-KR" altLang="en-US" sz="3200" b="1" dirty="0">
                <a:latin typeface="+mj-ea"/>
                <a:cs typeface="Arial" panose="020B0604020202020204" pitchFamily="34" charset="0"/>
              </a:rPr>
              <a:t>방법 </a:t>
            </a:r>
            <a:br>
              <a:rPr lang="en-US" altLang="ko-KR" sz="3200" b="1" dirty="0">
                <a:latin typeface="+mj-ea"/>
                <a:cs typeface="Arial" panose="020B0604020202020204" pitchFamily="34" charset="0"/>
              </a:rPr>
            </a:br>
            <a:endParaRPr lang="en-US" altLang="ko-KR" sz="3200" b="1"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07" y="3702431"/>
            <a:ext cx="2944729" cy="10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7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Port Setting(1)</a:t>
            </a:r>
            <a:endParaRPr lang="ko-KR" alt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9541B-E262-AA7B-DDEE-29F0C4714447}"/>
              </a:ext>
            </a:extLst>
          </p:cNvPr>
          <p:cNvSpPr txBox="1"/>
          <p:nvPr/>
        </p:nvSpPr>
        <p:spPr>
          <a:xfrm>
            <a:off x="244388" y="1492016"/>
            <a:ext cx="8556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이 </a:t>
            </a:r>
            <a:r>
              <a:rPr lang="en-US" altLang="ko-KR" sz="1400" dirty="0">
                <a:latin typeface="+mn-ea"/>
              </a:rPr>
              <a:t>Setting </a:t>
            </a:r>
            <a:r>
              <a:rPr lang="ko-KR" altLang="en-US" sz="1400" dirty="0">
                <a:latin typeface="+mn-ea"/>
              </a:rPr>
              <a:t>방법은 </a:t>
            </a:r>
            <a:r>
              <a:rPr lang="en-US" altLang="ko-KR" sz="1400" dirty="0">
                <a:latin typeface="+mn-ea"/>
              </a:rPr>
              <a:t>Silicon Labs CP201x USB to UART Bridge</a:t>
            </a:r>
          </a:p>
          <a:p>
            <a:r>
              <a:rPr lang="ko-KR" altLang="en-US" sz="1400" dirty="0">
                <a:latin typeface="+mn-ea"/>
              </a:rPr>
              <a:t>에서만 적용 가능하며 다른 </a:t>
            </a:r>
            <a:r>
              <a:rPr lang="en-US" altLang="ko-KR" sz="1400" dirty="0">
                <a:latin typeface="+mn-ea"/>
              </a:rPr>
              <a:t>Com Port </a:t>
            </a:r>
            <a:r>
              <a:rPr lang="ko-KR" altLang="en-US" sz="1400" dirty="0">
                <a:latin typeface="+mn-ea"/>
              </a:rPr>
              <a:t>에는 적용 </a:t>
            </a:r>
            <a:r>
              <a:rPr lang="en-US" altLang="ko-KR" sz="1400" dirty="0">
                <a:latin typeface="+mn-ea"/>
              </a:rPr>
              <a:t>X</a:t>
            </a:r>
          </a:p>
          <a:p>
            <a:r>
              <a:rPr lang="en-US" altLang="ko-KR" sz="1400" dirty="0">
                <a:latin typeface="+mn-ea"/>
              </a:rPr>
              <a:t>Site Board , Capture </a:t>
            </a:r>
            <a:r>
              <a:rPr lang="en-US" altLang="ko-KR" sz="1400" dirty="0" err="1">
                <a:latin typeface="+mn-ea"/>
              </a:rPr>
              <a:t>Borad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가능 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온도조절기 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유량계 불가능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초기 </a:t>
            </a:r>
            <a:r>
              <a:rPr lang="en-US" altLang="ko-KR" sz="1400" dirty="0">
                <a:latin typeface="+mn-ea"/>
              </a:rPr>
              <a:t>Setting </a:t>
            </a:r>
            <a:r>
              <a:rPr lang="ko-KR" altLang="en-US" sz="1400" dirty="0">
                <a:latin typeface="+mn-ea"/>
              </a:rPr>
              <a:t>에는 </a:t>
            </a:r>
            <a:r>
              <a:rPr lang="en-US" altLang="ko-KR" sz="1400" b="1" dirty="0">
                <a:latin typeface="+mn-ea"/>
              </a:rPr>
              <a:t>MMUI PGM</a:t>
            </a:r>
            <a:r>
              <a:rPr lang="ko-KR" altLang="en-US" sz="1400" b="1" dirty="0">
                <a:latin typeface="+mn-ea"/>
              </a:rPr>
              <a:t>을 실행하지 않고</a:t>
            </a:r>
            <a:endParaRPr lang="en-US" altLang="ko-KR" sz="1400" b="1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+mn-ea"/>
              </a:rPr>
              <a:t>Site Board or Capture Board Cable  </a:t>
            </a:r>
            <a:r>
              <a:rPr lang="ko-KR" altLang="en-US" sz="1400" dirty="0">
                <a:latin typeface="+mn-ea"/>
              </a:rPr>
              <a:t>중 </a:t>
            </a:r>
            <a:r>
              <a:rPr lang="en-US" altLang="ko-KR" sz="1400" b="1" dirty="0">
                <a:latin typeface="+mn-ea"/>
              </a:rPr>
              <a:t>Slot 1</a:t>
            </a:r>
            <a:r>
              <a:rPr lang="ko-KR" altLang="en-US" sz="1400" b="1" dirty="0">
                <a:latin typeface="+mn-ea"/>
              </a:rPr>
              <a:t>번 </a:t>
            </a:r>
            <a:r>
              <a:rPr lang="en-US" altLang="ko-KR" sz="1400" b="1" dirty="0">
                <a:latin typeface="+mn-ea"/>
              </a:rPr>
              <a:t>Port 1</a:t>
            </a:r>
            <a:r>
              <a:rPr lang="ko-KR" altLang="en-US" sz="1400" b="1" dirty="0">
                <a:latin typeface="+mn-ea"/>
              </a:rPr>
              <a:t>개</a:t>
            </a:r>
            <a:r>
              <a:rPr lang="ko-KR" altLang="en-US" sz="1400" dirty="0">
                <a:latin typeface="+mn-ea"/>
              </a:rPr>
              <a:t>만 </a:t>
            </a:r>
            <a:r>
              <a:rPr lang="en-US" altLang="ko-KR" sz="1400" dirty="0">
                <a:latin typeface="+mn-ea"/>
              </a:rPr>
              <a:t>Host PC</a:t>
            </a:r>
            <a:r>
              <a:rPr lang="ko-KR" altLang="en-US" sz="1400" dirty="0">
                <a:latin typeface="+mn-ea"/>
              </a:rPr>
              <a:t> 에 장착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+mn-ea"/>
              </a:rPr>
              <a:t>장치 관리자에 </a:t>
            </a:r>
            <a:r>
              <a:rPr lang="en-US" altLang="ko-KR" sz="1400" dirty="0">
                <a:latin typeface="+mn-ea"/>
              </a:rPr>
              <a:t>Com Port </a:t>
            </a:r>
            <a:r>
              <a:rPr lang="ko-KR" altLang="en-US" sz="1400" dirty="0">
                <a:latin typeface="+mn-ea"/>
              </a:rPr>
              <a:t>연결 확인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+mn-ea"/>
              </a:rPr>
              <a:t>CP210xSetIDs.exe </a:t>
            </a:r>
            <a:r>
              <a:rPr lang="ko-KR" altLang="en-US" sz="1400" dirty="0">
                <a:latin typeface="+mn-ea"/>
              </a:rPr>
              <a:t>프로그램 실행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5A8E78-8B0E-A394-E409-588BFB712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32" y="1221021"/>
            <a:ext cx="2850505" cy="2016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24D51E9-1083-5B14-D652-55942E429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926" y="3360931"/>
            <a:ext cx="3519652" cy="25581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B7879A-B7F4-3790-DEA1-AA53418B48B3}"/>
              </a:ext>
            </a:extLst>
          </p:cNvPr>
          <p:cNvSpPr txBox="1"/>
          <p:nvPr/>
        </p:nvSpPr>
        <p:spPr>
          <a:xfrm>
            <a:off x="5167148" y="5980620"/>
            <a:ext cx="3755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Port </a:t>
            </a:r>
            <a:r>
              <a:rPr lang="ko-KR" altLang="en-US" sz="1400" dirty="0"/>
              <a:t>가 다른 곳에 연결 시 화면 </a:t>
            </a:r>
            <a:r>
              <a:rPr lang="en-US" altLang="ko-KR" sz="1400" dirty="0"/>
              <a:t>(</a:t>
            </a:r>
            <a:r>
              <a:rPr lang="ko-KR" altLang="en-US" sz="1400" dirty="0"/>
              <a:t>접속 </a:t>
            </a:r>
            <a:r>
              <a:rPr lang="en-US" altLang="ko-KR" sz="1400" dirty="0"/>
              <a:t>X)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F2003A0-7CF6-E960-67C3-6CEF6BE5A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13" y="3360930"/>
            <a:ext cx="3493276" cy="25581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7940AE-7577-4C54-7BED-48193455A82B}"/>
              </a:ext>
            </a:extLst>
          </p:cNvPr>
          <p:cNvSpPr txBox="1"/>
          <p:nvPr/>
        </p:nvSpPr>
        <p:spPr>
          <a:xfrm>
            <a:off x="523013" y="5980620"/>
            <a:ext cx="3755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정상적인 연결 시 화면 </a:t>
            </a:r>
            <a:r>
              <a:rPr lang="en-US" altLang="ko-KR" sz="1400" dirty="0"/>
              <a:t>(</a:t>
            </a:r>
            <a:r>
              <a:rPr lang="ko-KR" altLang="en-US" sz="1400" dirty="0"/>
              <a:t>접속 </a:t>
            </a:r>
            <a:r>
              <a:rPr lang="en-US" altLang="ko-KR" sz="1400" dirty="0"/>
              <a:t>O)</a:t>
            </a:r>
            <a:r>
              <a:rPr lang="ko-KR" altLang="en-US" sz="1400" dirty="0"/>
              <a:t> 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5619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Port Setting(2)</a:t>
            </a:r>
            <a:endParaRPr lang="ko-KR" alt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9541B-E262-AA7B-DDEE-29F0C4714447}"/>
              </a:ext>
            </a:extLst>
          </p:cNvPr>
          <p:cNvSpPr txBox="1"/>
          <p:nvPr/>
        </p:nvSpPr>
        <p:spPr>
          <a:xfrm>
            <a:off x="175846" y="2584466"/>
            <a:ext cx="855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정상 연결 화면에서 </a:t>
            </a:r>
            <a:r>
              <a:rPr lang="en-US" altLang="ko-KR" sz="1400" dirty="0">
                <a:latin typeface="+mn-ea"/>
              </a:rPr>
              <a:t>Serial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Number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Product String </a:t>
            </a:r>
            <a:r>
              <a:rPr lang="ko-KR" altLang="en-US" sz="1400" dirty="0">
                <a:latin typeface="+mn-ea"/>
              </a:rPr>
              <a:t>체크박스 클릭 후 값 입력</a:t>
            </a:r>
            <a:r>
              <a:rPr lang="en-US" altLang="ko-KR" sz="1400" dirty="0">
                <a:latin typeface="+mn-ea"/>
              </a:rPr>
              <a:t>.</a:t>
            </a:r>
          </a:p>
          <a:p>
            <a:r>
              <a:rPr lang="ko-KR" altLang="en-US" sz="1400" dirty="0">
                <a:latin typeface="+mn-ea"/>
              </a:rPr>
              <a:t>하기 표 참조하여 입력</a:t>
            </a:r>
            <a:r>
              <a:rPr lang="en-US" altLang="ko-KR" sz="1400" dirty="0">
                <a:latin typeface="+mn-ea"/>
              </a:rPr>
              <a:t>.  </a:t>
            </a:r>
            <a:r>
              <a:rPr lang="en-US" altLang="ko-KR" sz="1400" b="1" i="0" u="none" strike="noStrike" dirty="0">
                <a:solidFill>
                  <a:srgbClr val="FF0000"/>
                </a:solidFill>
                <a:effectLst/>
                <a:latin typeface="Pretendard J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※</a:t>
            </a:r>
            <a:r>
              <a:rPr lang="en-US" altLang="ko-KR" sz="1400" b="1" i="0" u="none" strike="noStrike" dirty="0">
                <a:solidFill>
                  <a:srgbClr val="FF0000"/>
                </a:solidFill>
                <a:effectLst/>
                <a:latin typeface="Pretendard JP"/>
              </a:rPr>
              <a:t> </a:t>
            </a:r>
            <a:r>
              <a:rPr lang="ko-KR" altLang="en-US" sz="1400" b="1" i="0" u="none" strike="noStrike" dirty="0">
                <a:solidFill>
                  <a:srgbClr val="FF0000"/>
                </a:solidFill>
                <a:effectLst/>
                <a:latin typeface="Pretendard JP"/>
              </a:rPr>
              <a:t>입력 값이 </a:t>
            </a:r>
            <a:r>
              <a:rPr lang="en-US" altLang="ko-KR" sz="1400" b="1" i="0" u="none" strike="noStrike" dirty="0">
                <a:solidFill>
                  <a:srgbClr val="FF0000"/>
                </a:solidFill>
                <a:effectLst/>
                <a:latin typeface="Pretendard JP"/>
              </a:rPr>
              <a:t>UI </a:t>
            </a:r>
            <a:r>
              <a:rPr lang="ko-KR" altLang="en-US" sz="1400" b="1" i="0" u="none" strike="noStrike" dirty="0">
                <a:solidFill>
                  <a:srgbClr val="FF0000"/>
                </a:solidFill>
                <a:effectLst/>
                <a:latin typeface="Pretendard JP"/>
              </a:rPr>
              <a:t>랑 연동하므로 정확하게 위치에 맞게 입력</a:t>
            </a:r>
            <a:r>
              <a:rPr lang="en-US" altLang="ko-KR" sz="1400" b="1" i="0" u="none" strike="noStrike" dirty="0">
                <a:solidFill>
                  <a:srgbClr val="FF0000"/>
                </a:solidFill>
                <a:effectLst/>
                <a:latin typeface="Pretendard JP"/>
              </a:rPr>
              <a:t>.</a:t>
            </a:r>
            <a:endParaRPr lang="ko-KR" altLang="en-US" sz="1400" b="1" i="0" dirty="0">
              <a:solidFill>
                <a:srgbClr val="FF0000"/>
              </a:solidFill>
              <a:effectLst/>
              <a:latin typeface="Pretendard JP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BA7969-5C1D-6DDD-D4D1-ACFE71C4C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6" y="1085311"/>
            <a:ext cx="4255477" cy="13241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F76C6E-4743-9045-8E97-141BE21B3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85311"/>
            <a:ext cx="4255477" cy="135273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32A6594-18BC-B0ED-A147-03E6BB9C31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846" y="3282681"/>
            <a:ext cx="7376746" cy="149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0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Port Setting(3)</a:t>
            </a:r>
            <a:endParaRPr lang="ko-KR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D22772-56F7-995E-85A4-787CD478F1DB}"/>
              </a:ext>
            </a:extLst>
          </p:cNvPr>
          <p:cNvSpPr txBox="1"/>
          <p:nvPr/>
        </p:nvSpPr>
        <p:spPr>
          <a:xfrm>
            <a:off x="244389" y="1065388"/>
            <a:ext cx="5284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값 입력 후 </a:t>
            </a:r>
            <a:r>
              <a:rPr lang="en-US" altLang="ko-KR" sz="1400" dirty="0"/>
              <a:t>Program Device </a:t>
            </a:r>
            <a:r>
              <a:rPr lang="ko-KR" altLang="en-US" sz="1400" dirty="0"/>
              <a:t>버튼 클릭하여 </a:t>
            </a:r>
            <a:r>
              <a:rPr lang="en-US" altLang="ko-KR" sz="1400" dirty="0"/>
              <a:t>Chip</a:t>
            </a:r>
            <a:r>
              <a:rPr lang="ko-KR" altLang="en-US" sz="1400" dirty="0"/>
              <a:t>에 </a:t>
            </a:r>
            <a:r>
              <a:rPr lang="en-US" altLang="ko-KR" sz="1400" dirty="0"/>
              <a:t>Write</a:t>
            </a:r>
            <a:r>
              <a:rPr lang="ko-KR" altLang="en-US" sz="1400" dirty="0"/>
              <a:t> 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C34A03-3D97-0140-C64F-D60994E34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90" y="1399836"/>
            <a:ext cx="6011114" cy="1181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6CE035-EE69-E34D-1667-3148564CE036}"/>
              </a:ext>
            </a:extLst>
          </p:cNvPr>
          <p:cNvSpPr txBox="1"/>
          <p:nvPr/>
        </p:nvSpPr>
        <p:spPr>
          <a:xfrm>
            <a:off x="244390" y="2665047"/>
            <a:ext cx="6011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Write </a:t>
            </a:r>
            <a:r>
              <a:rPr lang="ko-KR" altLang="en-US" sz="1400" dirty="0"/>
              <a:t>후 장치 관리자에 </a:t>
            </a:r>
            <a:r>
              <a:rPr lang="en-US" altLang="ko-KR" sz="1400" dirty="0"/>
              <a:t>Com Port </a:t>
            </a:r>
            <a:r>
              <a:rPr lang="ko-KR" altLang="en-US" sz="1400" dirty="0"/>
              <a:t>를 보면 </a:t>
            </a:r>
            <a:r>
              <a:rPr lang="en-US" altLang="ko-KR" sz="1400" dirty="0"/>
              <a:t>Com </a:t>
            </a:r>
            <a:r>
              <a:rPr lang="ko-KR" altLang="en-US" sz="1400" dirty="0"/>
              <a:t>숫자가 변경 필요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Page.2 </a:t>
            </a:r>
            <a:r>
              <a:rPr lang="ko-KR" altLang="en-US" sz="1400" dirty="0"/>
              <a:t>표 참조하여 </a:t>
            </a:r>
            <a:r>
              <a:rPr lang="en-US" altLang="ko-KR" sz="1400" dirty="0"/>
              <a:t>COMPORT </a:t>
            </a:r>
            <a:r>
              <a:rPr lang="ko-KR" altLang="en-US" sz="1400" dirty="0"/>
              <a:t>맞게 </a:t>
            </a:r>
            <a:r>
              <a:rPr lang="en-US" altLang="ko-KR" sz="1400" dirty="0"/>
              <a:t>COM </a:t>
            </a:r>
            <a:r>
              <a:rPr lang="ko-KR" altLang="en-US" sz="1400" dirty="0"/>
              <a:t>포트 번호</a:t>
            </a:r>
            <a:r>
              <a:rPr lang="en-US" altLang="ko-KR" sz="1400" dirty="0"/>
              <a:t>(P) </a:t>
            </a:r>
            <a:r>
              <a:rPr lang="ko-KR" altLang="en-US" sz="1400" dirty="0"/>
              <a:t>변경</a:t>
            </a:r>
            <a:r>
              <a:rPr lang="en-US" altLang="ko-KR" sz="1400" dirty="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5753C2-1EFE-F64F-15F7-7D51F7981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89" y="3187427"/>
            <a:ext cx="6011115" cy="248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0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Port Setting(4)</a:t>
            </a:r>
            <a:endParaRPr lang="ko-KR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1DFE8-39EA-685D-C513-2C29CAECFD3E}"/>
              </a:ext>
            </a:extLst>
          </p:cNvPr>
          <p:cNvSpPr txBox="1"/>
          <p:nvPr/>
        </p:nvSpPr>
        <p:spPr>
          <a:xfrm>
            <a:off x="244389" y="1126935"/>
            <a:ext cx="5039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Com</a:t>
            </a:r>
            <a:r>
              <a:rPr lang="ko-KR" altLang="en-US" sz="1400" dirty="0"/>
              <a:t> </a:t>
            </a:r>
            <a:r>
              <a:rPr lang="en-US" altLang="ko-KR" sz="1400" dirty="0"/>
              <a:t>Port </a:t>
            </a:r>
            <a:r>
              <a:rPr lang="ko-KR" altLang="en-US" sz="1400" dirty="0"/>
              <a:t>매칭 후 다시 </a:t>
            </a:r>
            <a:r>
              <a:rPr lang="en-US" altLang="ko-KR" sz="1400" dirty="0">
                <a:latin typeface="+mn-ea"/>
              </a:rPr>
              <a:t>CP210xSetIDs PGM</a:t>
            </a:r>
            <a:r>
              <a:rPr lang="ko-KR" altLang="en-US" sz="1400" dirty="0">
                <a:latin typeface="+mn-ea"/>
              </a:rPr>
              <a:t> 에서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Serial Number, Product String </a:t>
            </a:r>
            <a:r>
              <a:rPr lang="ko-KR" altLang="en-US" sz="1400" dirty="0">
                <a:latin typeface="+mn-ea"/>
              </a:rPr>
              <a:t>체크박스 해제하고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Program Device </a:t>
            </a:r>
            <a:r>
              <a:rPr lang="ko-KR" altLang="en-US" sz="1400" dirty="0">
                <a:latin typeface="+mn-ea"/>
              </a:rPr>
              <a:t>버튼 클릭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Program Device </a:t>
            </a:r>
            <a:r>
              <a:rPr lang="ko-KR" altLang="en-US" sz="1400" dirty="0" err="1">
                <a:latin typeface="+mn-ea"/>
              </a:rPr>
              <a:t>할때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Reset </a:t>
            </a:r>
            <a:r>
              <a:rPr lang="ko-KR" altLang="en-US" sz="1400" dirty="0">
                <a:latin typeface="+mn-ea"/>
              </a:rPr>
              <a:t>기능이 있어서 한번 더 필요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/>
              <a:t> 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8E366-AB05-DC86-EC6E-D6B490B0B921}"/>
              </a:ext>
            </a:extLst>
          </p:cNvPr>
          <p:cNvSpPr txBox="1"/>
          <p:nvPr/>
        </p:nvSpPr>
        <p:spPr>
          <a:xfrm>
            <a:off x="244388" y="5898883"/>
            <a:ext cx="7448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이 작업을 </a:t>
            </a:r>
            <a:r>
              <a:rPr lang="en-US" altLang="ko-KR" sz="1400" b="1" dirty="0"/>
              <a:t>Site Board , Capture Board </a:t>
            </a:r>
            <a:r>
              <a:rPr lang="ko-KR" altLang="en-US" sz="1400" b="1" dirty="0"/>
              <a:t>하나씩 연결하여 반복해서 </a:t>
            </a:r>
            <a:r>
              <a:rPr lang="en-US" altLang="ko-KR" sz="1400" b="1" dirty="0"/>
              <a:t>Setting </a:t>
            </a:r>
            <a:r>
              <a:rPr lang="ko-KR" altLang="en-US" sz="1400" b="1" dirty="0"/>
              <a:t>필요</a:t>
            </a:r>
            <a:r>
              <a:rPr lang="ko-KR" altLang="en-US" sz="1400" dirty="0"/>
              <a:t> 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92DA23-1D3E-A4FD-2AA6-6FA2FC4A3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509" y="2269081"/>
            <a:ext cx="5609713" cy="331906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BFB24C0-55EA-6C78-C479-3EDC9EC54F48}"/>
              </a:ext>
            </a:extLst>
          </p:cNvPr>
          <p:cNvSpPr/>
          <p:nvPr/>
        </p:nvSpPr>
        <p:spPr>
          <a:xfrm>
            <a:off x="1195754" y="3569677"/>
            <a:ext cx="668215" cy="8088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156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Port Setting(5)</a:t>
            </a:r>
            <a:endParaRPr lang="ko-KR" altLang="en-US" sz="4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A79E00-FF2E-EB42-7326-5C75EBBF2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895" y="1144563"/>
            <a:ext cx="2850503" cy="824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E4B31D-6DD3-3191-4A80-D1659523D371}"/>
              </a:ext>
            </a:extLst>
          </p:cNvPr>
          <p:cNvSpPr txBox="1"/>
          <p:nvPr/>
        </p:nvSpPr>
        <p:spPr>
          <a:xfrm>
            <a:off x="3200398" y="1286052"/>
            <a:ext cx="560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Setting</a:t>
            </a:r>
            <a:r>
              <a:rPr lang="ko-KR" altLang="en-US" sz="1400" dirty="0"/>
              <a:t> 완료 후 </a:t>
            </a:r>
            <a:r>
              <a:rPr lang="en-US" altLang="ko-KR" sz="1400" dirty="0"/>
              <a:t>MMUI</a:t>
            </a:r>
            <a:r>
              <a:rPr lang="ko-KR" altLang="en-US" sz="1400" dirty="0"/>
              <a:t> </a:t>
            </a:r>
            <a:r>
              <a:rPr lang="en-US" altLang="ko-KR" sz="1400" dirty="0"/>
              <a:t>PGM </a:t>
            </a:r>
            <a:r>
              <a:rPr lang="ko-KR" altLang="en-US" sz="1400" dirty="0"/>
              <a:t>실행하면 </a:t>
            </a:r>
            <a:r>
              <a:rPr lang="en-US" altLang="ko-KR" sz="1400" dirty="0"/>
              <a:t>LOG</a:t>
            </a:r>
            <a:r>
              <a:rPr lang="ko-KR" altLang="en-US" sz="1400" dirty="0"/>
              <a:t> 창을 보면 </a:t>
            </a:r>
            <a:endParaRPr lang="en-US" altLang="ko-KR" sz="1400" dirty="0"/>
          </a:p>
          <a:p>
            <a:r>
              <a:rPr lang="ko-KR" altLang="en-US" sz="1400" dirty="0"/>
              <a:t>위치에 맞는 </a:t>
            </a:r>
            <a:r>
              <a:rPr lang="en-US" altLang="ko-KR" sz="1400" dirty="0"/>
              <a:t>Com Port </a:t>
            </a:r>
            <a:r>
              <a:rPr lang="ko-KR" altLang="en-US" sz="1400" dirty="0"/>
              <a:t>검색하여 </a:t>
            </a:r>
            <a:r>
              <a:rPr lang="en-US" altLang="ko-KR" sz="1400" dirty="0"/>
              <a:t>Matching </a:t>
            </a:r>
            <a:r>
              <a:rPr lang="ko-KR" altLang="en-US" sz="1400" dirty="0"/>
              <a:t>하여 자동 연결</a:t>
            </a:r>
            <a:r>
              <a:rPr lang="en-US" altLang="ko-KR" sz="1400" dirty="0"/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CE9883C-6862-228F-E621-446CCA1C6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10579"/>
            <a:ext cx="4097215" cy="252513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9B644F7-E638-A2AF-BFCE-461F1F498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95" y="2110578"/>
            <a:ext cx="3965331" cy="25251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300CEC-7649-62F2-69AF-3F715E97520D}"/>
              </a:ext>
            </a:extLst>
          </p:cNvPr>
          <p:cNvSpPr txBox="1"/>
          <p:nvPr/>
        </p:nvSpPr>
        <p:spPr>
          <a:xfrm>
            <a:off x="288348" y="5264171"/>
            <a:ext cx="83808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기존에 가지고 있는 </a:t>
            </a:r>
            <a:r>
              <a:rPr lang="en-US" altLang="ko-KR" sz="1400" dirty="0"/>
              <a:t>Com Port </a:t>
            </a:r>
            <a:r>
              <a:rPr lang="ko-KR" altLang="en-US" sz="1400" dirty="0"/>
              <a:t>값들이 </a:t>
            </a:r>
            <a:r>
              <a:rPr lang="en-US" altLang="ko-KR" sz="1400" dirty="0"/>
              <a:t>Matching </a:t>
            </a:r>
            <a:r>
              <a:rPr lang="ko-KR" altLang="en-US" sz="1400" dirty="0"/>
              <a:t>되는지 </a:t>
            </a:r>
            <a:r>
              <a:rPr lang="en-US" altLang="ko-KR" sz="1400" dirty="0"/>
              <a:t>Check </a:t>
            </a:r>
            <a:r>
              <a:rPr lang="ko-KR" altLang="en-US" sz="1400" dirty="0"/>
              <a:t>하고 </a:t>
            </a:r>
            <a:r>
              <a:rPr lang="en-US" altLang="ko-KR" sz="1400" dirty="0"/>
              <a:t>Match Pass </a:t>
            </a:r>
            <a:r>
              <a:rPr lang="ko-KR" altLang="en-US" sz="1400" dirty="0"/>
              <a:t>면 연결하고</a:t>
            </a:r>
            <a:endParaRPr lang="en-US" altLang="ko-KR" sz="1400" dirty="0"/>
          </a:p>
          <a:p>
            <a:r>
              <a:rPr lang="en-US" altLang="ko-KR" sz="1400" dirty="0"/>
              <a:t>Match Fail </a:t>
            </a:r>
            <a:r>
              <a:rPr lang="ko-KR" altLang="en-US" sz="1400" dirty="0"/>
              <a:t>이면 연결된 전체 </a:t>
            </a:r>
            <a:r>
              <a:rPr lang="en-US" altLang="ko-KR" sz="1400" dirty="0"/>
              <a:t>Com Port Search </a:t>
            </a:r>
            <a:r>
              <a:rPr lang="ko-KR" altLang="en-US" sz="1400" dirty="0"/>
              <a:t>하여 </a:t>
            </a:r>
            <a:r>
              <a:rPr lang="en-US" altLang="ko-KR" sz="1400" dirty="0"/>
              <a:t>Match Port </a:t>
            </a:r>
            <a:r>
              <a:rPr lang="ko-KR" altLang="en-US" sz="1400" dirty="0"/>
              <a:t>찾아 변경 하고 연결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Matching</a:t>
            </a:r>
            <a:r>
              <a:rPr lang="ko-KR" altLang="en-US" sz="1400" dirty="0"/>
              <a:t> 되는 포트가 없을 시 </a:t>
            </a:r>
            <a:r>
              <a:rPr lang="en-US" altLang="ko-KR" sz="1400" dirty="0"/>
              <a:t>Log</a:t>
            </a:r>
            <a:r>
              <a:rPr lang="ko-KR" altLang="en-US" sz="1400" dirty="0"/>
              <a:t> 창에 </a:t>
            </a:r>
            <a:r>
              <a:rPr lang="en-US" altLang="ko-KR" sz="1400" dirty="0"/>
              <a:t>Mismatch</a:t>
            </a:r>
            <a:r>
              <a:rPr lang="ko-KR" altLang="en-US" sz="1400" dirty="0"/>
              <a:t> 라고 </a:t>
            </a:r>
            <a:r>
              <a:rPr lang="en-US" altLang="ko-KR" sz="1400" dirty="0"/>
              <a:t>Error </a:t>
            </a:r>
            <a:r>
              <a:rPr lang="ko-KR" altLang="en-US" sz="1400" dirty="0"/>
              <a:t>발생하고 연결 </a:t>
            </a:r>
            <a:r>
              <a:rPr lang="en-US" altLang="ko-KR" sz="1400" dirty="0"/>
              <a:t>X.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072CD7-C3C2-0CC6-7AB8-3AC771B2AB9C}"/>
              </a:ext>
            </a:extLst>
          </p:cNvPr>
          <p:cNvSpPr txBox="1"/>
          <p:nvPr/>
        </p:nvSpPr>
        <p:spPr>
          <a:xfrm>
            <a:off x="1369084" y="4642164"/>
            <a:ext cx="1743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기존 설정된 포트</a:t>
            </a:r>
            <a:endParaRPr lang="en-US" altLang="ko-KR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E7BA3-2D5D-3612-2071-F6A5EFCCD307}"/>
              </a:ext>
            </a:extLst>
          </p:cNvPr>
          <p:cNvSpPr txBox="1"/>
          <p:nvPr/>
        </p:nvSpPr>
        <p:spPr>
          <a:xfrm>
            <a:off x="5424853" y="4644920"/>
            <a:ext cx="2488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Matching</a:t>
            </a:r>
            <a:r>
              <a:rPr lang="ko-KR" altLang="en-US" sz="1400" dirty="0"/>
              <a:t> 설정된 포트로 변경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1160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7932" y="2702138"/>
            <a:ext cx="7543800" cy="750631"/>
          </a:xfrm>
        </p:spPr>
        <p:txBody>
          <a:bodyPr/>
          <a:lstStyle/>
          <a:p>
            <a:r>
              <a:rPr lang="en-US" altLang="ko-KR" dirty="0"/>
              <a:t>Thank you.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57401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2B7AF2AA9D3A64FA7D16C6052C7FCE3" ma:contentTypeVersion="3" ma:contentTypeDescription="새 문서를 만듭니다." ma:contentTypeScope="" ma:versionID="51b81344d034e98b248e0459ce3b9678">
  <xsd:schema xmlns:xsd="http://www.w3.org/2001/XMLSchema" xmlns:xs="http://www.w3.org/2001/XMLSchema" xmlns:p="http://schemas.microsoft.com/office/2006/metadata/properties" xmlns:ns3="4723f992-6fd6-405f-8995-c6d275279b73" targetNamespace="http://schemas.microsoft.com/office/2006/metadata/properties" ma:root="true" ma:fieldsID="362a61d8c3e7229b5c8c3c96df459d02" ns3:_="">
    <xsd:import namespace="4723f992-6fd6-405f-8995-c6d275279b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23f992-6fd6-405f-8995-c6d275279b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4508BA-541C-4A7A-AD56-4B6AF0E58E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0F1745-30B5-4379-B841-CE4A47A5A5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23f992-6fd6-405f-8995-c6d275279b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FBDBB2-D7E0-4B90-93B7-B8C415169C26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4723f992-6fd6-405f-8995-c6d275279b73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47151</TotalTime>
  <Words>302</Words>
  <Application>Microsoft Office PowerPoint</Application>
  <PresentationFormat>화면 슬라이드 쇼(4:3)</PresentationFormat>
  <Paragraphs>35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Pretendard JP</vt:lpstr>
      <vt:lpstr>맑은 고딕</vt:lpstr>
      <vt:lpstr>Arial Black</vt:lpstr>
      <vt:lpstr>Calibri</vt:lpstr>
      <vt:lpstr>Calibri Light</vt:lpstr>
      <vt:lpstr>추억</vt:lpstr>
      <vt:lpstr>PowerPoint 프레젠테이션</vt:lpstr>
      <vt:lpstr>Port Setting(1)</vt:lpstr>
      <vt:lpstr>Port Setting(2)</vt:lpstr>
      <vt:lpstr>Port Setting(3)</vt:lpstr>
      <vt:lpstr>Port Setting(4)</vt:lpstr>
      <vt:lpstr>Port Setting(5)</vt:lpstr>
      <vt:lpstr>Thank you.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Speed Burn-in Test System Proposal</dc:title>
  <dc:creator>Kyutae</dc:creator>
  <cp:lastModifiedBy>유효상</cp:lastModifiedBy>
  <cp:revision>1490</cp:revision>
  <dcterms:created xsi:type="dcterms:W3CDTF">2016-08-24T05:21:44Z</dcterms:created>
  <dcterms:modified xsi:type="dcterms:W3CDTF">2025-01-13T00:57:29Z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0x010100D2B7AF2AA9D3A64FA7D16C6052C7FCE3</vt:lpwstr>
  </property>
</Properties>
</file>