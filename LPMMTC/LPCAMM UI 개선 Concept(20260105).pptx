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</p:sldMasterIdLst>
  <p:notesMasterIdLst>
    <p:notesMasterId r:id="rId9"/>
  </p:notesMasterIdLst>
  <p:sldIdLst>
    <p:sldId id="389" r:id="rId5"/>
    <p:sldId id="618" r:id="rId6"/>
    <p:sldId id="600" r:id="rId7"/>
    <p:sldId id="488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신 현충" initials="신현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2CC"/>
    <a:srgbClr val="004FEE"/>
    <a:srgbClr val="004620"/>
    <a:srgbClr val="EEE354"/>
    <a:srgbClr val="00602B"/>
    <a:srgbClr val="007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960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7F333-8E58-4D48-BD2F-8ABAC4D26D0B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7E0284-FA57-49E1-9EF7-972E15F46B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5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51B1AB-84D4-4BC4-9376-845D36F0432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908489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874649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61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523" y="186961"/>
            <a:ext cx="1674495" cy="60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3"/>
          <p:cNvSpPr txBox="1"/>
          <p:nvPr userDrawn="1"/>
        </p:nvSpPr>
        <p:spPr>
          <a:xfrm>
            <a:off x="2438400" y="6501969"/>
            <a:ext cx="401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200" b="0" i="1" spc="200" dirty="0">
                <a:solidFill>
                  <a:srgbClr val="E1DFE5"/>
                </a:solidFill>
                <a:latin typeface="Arial Black" panose="020B0A040201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Global Semiconductor Interface</a:t>
            </a:r>
            <a:endParaRPr lang="ko-KR" altLang="en-US" sz="1200" b="0" i="1" spc="200" dirty="0">
              <a:solidFill>
                <a:srgbClr val="E1DFE5"/>
              </a:solidFill>
              <a:latin typeface="Arial Black" panose="020B0A040201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25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8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086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91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3128"/>
            <a:ext cx="7543800" cy="1450757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3853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5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4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 cstate="print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74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59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013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972" y="162138"/>
            <a:ext cx="7543800" cy="7506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390" y="1266070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99" y="6451622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20703BB-BA92-469F-B7D5-B56B47AC0456}" type="datetimeFigureOut">
              <a:rPr lang="ko-KR" altLang="en-US" smtClean="0"/>
              <a:pPr/>
              <a:t>2026-01-05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66018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2B28F2-4263-40C1-8638-4F2233326C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209347" y="986730"/>
            <a:ext cx="87120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671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-8128" y="1736812"/>
            <a:ext cx="6984776" cy="0"/>
          </a:xfrm>
          <a:prstGeom prst="line">
            <a:avLst/>
          </a:prstGeom>
          <a:ln w="15875">
            <a:gradFill>
              <a:gsLst>
                <a:gs pos="0">
                  <a:srgbClr val="7030A0"/>
                </a:gs>
                <a:gs pos="50000">
                  <a:schemeClr val="tx2">
                    <a:lumMod val="40000"/>
                    <a:lumOff val="60000"/>
                  </a:schemeClr>
                </a:gs>
                <a:gs pos="100000">
                  <a:srgbClr val="CCCC00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제목 1"/>
          <p:cNvSpPr txBox="1">
            <a:spLocks/>
          </p:cNvSpPr>
          <p:nvPr/>
        </p:nvSpPr>
        <p:spPr>
          <a:xfrm>
            <a:off x="613009" y="1826145"/>
            <a:ext cx="7543800" cy="15209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algn="ctr"/>
            <a:r>
              <a:rPr lang="en-US" altLang="ko-KR" sz="3200" b="1" dirty="0">
                <a:latin typeface="+mj-ea"/>
                <a:cs typeface="Arial" panose="020B0604020202020204" pitchFamily="34" charset="0"/>
              </a:rPr>
              <a:t>LPCAMM RACK</a:t>
            </a:r>
            <a:r>
              <a:rPr lang="ko-KR" altLang="en-US" sz="3200" b="1" dirty="0">
                <a:latin typeface="+mj-ea"/>
                <a:cs typeface="Arial" panose="020B0604020202020204" pitchFamily="34" charset="0"/>
              </a:rPr>
              <a:t> </a:t>
            </a:r>
            <a:endParaRPr lang="en-US" altLang="ko-KR" sz="3200" b="1" dirty="0">
              <a:latin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2000" b="1" dirty="0">
                <a:latin typeface="+mj-ea"/>
                <a:cs typeface="Arial" panose="020B0604020202020204" pitchFamily="34" charset="0"/>
              </a:rPr>
              <a:t>UI </a:t>
            </a:r>
            <a:r>
              <a:rPr lang="ko-KR" altLang="en-US" sz="2000" b="1" dirty="0">
                <a:latin typeface="+mj-ea"/>
                <a:cs typeface="Arial" panose="020B0604020202020204" pitchFamily="34" charset="0"/>
              </a:rPr>
              <a:t>개선</a:t>
            </a:r>
            <a:r>
              <a:rPr lang="en-US" altLang="ko-KR" sz="2000" b="1" dirty="0">
                <a:latin typeface="+mj-ea"/>
                <a:cs typeface="Arial" panose="020B0604020202020204" pitchFamily="34" charset="0"/>
              </a:rPr>
              <a:t> CONCEPT(20260105)</a:t>
            </a:r>
            <a:br>
              <a:rPr lang="en-US" altLang="ko-KR" sz="3200" b="1" dirty="0">
                <a:latin typeface="+mj-ea"/>
                <a:cs typeface="Arial" panose="020B0604020202020204" pitchFamily="34" charset="0"/>
              </a:rPr>
            </a:br>
            <a:endParaRPr lang="en-US" altLang="ko-KR" sz="3200" b="1" dirty="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107" y="3702431"/>
            <a:ext cx="2944729" cy="1061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774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+mj-ea"/>
              </a:rPr>
              <a:t>Main UI</a:t>
            </a:r>
            <a:endParaRPr lang="ko-KR" altLang="en-US" sz="3200" dirty="0">
              <a:latin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946F42-C9CF-F404-FE7C-84687070A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8" y="1114258"/>
            <a:ext cx="8625292" cy="505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96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8152E7E-51DA-F431-D5B5-4E83888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89" y="188264"/>
            <a:ext cx="7543800" cy="750631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+mj-ea"/>
              </a:rPr>
              <a:t>Main</a:t>
            </a:r>
            <a:r>
              <a:rPr lang="ko-KR" altLang="en-US" sz="3200" dirty="0">
                <a:latin typeface="+mj-ea"/>
              </a:rPr>
              <a:t> </a:t>
            </a:r>
            <a:r>
              <a:rPr lang="en-US" altLang="ko-KR" sz="3200" dirty="0">
                <a:latin typeface="+mj-ea"/>
              </a:rPr>
              <a:t>UI</a:t>
            </a:r>
            <a:r>
              <a:rPr lang="ko-KR" altLang="en-US" sz="3200" dirty="0">
                <a:latin typeface="+mj-ea"/>
              </a:rPr>
              <a:t> 수정 내용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297D42-16A6-1181-C39C-7C9DF3F61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89" y="1029457"/>
            <a:ext cx="4610743" cy="2662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821CC2A-DDE1-BCCD-AF7C-3A1FA0DCD7C9}"/>
              </a:ext>
            </a:extLst>
          </p:cNvPr>
          <p:cNvSpPr/>
          <p:nvPr/>
        </p:nvSpPr>
        <p:spPr>
          <a:xfrm>
            <a:off x="994410" y="1109466"/>
            <a:ext cx="2274570" cy="4221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95985-5C9F-0B29-E8B4-1C1E76C5D4F8}"/>
              </a:ext>
            </a:extLst>
          </p:cNvPr>
          <p:cNvSpPr txBox="1"/>
          <p:nvPr/>
        </p:nvSpPr>
        <p:spPr>
          <a:xfrm>
            <a:off x="5193579" y="1109466"/>
            <a:ext cx="3670428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Fix Clear </a:t>
            </a:r>
            <a:r>
              <a:rPr lang="ko-KR" altLang="en-US" dirty="0">
                <a:latin typeface="+mj-ea"/>
                <a:ea typeface="+mj-ea"/>
              </a:rPr>
              <a:t>팝업 버튼 추가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sz="1400" dirty="0">
                <a:latin typeface="+mj-ea"/>
                <a:ea typeface="+mj-ea"/>
              </a:rPr>
              <a:t>- Fix </a:t>
            </a:r>
            <a:r>
              <a:rPr lang="ko-KR" altLang="en-US" sz="1400" dirty="0">
                <a:latin typeface="+mj-ea"/>
                <a:ea typeface="+mj-ea"/>
              </a:rPr>
              <a:t>관련 팝업 메시지 </a:t>
            </a:r>
            <a:r>
              <a:rPr lang="en-US" altLang="ko-KR" sz="1400" dirty="0">
                <a:latin typeface="+mj-ea"/>
                <a:ea typeface="+mj-ea"/>
              </a:rPr>
              <a:t>Clear </a:t>
            </a:r>
            <a:r>
              <a:rPr lang="ko-KR" altLang="en-US" sz="1400" dirty="0">
                <a:latin typeface="+mj-ea"/>
                <a:ea typeface="+mj-ea"/>
              </a:rPr>
              <a:t>버튼</a:t>
            </a:r>
            <a:endParaRPr lang="en-US" altLang="ko-KR" sz="1400" dirty="0">
              <a:latin typeface="+mj-ea"/>
              <a:ea typeface="+mj-ea"/>
            </a:endParaRPr>
          </a:p>
          <a:p>
            <a:endParaRPr lang="en-US" altLang="ko-KR" dirty="0">
              <a:latin typeface="+mj-ea"/>
              <a:ea typeface="+mj-ea"/>
            </a:endParaRPr>
          </a:p>
          <a:p>
            <a:r>
              <a:rPr lang="en-US" altLang="ko-KR" dirty="0">
                <a:latin typeface="+mj-ea"/>
                <a:ea typeface="+mj-ea"/>
              </a:rPr>
              <a:t>Box Clear </a:t>
            </a:r>
            <a:r>
              <a:rPr lang="ko-KR" altLang="en-US" dirty="0">
                <a:latin typeface="+mj-ea"/>
                <a:ea typeface="+mj-ea"/>
              </a:rPr>
              <a:t>팝업 버튼 추가</a:t>
            </a:r>
            <a:endParaRPr lang="en-US" altLang="ko-KR" dirty="0">
              <a:latin typeface="+mj-ea"/>
              <a:ea typeface="+mj-ea"/>
            </a:endParaRPr>
          </a:p>
          <a:p>
            <a:pPr marL="285750" indent="-285750">
              <a:buFontTx/>
              <a:buChar char="-"/>
            </a:pPr>
            <a:r>
              <a:rPr lang="en-US" altLang="ko-KR" sz="1400" dirty="0">
                <a:latin typeface="+mj-ea"/>
                <a:ea typeface="+mj-ea"/>
              </a:rPr>
              <a:t>Box</a:t>
            </a:r>
            <a:r>
              <a:rPr lang="ko-KR" altLang="en-US" sz="1400" dirty="0">
                <a:latin typeface="+mj-ea"/>
                <a:ea typeface="+mj-ea"/>
              </a:rPr>
              <a:t> 에 관련 팝업 메시지 </a:t>
            </a:r>
            <a:r>
              <a:rPr lang="en-US" altLang="ko-KR" sz="1400" dirty="0">
                <a:latin typeface="+mj-ea"/>
                <a:ea typeface="+mj-ea"/>
              </a:rPr>
              <a:t>Clear </a:t>
            </a:r>
            <a:r>
              <a:rPr lang="ko-KR" altLang="en-US" sz="1400" dirty="0">
                <a:latin typeface="+mj-ea"/>
                <a:ea typeface="+mj-ea"/>
              </a:rPr>
              <a:t>버튼</a:t>
            </a:r>
            <a:endParaRPr lang="en-US" altLang="ko-KR" sz="1400" dirty="0">
              <a:latin typeface="+mj-ea"/>
              <a:ea typeface="+mj-ea"/>
            </a:endParaRPr>
          </a:p>
          <a:p>
            <a:endParaRPr lang="en-US" altLang="ko-KR" sz="1400" dirty="0">
              <a:latin typeface="+mj-ea"/>
              <a:ea typeface="+mj-ea"/>
            </a:endParaRPr>
          </a:p>
          <a:p>
            <a:endParaRPr lang="en-US" altLang="ko-KR" sz="14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개별 </a:t>
            </a:r>
            <a:r>
              <a:rPr lang="en-US" altLang="ko-KR" sz="1600" dirty="0">
                <a:latin typeface="+mj-ea"/>
                <a:ea typeface="+mj-ea"/>
              </a:rPr>
              <a:t>Fixture, </a:t>
            </a:r>
            <a:r>
              <a:rPr lang="ko-KR" altLang="en-US" sz="1600" dirty="0">
                <a:latin typeface="+mj-ea"/>
                <a:ea typeface="+mj-ea"/>
              </a:rPr>
              <a:t>개별 </a:t>
            </a:r>
            <a:r>
              <a:rPr lang="en-US" altLang="ko-KR" sz="1600" dirty="0">
                <a:latin typeface="+mj-ea"/>
                <a:ea typeface="+mj-ea"/>
              </a:rPr>
              <a:t>Box </a:t>
            </a:r>
            <a:r>
              <a:rPr lang="ko-KR" altLang="en-US" sz="1600" dirty="0">
                <a:latin typeface="+mj-ea"/>
                <a:ea typeface="+mj-ea"/>
              </a:rPr>
              <a:t>에 팝업 메시지</a:t>
            </a:r>
            <a:endParaRPr lang="en-US" altLang="ko-KR" sz="1600" dirty="0">
              <a:latin typeface="+mj-ea"/>
              <a:ea typeface="+mj-ea"/>
            </a:endParaRPr>
          </a:p>
          <a:p>
            <a:r>
              <a:rPr lang="ko-KR" altLang="en-US" sz="1600" dirty="0">
                <a:latin typeface="+mj-ea"/>
                <a:ea typeface="+mj-ea"/>
              </a:rPr>
              <a:t>각각 </a:t>
            </a:r>
            <a:r>
              <a:rPr lang="en-US" altLang="ko-KR" sz="1600" dirty="0">
                <a:latin typeface="+mj-ea"/>
                <a:ea typeface="+mj-ea"/>
              </a:rPr>
              <a:t>Clear </a:t>
            </a:r>
            <a:r>
              <a:rPr lang="ko-KR" altLang="en-US" sz="1600" dirty="0">
                <a:latin typeface="+mj-ea"/>
                <a:ea typeface="+mj-ea"/>
              </a:rPr>
              <a:t>할 수 있게 버튼 추가함</a:t>
            </a:r>
            <a:r>
              <a:rPr lang="en-US" altLang="ko-KR" sz="1600" dirty="0">
                <a:latin typeface="+mj-ea"/>
                <a:ea typeface="+mj-ea"/>
              </a:rPr>
              <a:t>.</a:t>
            </a:r>
          </a:p>
          <a:p>
            <a:endParaRPr lang="en-US" altLang="ko-KR" sz="1600" dirty="0"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F2A887-2013-7B24-317E-610AEF10A4BF}"/>
              </a:ext>
            </a:extLst>
          </p:cNvPr>
          <p:cNvSpPr txBox="1"/>
          <p:nvPr/>
        </p:nvSpPr>
        <p:spPr>
          <a:xfrm>
            <a:off x="3143250" y="4535881"/>
            <a:ext cx="4805162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All Clear </a:t>
            </a:r>
            <a:r>
              <a:rPr lang="ko-KR" altLang="en-US" dirty="0">
                <a:latin typeface="+mj-ea"/>
                <a:ea typeface="+mj-ea"/>
              </a:rPr>
              <a:t>팝업으로 이름 변경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r>
              <a:rPr lang="en-US" altLang="ko-KR" sz="1400" dirty="0">
                <a:latin typeface="+mj-ea"/>
                <a:ea typeface="+mj-ea"/>
              </a:rPr>
              <a:t>-</a:t>
            </a:r>
            <a:r>
              <a:rPr lang="ko-KR" altLang="en-US" sz="1400" dirty="0">
                <a:latin typeface="+mj-ea"/>
                <a:ea typeface="+mj-ea"/>
              </a:rPr>
              <a:t>전체 </a:t>
            </a:r>
            <a:r>
              <a:rPr lang="en-US" altLang="ko-KR" sz="1400" dirty="0">
                <a:latin typeface="+mj-ea"/>
                <a:ea typeface="+mj-ea"/>
              </a:rPr>
              <a:t>Fixture</a:t>
            </a:r>
            <a:r>
              <a:rPr lang="ko-KR" altLang="en-US" sz="1400" dirty="0">
                <a:latin typeface="+mj-ea"/>
                <a:ea typeface="+mj-ea"/>
              </a:rPr>
              <a:t>에 대한 팝업 </a:t>
            </a:r>
            <a:r>
              <a:rPr lang="en-US" altLang="ko-KR" sz="1400" dirty="0">
                <a:latin typeface="+mj-ea"/>
                <a:ea typeface="+mj-ea"/>
              </a:rPr>
              <a:t>Clear </a:t>
            </a:r>
            <a:r>
              <a:rPr lang="ko-KR" altLang="en-US" sz="1400" dirty="0">
                <a:latin typeface="+mj-ea"/>
                <a:ea typeface="+mj-ea"/>
              </a:rPr>
              <a:t>하는 버튼으로 이름 변경</a:t>
            </a:r>
            <a:r>
              <a:rPr lang="en-US" altLang="ko-KR" sz="1400" dirty="0">
                <a:latin typeface="+mj-ea"/>
                <a:ea typeface="+mj-ea"/>
              </a:rPr>
              <a:t>.</a:t>
            </a:r>
          </a:p>
          <a:p>
            <a:endParaRPr lang="en-US" altLang="ko-KR" sz="1400" dirty="0">
              <a:latin typeface="+mj-ea"/>
              <a:ea typeface="+mj-ea"/>
            </a:endParaRPr>
          </a:p>
          <a:p>
            <a:endParaRPr lang="en-US" altLang="ko-KR" sz="1600" dirty="0">
              <a:latin typeface="+mj-ea"/>
              <a:ea typeface="+mj-ea"/>
            </a:endParaRPr>
          </a:p>
          <a:p>
            <a:endParaRPr lang="en-US" altLang="ko-KR" sz="1600" dirty="0">
              <a:latin typeface="+mj-ea"/>
              <a:ea typeface="+mj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F440DE-FC8E-F76F-03F1-4530F8170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08" y="3862463"/>
            <a:ext cx="2562583" cy="240117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D0247F-9F1B-F1A7-F372-CA7231D36D68}"/>
              </a:ext>
            </a:extLst>
          </p:cNvPr>
          <p:cNvSpPr/>
          <p:nvPr/>
        </p:nvSpPr>
        <p:spPr>
          <a:xfrm>
            <a:off x="1518609" y="5163444"/>
            <a:ext cx="1165860" cy="3399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33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87932" y="2702138"/>
            <a:ext cx="7543800" cy="750631"/>
          </a:xfrm>
        </p:spPr>
        <p:txBody>
          <a:bodyPr/>
          <a:lstStyle/>
          <a:p>
            <a:r>
              <a:rPr lang="en-US" altLang="ko-KR" dirty="0"/>
              <a:t>Thank you.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57401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2B7AF2AA9D3A64FA7D16C6052C7FCE3" ma:contentTypeVersion="3" ma:contentTypeDescription="새 문서를 만듭니다." ma:contentTypeScope="" ma:versionID="51b81344d034e98b248e0459ce3b9678">
  <xsd:schema xmlns:xsd="http://www.w3.org/2001/XMLSchema" xmlns:xs="http://www.w3.org/2001/XMLSchema" xmlns:p="http://schemas.microsoft.com/office/2006/metadata/properties" xmlns:ns3="4723f992-6fd6-405f-8995-c6d275279b73" targetNamespace="http://schemas.microsoft.com/office/2006/metadata/properties" ma:root="true" ma:fieldsID="362a61d8c3e7229b5c8c3c96df459d02" ns3:_="">
    <xsd:import namespace="4723f992-6fd6-405f-8995-c6d275279b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3f992-6fd6-405f-8995-c6d275279b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FBDBB2-D7E0-4B90-93B7-B8C415169C26}">
  <ds:schemaRefs>
    <ds:schemaRef ds:uri="http://schemas.microsoft.com/office/2006/documentManagement/types"/>
    <ds:schemaRef ds:uri="http://purl.org/dc/dcmitype/"/>
    <ds:schemaRef ds:uri="http://www.w3.org/XML/1998/namespace"/>
    <ds:schemaRef ds:uri="http://purl.org/dc/elements/1.1/"/>
    <ds:schemaRef ds:uri="http://schemas.microsoft.com/office/2006/metadata/properties"/>
    <ds:schemaRef ds:uri="4723f992-6fd6-405f-8995-c6d275279b73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5B0F1745-30B5-4379-B841-CE4A47A5A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23f992-6fd6-405f-8995-c6d275279b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4508BA-541C-4A7A-AD56-4B6AF0E58E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42744</TotalTime>
  <Words>77</Words>
  <Application>Microsoft Office PowerPoint</Application>
  <PresentationFormat>화면 슬라이드 쇼(4:3)</PresentationFormat>
  <Paragraphs>18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 Black</vt:lpstr>
      <vt:lpstr>Calibri</vt:lpstr>
      <vt:lpstr>Calibri Light</vt:lpstr>
      <vt:lpstr>추억</vt:lpstr>
      <vt:lpstr>PowerPoint 프레젠테이션</vt:lpstr>
      <vt:lpstr>Main UI</vt:lpstr>
      <vt:lpstr>Main UI 수정 내용</vt:lpstr>
      <vt:lpstr>Thank you.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Speed Burn-in Test System Proposal</dc:title>
  <dc:creator>Kyutae</dc:creator>
  <cp:lastModifiedBy>유 효상</cp:lastModifiedBy>
  <cp:revision>1482</cp:revision>
  <dcterms:created xsi:type="dcterms:W3CDTF">2016-08-24T05:21:44Z</dcterms:created>
  <dcterms:modified xsi:type="dcterms:W3CDTF">2026-01-05T01:25:08Z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0x010100D2B7AF2AA9D3A64FA7D16C6052C7FCE3</vt:lpwstr>
  </property>
</Properties>
</file>